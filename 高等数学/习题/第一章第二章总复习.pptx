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9"/>
  </p:handoutMasterIdLst>
  <p:sldIdLst>
    <p:sldId id="277" r:id="rId2"/>
    <p:sldId id="278" r:id="rId3"/>
    <p:sldId id="280" r:id="rId4"/>
    <p:sldId id="279" r:id="rId5"/>
    <p:sldId id="282" r:id="rId6"/>
    <p:sldId id="256" r:id="rId7"/>
    <p:sldId id="259" r:id="rId8"/>
    <p:sldId id="265" r:id="rId9"/>
    <p:sldId id="300" r:id="rId10"/>
    <p:sldId id="274" r:id="rId11"/>
    <p:sldId id="263" r:id="rId12"/>
    <p:sldId id="285" r:id="rId13"/>
    <p:sldId id="288" r:id="rId14"/>
    <p:sldId id="268" r:id="rId15"/>
    <p:sldId id="290" r:id="rId16"/>
    <p:sldId id="283" r:id="rId17"/>
    <p:sldId id="291" r:id="rId18"/>
    <p:sldId id="292" r:id="rId19"/>
    <p:sldId id="293" r:id="rId20"/>
    <p:sldId id="264" r:id="rId21"/>
    <p:sldId id="296" r:id="rId22"/>
    <p:sldId id="267" r:id="rId23"/>
    <p:sldId id="301" r:id="rId24"/>
    <p:sldId id="303" r:id="rId25"/>
    <p:sldId id="299" r:id="rId26"/>
    <p:sldId id="275" r:id="rId27"/>
    <p:sldId id="304" r:id="rId2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2AEE"/>
    <a:srgbClr val="470E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12" Type="http://schemas.openxmlformats.org/officeDocument/2006/relationships/image" Target="../media/image24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11" Type="http://schemas.openxmlformats.org/officeDocument/2006/relationships/image" Target="../media/image23.wmf"/><Relationship Id="rId5" Type="http://schemas.openxmlformats.org/officeDocument/2006/relationships/image" Target="../media/image17.wmf"/><Relationship Id="rId10" Type="http://schemas.openxmlformats.org/officeDocument/2006/relationships/image" Target="../media/image22.wmf"/><Relationship Id="rId4" Type="http://schemas.openxmlformats.org/officeDocument/2006/relationships/image" Target="../media/image16.wmf"/><Relationship Id="rId9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9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image" Target="../media/image54.wmf"/><Relationship Id="rId18" Type="http://schemas.openxmlformats.org/officeDocument/2006/relationships/image" Target="../media/image59.wmf"/><Relationship Id="rId3" Type="http://schemas.openxmlformats.org/officeDocument/2006/relationships/image" Target="../media/image44.wmf"/><Relationship Id="rId7" Type="http://schemas.openxmlformats.org/officeDocument/2006/relationships/image" Target="../media/image48.wmf"/><Relationship Id="rId12" Type="http://schemas.openxmlformats.org/officeDocument/2006/relationships/image" Target="../media/image53.wmf"/><Relationship Id="rId17" Type="http://schemas.openxmlformats.org/officeDocument/2006/relationships/image" Target="../media/image58.wmf"/><Relationship Id="rId2" Type="http://schemas.openxmlformats.org/officeDocument/2006/relationships/image" Target="../media/image43.wmf"/><Relationship Id="rId16" Type="http://schemas.openxmlformats.org/officeDocument/2006/relationships/image" Target="../media/image57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11" Type="http://schemas.openxmlformats.org/officeDocument/2006/relationships/image" Target="../media/image52.wmf"/><Relationship Id="rId5" Type="http://schemas.openxmlformats.org/officeDocument/2006/relationships/image" Target="../media/image46.wmf"/><Relationship Id="rId15" Type="http://schemas.openxmlformats.org/officeDocument/2006/relationships/image" Target="../media/image56.wmf"/><Relationship Id="rId10" Type="http://schemas.openxmlformats.org/officeDocument/2006/relationships/image" Target="../media/image51.wmf"/><Relationship Id="rId19" Type="http://schemas.openxmlformats.org/officeDocument/2006/relationships/image" Target="../media/image60.wmf"/><Relationship Id="rId4" Type="http://schemas.openxmlformats.org/officeDocument/2006/relationships/image" Target="../media/image45.wmf"/><Relationship Id="rId9" Type="http://schemas.openxmlformats.org/officeDocument/2006/relationships/image" Target="../media/image50.wmf"/><Relationship Id="rId14" Type="http://schemas.openxmlformats.org/officeDocument/2006/relationships/image" Target="../media/image5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10" Type="http://schemas.openxmlformats.org/officeDocument/2006/relationships/image" Target="../media/image76.wmf"/><Relationship Id="rId4" Type="http://schemas.openxmlformats.org/officeDocument/2006/relationships/image" Target="../media/image70.wmf"/><Relationship Id="rId9" Type="http://schemas.openxmlformats.org/officeDocument/2006/relationships/image" Target="../media/image75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image" Target="../media/image79.wmf"/><Relationship Id="rId7" Type="http://schemas.openxmlformats.org/officeDocument/2006/relationships/image" Target="../media/image83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11" Type="http://schemas.openxmlformats.org/officeDocument/2006/relationships/image" Target="../media/image87.wmf"/><Relationship Id="rId5" Type="http://schemas.openxmlformats.org/officeDocument/2006/relationships/image" Target="../media/image81.wmf"/><Relationship Id="rId10" Type="http://schemas.openxmlformats.org/officeDocument/2006/relationships/image" Target="../media/image86.wmf"/><Relationship Id="rId4" Type="http://schemas.openxmlformats.org/officeDocument/2006/relationships/image" Target="../media/image80.wmf"/><Relationship Id="rId9" Type="http://schemas.openxmlformats.org/officeDocument/2006/relationships/image" Target="../media/image85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1BDA3-541C-4CDA-A3F1-58E2109967DC}" type="datetimeFigureOut">
              <a:rPr lang="zh-CN" altLang="en-US" smtClean="0"/>
              <a:pPr/>
              <a:t>2023/12/22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37B26-A6BE-4844-AF0E-645B86D3824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0B488-D24C-46C9-B384-EB1CDFD2B0DE}" type="datetimeFigureOut">
              <a:rPr lang="zh-CN" altLang="en-US" smtClean="0"/>
              <a:pPr/>
              <a:t>2023/12/22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91F1-5B86-49E8-8CE8-70BCA3A22D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0B488-D24C-46C9-B384-EB1CDFD2B0DE}" type="datetimeFigureOut">
              <a:rPr lang="zh-CN" altLang="en-US" smtClean="0"/>
              <a:pPr/>
              <a:t>2023/12/22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91F1-5B86-49E8-8CE8-70BCA3A22D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0B488-D24C-46C9-B384-EB1CDFD2B0DE}" type="datetimeFigureOut">
              <a:rPr lang="zh-CN" altLang="en-US" smtClean="0"/>
              <a:pPr/>
              <a:t>2023/12/22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91F1-5B86-49E8-8CE8-70BCA3A22D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0B488-D24C-46C9-B384-EB1CDFD2B0DE}" type="datetimeFigureOut">
              <a:rPr lang="zh-CN" altLang="en-US" smtClean="0"/>
              <a:pPr/>
              <a:t>2023/12/22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91F1-5B86-49E8-8CE8-70BCA3A22D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0B488-D24C-46C9-B384-EB1CDFD2B0DE}" type="datetimeFigureOut">
              <a:rPr lang="zh-CN" altLang="en-US" smtClean="0"/>
              <a:pPr/>
              <a:t>2023/12/22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91F1-5B86-49E8-8CE8-70BCA3A22D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0B488-D24C-46C9-B384-EB1CDFD2B0DE}" type="datetimeFigureOut">
              <a:rPr lang="zh-CN" altLang="en-US" smtClean="0"/>
              <a:pPr/>
              <a:t>2023/12/22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91F1-5B86-49E8-8CE8-70BCA3A22D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0B488-D24C-46C9-B384-EB1CDFD2B0DE}" type="datetimeFigureOut">
              <a:rPr lang="zh-CN" altLang="en-US" smtClean="0"/>
              <a:pPr/>
              <a:t>2023/12/22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91F1-5B86-49E8-8CE8-70BCA3A22D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0B488-D24C-46C9-B384-EB1CDFD2B0DE}" type="datetimeFigureOut">
              <a:rPr lang="zh-CN" altLang="en-US" smtClean="0"/>
              <a:pPr/>
              <a:t>2023/12/22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91F1-5B86-49E8-8CE8-70BCA3A22D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0B488-D24C-46C9-B384-EB1CDFD2B0DE}" type="datetimeFigureOut">
              <a:rPr lang="zh-CN" altLang="en-US" smtClean="0"/>
              <a:pPr/>
              <a:t>2023/12/22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91F1-5B86-49E8-8CE8-70BCA3A22D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0B488-D24C-46C9-B384-EB1CDFD2B0DE}" type="datetimeFigureOut">
              <a:rPr lang="zh-CN" altLang="en-US" smtClean="0"/>
              <a:pPr/>
              <a:t>2023/12/22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91F1-5B86-49E8-8CE8-70BCA3A22D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0B488-D24C-46C9-B384-EB1CDFD2B0DE}" type="datetimeFigureOut">
              <a:rPr lang="zh-CN" altLang="en-US" smtClean="0"/>
              <a:pPr/>
              <a:t>2023/12/22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91F1-5B86-49E8-8CE8-70BCA3A22D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0B488-D24C-46C9-B384-EB1CDFD2B0DE}" type="datetimeFigureOut">
              <a:rPr lang="zh-CN" altLang="en-US" smtClean="0"/>
              <a:pPr/>
              <a:t>2023/12/22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C91F1-5B86-49E8-8CE8-70BCA3A22D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20.wmf"/><Relationship Id="rId26" Type="http://schemas.openxmlformats.org/officeDocument/2006/relationships/image" Target="../media/image24.wmf"/><Relationship Id="rId3" Type="http://schemas.openxmlformats.org/officeDocument/2006/relationships/oleObject" Target="../embeddings/oleObject13.bin"/><Relationship Id="rId21" Type="http://schemas.openxmlformats.org/officeDocument/2006/relationships/oleObject" Target="../embeddings/oleObject22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20.bin"/><Relationship Id="rId25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9.wmf"/><Relationship Id="rId20" Type="http://schemas.openxmlformats.org/officeDocument/2006/relationships/image" Target="../media/image21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7.bin"/><Relationship Id="rId24" Type="http://schemas.openxmlformats.org/officeDocument/2006/relationships/image" Target="../media/image23.wmf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23" Type="http://schemas.openxmlformats.org/officeDocument/2006/relationships/oleObject" Target="../embeddings/oleObject23.bin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21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18.wmf"/><Relationship Id="rId22" Type="http://schemas.openxmlformats.org/officeDocument/2006/relationships/image" Target="../media/image2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2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20" Type="http://schemas.openxmlformats.org/officeDocument/2006/relationships/image" Target="../media/image33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28.w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0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8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9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0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1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7.bin"/><Relationship Id="rId18" Type="http://schemas.openxmlformats.org/officeDocument/2006/relationships/image" Target="../media/image49.wmf"/><Relationship Id="rId26" Type="http://schemas.openxmlformats.org/officeDocument/2006/relationships/image" Target="../media/image53.wmf"/><Relationship Id="rId39" Type="http://schemas.openxmlformats.org/officeDocument/2006/relationships/oleObject" Target="../embeddings/oleObject60.bin"/><Relationship Id="rId21" Type="http://schemas.openxmlformats.org/officeDocument/2006/relationships/oleObject" Target="../embeddings/oleObject51.bin"/><Relationship Id="rId34" Type="http://schemas.openxmlformats.org/officeDocument/2006/relationships/image" Target="../media/image57.wmf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49.bin"/><Relationship Id="rId25" Type="http://schemas.openxmlformats.org/officeDocument/2006/relationships/oleObject" Target="../embeddings/oleObject53.bin"/><Relationship Id="rId33" Type="http://schemas.openxmlformats.org/officeDocument/2006/relationships/oleObject" Target="../embeddings/oleObject57.bin"/><Relationship Id="rId38" Type="http://schemas.openxmlformats.org/officeDocument/2006/relationships/image" Target="../media/image5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.wmf"/><Relationship Id="rId20" Type="http://schemas.openxmlformats.org/officeDocument/2006/relationships/image" Target="../media/image50.wmf"/><Relationship Id="rId29" Type="http://schemas.openxmlformats.org/officeDocument/2006/relationships/oleObject" Target="../embeddings/oleObject55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6.bin"/><Relationship Id="rId24" Type="http://schemas.openxmlformats.org/officeDocument/2006/relationships/image" Target="../media/image52.wmf"/><Relationship Id="rId32" Type="http://schemas.openxmlformats.org/officeDocument/2006/relationships/image" Target="../media/image56.wmf"/><Relationship Id="rId37" Type="http://schemas.openxmlformats.org/officeDocument/2006/relationships/oleObject" Target="../embeddings/oleObject59.bin"/><Relationship Id="rId40" Type="http://schemas.openxmlformats.org/officeDocument/2006/relationships/image" Target="../media/image60.wmf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23" Type="http://schemas.openxmlformats.org/officeDocument/2006/relationships/oleObject" Target="../embeddings/oleObject52.bin"/><Relationship Id="rId28" Type="http://schemas.openxmlformats.org/officeDocument/2006/relationships/image" Target="../media/image54.wmf"/><Relationship Id="rId36" Type="http://schemas.openxmlformats.org/officeDocument/2006/relationships/image" Target="../media/image58.wmf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50.bin"/><Relationship Id="rId31" Type="http://schemas.openxmlformats.org/officeDocument/2006/relationships/oleObject" Target="../embeddings/oleObject56.bin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47.wmf"/><Relationship Id="rId22" Type="http://schemas.openxmlformats.org/officeDocument/2006/relationships/image" Target="../media/image51.wmf"/><Relationship Id="rId27" Type="http://schemas.openxmlformats.org/officeDocument/2006/relationships/oleObject" Target="../embeddings/oleObject54.bin"/><Relationship Id="rId30" Type="http://schemas.openxmlformats.org/officeDocument/2006/relationships/image" Target="../media/image55.wmf"/><Relationship Id="rId35" Type="http://schemas.openxmlformats.org/officeDocument/2006/relationships/oleObject" Target="../embeddings/oleObject58.bin"/><Relationship Id="rId8" Type="http://schemas.openxmlformats.org/officeDocument/2006/relationships/image" Target="../media/image44.wmf"/><Relationship Id="rId3" Type="http://schemas.openxmlformats.org/officeDocument/2006/relationships/oleObject" Target="../embeddings/oleObject4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66.bin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6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66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72.bin"/><Relationship Id="rId18" Type="http://schemas.openxmlformats.org/officeDocument/2006/relationships/image" Target="../media/image74.wmf"/><Relationship Id="rId3" Type="http://schemas.openxmlformats.org/officeDocument/2006/relationships/oleObject" Target="../embeddings/oleObject67.bin"/><Relationship Id="rId21" Type="http://schemas.openxmlformats.org/officeDocument/2006/relationships/oleObject" Target="../embeddings/oleObject76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71.wmf"/><Relationship Id="rId17" Type="http://schemas.openxmlformats.org/officeDocument/2006/relationships/oleObject" Target="../embeddings/oleObject7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3.wmf"/><Relationship Id="rId20" Type="http://schemas.openxmlformats.org/officeDocument/2006/relationships/image" Target="../media/image75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5" Type="http://schemas.openxmlformats.org/officeDocument/2006/relationships/oleObject" Target="../embeddings/oleObject73.bin"/><Relationship Id="rId10" Type="http://schemas.openxmlformats.org/officeDocument/2006/relationships/image" Target="../media/image70.wmf"/><Relationship Id="rId19" Type="http://schemas.openxmlformats.org/officeDocument/2006/relationships/oleObject" Target="../embeddings/oleObject75.bin"/><Relationship Id="rId4" Type="http://schemas.openxmlformats.org/officeDocument/2006/relationships/image" Target="../media/image67.w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72.wmf"/><Relationship Id="rId22" Type="http://schemas.openxmlformats.org/officeDocument/2006/relationships/image" Target="../media/image76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82.bin"/><Relationship Id="rId18" Type="http://schemas.openxmlformats.org/officeDocument/2006/relationships/image" Target="../media/image83.wmf"/><Relationship Id="rId26" Type="http://schemas.openxmlformats.org/officeDocument/2006/relationships/image" Target="../media/image87.wmf"/><Relationship Id="rId3" Type="http://schemas.openxmlformats.org/officeDocument/2006/relationships/oleObject" Target="../embeddings/oleObject77.bin"/><Relationship Id="rId21" Type="http://schemas.openxmlformats.org/officeDocument/2006/relationships/oleObject" Target="../embeddings/oleObject87.bin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81.wmf"/><Relationship Id="rId17" Type="http://schemas.openxmlformats.org/officeDocument/2006/relationships/oleObject" Target="../embeddings/oleObject85.bin"/><Relationship Id="rId25" Type="http://schemas.openxmlformats.org/officeDocument/2006/relationships/oleObject" Target="../embeddings/oleObject89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4.bin"/><Relationship Id="rId20" Type="http://schemas.openxmlformats.org/officeDocument/2006/relationships/image" Target="../media/image84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81.bin"/><Relationship Id="rId24" Type="http://schemas.openxmlformats.org/officeDocument/2006/relationships/image" Target="../media/image86.wmf"/><Relationship Id="rId5" Type="http://schemas.openxmlformats.org/officeDocument/2006/relationships/oleObject" Target="../embeddings/oleObject78.bin"/><Relationship Id="rId15" Type="http://schemas.openxmlformats.org/officeDocument/2006/relationships/oleObject" Target="../embeddings/oleObject83.bin"/><Relationship Id="rId23" Type="http://schemas.openxmlformats.org/officeDocument/2006/relationships/oleObject" Target="../embeddings/oleObject88.bin"/><Relationship Id="rId10" Type="http://schemas.openxmlformats.org/officeDocument/2006/relationships/image" Target="../media/image80.wmf"/><Relationship Id="rId19" Type="http://schemas.openxmlformats.org/officeDocument/2006/relationships/oleObject" Target="../embeddings/oleObject86.bin"/><Relationship Id="rId4" Type="http://schemas.openxmlformats.org/officeDocument/2006/relationships/image" Target="../media/image77.wmf"/><Relationship Id="rId9" Type="http://schemas.openxmlformats.org/officeDocument/2006/relationships/oleObject" Target="../embeddings/oleObject80.bin"/><Relationship Id="rId14" Type="http://schemas.openxmlformats.org/officeDocument/2006/relationships/image" Target="../media/image82.wmf"/><Relationship Id="rId22" Type="http://schemas.openxmlformats.org/officeDocument/2006/relationships/image" Target="../media/image85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9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88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90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91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92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94.wmf"/><Relationship Id="rId5" Type="http://schemas.openxmlformats.org/officeDocument/2006/relationships/oleObject" Target="../embeddings/oleObject98.bin"/><Relationship Id="rId4" Type="http://schemas.openxmlformats.org/officeDocument/2006/relationships/image" Target="../media/image93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95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7"/>
          <p:cNvSpPr>
            <a:spLocks noChangeArrowheads="1"/>
          </p:cNvSpPr>
          <p:nvPr/>
        </p:nvSpPr>
        <p:spPr bwMode="auto">
          <a:xfrm>
            <a:off x="2843808" y="156082"/>
            <a:ext cx="409919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solidFill>
                  <a:srgbClr val="470EAE"/>
                </a:solidFill>
                <a:latin typeface="黑体" pitchFamily="49" charset="-122"/>
                <a:ea typeface="黑体" pitchFamily="49" charset="-122"/>
              </a:rPr>
              <a:t>第一部分 极限与连续</a:t>
            </a:r>
          </a:p>
        </p:txBody>
      </p:sp>
      <p:sp>
        <p:nvSpPr>
          <p:cNvPr id="84995" name="TextBox 4"/>
          <p:cNvSpPr txBox="1">
            <a:spLocks noChangeArrowheads="1"/>
          </p:cNvSpPr>
          <p:nvPr/>
        </p:nvSpPr>
        <p:spPr bwMode="auto">
          <a:xfrm>
            <a:off x="250825" y="1455861"/>
            <a:ext cx="37433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黑体" pitchFamily="49" charset="-122"/>
                <a:ea typeface="黑体" pitchFamily="49" charset="-122"/>
                <a:cs typeface="Verdana" pitchFamily="34" charset="0"/>
              </a:rPr>
              <a:t>常用的求极限方法有</a:t>
            </a:r>
            <a:r>
              <a:rPr lang="en-US" altLang="zh-CN" sz="24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9</a:t>
            </a:r>
            <a:r>
              <a:rPr lang="zh-CN" altLang="en-US" sz="24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种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  <a:cs typeface="Verdana" pitchFamily="34" charset="0"/>
              </a:rPr>
              <a:t>：</a:t>
            </a:r>
          </a:p>
        </p:txBody>
      </p:sp>
      <p:sp>
        <p:nvSpPr>
          <p:cNvPr id="84996" name="TextBox 5"/>
          <p:cNvSpPr txBox="1">
            <a:spLocks noChangeArrowheads="1"/>
          </p:cNvSpPr>
          <p:nvPr/>
        </p:nvSpPr>
        <p:spPr bwMode="auto">
          <a:xfrm>
            <a:off x="2778125" y="2040061"/>
            <a:ext cx="32988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1.</a:t>
            </a:r>
            <a:r>
              <a:rPr lang="zh-CN" altLang="en-US" sz="24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利用基本极限求极限</a:t>
            </a:r>
          </a:p>
        </p:txBody>
      </p:sp>
      <p:sp>
        <p:nvSpPr>
          <p:cNvPr id="84997" name="TextBox 6"/>
          <p:cNvSpPr txBox="1">
            <a:spLocks noChangeArrowheads="1"/>
          </p:cNvSpPr>
          <p:nvPr/>
        </p:nvSpPr>
        <p:spPr bwMode="auto">
          <a:xfrm>
            <a:off x="2798763" y="2608386"/>
            <a:ext cx="4227512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2.</a:t>
            </a:r>
            <a:r>
              <a:rPr lang="zh-CN" altLang="en-US" sz="24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利用等价无穷小代换求极限</a:t>
            </a:r>
          </a:p>
        </p:txBody>
      </p:sp>
      <p:sp>
        <p:nvSpPr>
          <p:cNvPr id="84998" name="TextBox 7"/>
          <p:cNvSpPr txBox="1">
            <a:spLocks noChangeArrowheads="1"/>
          </p:cNvSpPr>
          <p:nvPr/>
        </p:nvSpPr>
        <p:spPr bwMode="auto">
          <a:xfrm>
            <a:off x="2771775" y="3745036"/>
            <a:ext cx="3898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4.</a:t>
            </a:r>
            <a:r>
              <a:rPr lang="zh-CN" altLang="en-US" sz="24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利用有理运算法则求极限</a:t>
            </a:r>
          </a:p>
        </p:txBody>
      </p:sp>
      <p:sp>
        <p:nvSpPr>
          <p:cNvPr id="84999" name="TextBox 8"/>
          <p:cNvSpPr txBox="1">
            <a:spLocks noChangeArrowheads="1"/>
          </p:cNvSpPr>
          <p:nvPr/>
        </p:nvSpPr>
        <p:spPr bwMode="auto">
          <a:xfrm>
            <a:off x="2771775" y="4264149"/>
            <a:ext cx="35893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5.</a:t>
            </a:r>
            <a:r>
              <a:rPr lang="zh-CN" altLang="en-US" sz="24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利用洛必达法则求极限</a:t>
            </a:r>
          </a:p>
        </p:txBody>
      </p:sp>
      <p:sp>
        <p:nvSpPr>
          <p:cNvPr id="85000" name="TextBox 9"/>
          <p:cNvSpPr txBox="1">
            <a:spLocks noChangeArrowheads="1"/>
          </p:cNvSpPr>
          <p:nvPr/>
        </p:nvSpPr>
        <p:spPr bwMode="auto">
          <a:xfrm>
            <a:off x="2771775" y="4767386"/>
            <a:ext cx="32800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6.</a:t>
            </a:r>
            <a:r>
              <a:rPr lang="zh-CN" altLang="en-US" sz="2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利用泰勒公式求极限</a:t>
            </a:r>
          </a:p>
        </p:txBody>
      </p:sp>
      <p:sp>
        <p:nvSpPr>
          <p:cNvPr id="85001" name="TextBox 10"/>
          <p:cNvSpPr txBox="1">
            <a:spLocks noChangeArrowheads="1"/>
          </p:cNvSpPr>
          <p:nvPr/>
        </p:nvSpPr>
        <p:spPr bwMode="auto">
          <a:xfrm>
            <a:off x="2771775" y="5300786"/>
            <a:ext cx="32797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7.</a:t>
            </a:r>
            <a:r>
              <a:rPr lang="zh-CN" altLang="en-US" sz="24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利用夹逼原理求极限</a:t>
            </a:r>
          </a:p>
        </p:txBody>
      </p:sp>
      <p:sp>
        <p:nvSpPr>
          <p:cNvPr id="85002" name="TextBox 11"/>
          <p:cNvSpPr txBox="1">
            <a:spLocks noChangeArrowheads="1"/>
          </p:cNvSpPr>
          <p:nvPr/>
        </p:nvSpPr>
        <p:spPr bwMode="auto">
          <a:xfrm>
            <a:off x="2771775" y="5848474"/>
            <a:ext cx="3898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8.</a:t>
            </a:r>
            <a:r>
              <a:rPr lang="zh-CN" altLang="en-US" sz="24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利用单调有界准则求极限</a:t>
            </a:r>
          </a:p>
        </p:txBody>
      </p:sp>
      <p:sp>
        <p:nvSpPr>
          <p:cNvPr id="85003" name="TextBox 12"/>
          <p:cNvSpPr txBox="1">
            <a:spLocks noChangeArrowheads="1"/>
          </p:cNvSpPr>
          <p:nvPr/>
        </p:nvSpPr>
        <p:spPr bwMode="auto">
          <a:xfrm>
            <a:off x="2771775" y="6351711"/>
            <a:ext cx="35894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9.</a:t>
            </a:r>
            <a:r>
              <a:rPr lang="zh-CN" altLang="en-US" sz="2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利用定积分定义求极限</a:t>
            </a:r>
          </a:p>
        </p:txBody>
      </p:sp>
      <p:sp>
        <p:nvSpPr>
          <p:cNvPr id="85004" name="TextBox 13"/>
          <p:cNvSpPr txBox="1">
            <a:spLocks noChangeArrowheads="1"/>
          </p:cNvSpPr>
          <p:nvPr/>
        </p:nvSpPr>
        <p:spPr bwMode="auto">
          <a:xfrm>
            <a:off x="2813050" y="3186236"/>
            <a:ext cx="42084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3.</a:t>
            </a:r>
            <a:r>
              <a:rPr lang="zh-CN" altLang="en-US" sz="2400" b="1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Verdana" pitchFamily="34" charset="0"/>
              </a:rPr>
              <a:t>利用转化为幂指函数求极限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512" y="69269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470EAE"/>
                </a:solidFill>
                <a:latin typeface="黑体" pitchFamily="49" charset="-122"/>
                <a:ea typeface="黑体" pitchFamily="49" charset="-122"/>
              </a:rPr>
              <a:t>一、极限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80" name="TextBox 4"/>
          <p:cNvSpPr txBox="1">
            <a:spLocks noChangeArrowheads="1"/>
          </p:cNvSpPr>
          <p:nvPr/>
        </p:nvSpPr>
        <p:spPr bwMode="auto">
          <a:xfrm>
            <a:off x="395536" y="158725"/>
            <a:ext cx="30716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常用的基本极限</a:t>
            </a:r>
          </a:p>
        </p:txBody>
      </p:sp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71438" y="836712"/>
          <a:ext cx="9037637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7" name="Equation" r:id="rId3" imgW="4165560" imgH="419040" progId="Equation.DSMT4">
                  <p:embed/>
                </p:oleObj>
              </mc:Choice>
              <mc:Fallback>
                <p:oleObj name="Equation" r:id="rId3" imgW="4165560" imgH="419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8" y="836712"/>
                        <a:ext cx="9037637" cy="885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120650" y="1989237"/>
          <a:ext cx="4379913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8" name="Equation" r:id="rId5" imgW="2019240" imgH="304560" progId="Equation.DSMT4">
                  <p:embed/>
                </p:oleObj>
              </mc:Choice>
              <mc:Fallback>
                <p:oleObj name="Equation" r:id="rId5" imgW="2019240" imgH="3045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" y="1989237"/>
                        <a:ext cx="4379913" cy="64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165100" y="2209900"/>
          <a:ext cx="6638925" cy="244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9" name="Equation" r:id="rId7" imgW="3060360" imgH="1155600" progId="Equation.DSMT4">
                  <p:embed/>
                </p:oleObj>
              </mc:Choice>
              <mc:Fallback>
                <p:oleObj name="Equation" r:id="rId7" imgW="3060360" imgH="1155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" y="2209900"/>
                        <a:ext cx="6638925" cy="2443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179388" y="4292700"/>
          <a:ext cx="3609975" cy="209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0" name="Equation" r:id="rId9" imgW="1663560" imgH="990360" progId="Equation.DSMT4">
                  <p:embed/>
                </p:oleObj>
              </mc:Choice>
              <mc:Fallback>
                <p:oleObj name="Equation" r:id="rId9" imgW="1663560" imgH="9903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292700"/>
                        <a:ext cx="3609975" cy="2093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/>
        </p:nvGraphicFramePr>
        <p:xfrm>
          <a:off x="5494338" y="5207000"/>
          <a:ext cx="1763712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1" name="Equation" r:id="rId11" imgW="812520" imgH="228600" progId="Equation.DSMT4">
                  <p:embed/>
                </p:oleObj>
              </mc:Choice>
              <mc:Fallback>
                <p:oleObj name="Equation" r:id="rId11" imgW="81252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338" y="5207000"/>
                        <a:ext cx="1763712" cy="484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1" name="灯片编号占位符 10"/>
          <p:cNvSpPr>
            <a:spLocks noGrp="1"/>
          </p:cNvSpPr>
          <p:nvPr>
            <p:ph type="sldNum" sz="quarter" idx="12"/>
          </p:nvPr>
        </p:nvSpPr>
        <p:spPr>
          <a:xfrm>
            <a:off x="6553200" y="5996087"/>
            <a:ext cx="2133600" cy="365125"/>
          </a:xfrm>
          <a:noFill/>
        </p:spPr>
        <p:txBody>
          <a:bodyPr/>
          <a:lstStyle/>
          <a:p>
            <a:fld id="{F68E379C-DC68-4990-BEFD-32C0B53D979E}" type="slidenum">
              <a:rPr lang="en-US" altLang="zh-CN" smtClean="0">
                <a:ea typeface="宋体" charset="-122"/>
              </a:rPr>
              <a:pPr/>
              <a:t>2</a:t>
            </a:fld>
            <a:endParaRPr lang="en-US" altLang="zh-CN"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79388" y="93197"/>
            <a:ext cx="30716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等价无穷小代换</a:t>
            </a:r>
          </a:p>
        </p:txBody>
      </p:sp>
      <p:grpSp>
        <p:nvGrpSpPr>
          <p:cNvPr id="2" name="组合 19"/>
          <p:cNvGrpSpPr>
            <a:grpSpLocks/>
          </p:cNvGrpSpPr>
          <p:nvPr/>
        </p:nvGrpSpPr>
        <p:grpSpPr bwMode="auto">
          <a:xfrm>
            <a:off x="396875" y="744538"/>
            <a:ext cx="5356225" cy="800100"/>
            <a:chOff x="396875" y="744538"/>
            <a:chExt cx="5356225" cy="800100"/>
          </a:xfrm>
        </p:grpSpPr>
        <p:graphicFrame>
          <p:nvGraphicFramePr>
            <p:cNvPr id="5" name="Object 14"/>
            <p:cNvGraphicFramePr>
              <a:graphicFrameLocks noChangeAspect="1"/>
            </p:cNvGraphicFramePr>
            <p:nvPr/>
          </p:nvGraphicFramePr>
          <p:xfrm>
            <a:off x="1400175" y="949325"/>
            <a:ext cx="1866900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47" name="公式" r:id="rId3" imgW="1866900" imgH="368300" progId="">
                    <p:embed/>
                  </p:oleObj>
                </mc:Choice>
                <mc:Fallback>
                  <p:oleObj name="公式" r:id="rId3" imgW="1866900" imgH="368300" progId="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0175" y="949325"/>
                          <a:ext cx="1866900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13"/>
            <p:cNvGraphicFramePr>
              <a:graphicFrameLocks noChangeAspect="1"/>
            </p:cNvGraphicFramePr>
            <p:nvPr/>
          </p:nvGraphicFramePr>
          <p:xfrm>
            <a:off x="3914775" y="744538"/>
            <a:ext cx="1838325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48" name="公式" r:id="rId5" imgW="1841500" imgH="800100" progId="">
                    <p:embed/>
                  </p:oleObj>
                </mc:Choice>
                <mc:Fallback>
                  <p:oleObj name="公式" r:id="rId5" imgW="1841500" imgH="800100" progId="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4775" y="744538"/>
                          <a:ext cx="1838325" cy="800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3" name="Rectangle 15"/>
            <p:cNvSpPr>
              <a:spLocks noChangeArrowheads="1"/>
            </p:cNvSpPr>
            <p:nvPr/>
          </p:nvSpPr>
          <p:spPr bwMode="auto">
            <a:xfrm>
              <a:off x="396875" y="846138"/>
              <a:ext cx="9525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1) </a:t>
              </a:r>
              <a:r>
                <a:rPr lang="zh-CN" altLang="en-US" sz="2400" b="1"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若</a:t>
              </a:r>
              <a:endParaRPr lang="zh-CN" altLang="en-US" sz="2400">
                <a:latin typeface="黑体" pitchFamily="49" charset="-122"/>
                <a:ea typeface="黑体" pitchFamily="49" charset="-122"/>
                <a:cs typeface="Times New Roman" pitchFamily="18" charset="0"/>
              </a:endParaRPr>
            </a:p>
          </p:txBody>
        </p:sp>
        <p:sp>
          <p:nvSpPr>
            <p:cNvPr id="47124" name="Rectangle 16"/>
            <p:cNvSpPr>
              <a:spLocks noChangeArrowheads="1"/>
            </p:cNvSpPr>
            <p:nvPr/>
          </p:nvSpPr>
          <p:spPr bwMode="auto">
            <a:xfrm>
              <a:off x="3267075" y="831850"/>
              <a:ext cx="79851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400" b="1"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则  </a:t>
              </a:r>
              <a:endParaRPr lang="zh-CN" altLang="en-US" sz="2400">
                <a:latin typeface="黑体" pitchFamily="49" charset="-122"/>
                <a:ea typeface="黑体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3" name="组合 20"/>
          <p:cNvGrpSpPr>
            <a:grpSpLocks/>
          </p:cNvGrpSpPr>
          <p:nvPr/>
        </p:nvGrpSpPr>
        <p:grpSpPr bwMode="auto">
          <a:xfrm>
            <a:off x="395288" y="1536700"/>
            <a:ext cx="7912100" cy="1028700"/>
            <a:chOff x="395288" y="1536700"/>
            <a:chExt cx="7912100" cy="1028700"/>
          </a:xfrm>
        </p:grpSpPr>
        <p:graphicFrame>
          <p:nvGraphicFramePr>
            <p:cNvPr id="9" name="Object 19"/>
            <p:cNvGraphicFramePr>
              <a:graphicFrameLocks noChangeAspect="1"/>
            </p:cNvGraphicFramePr>
            <p:nvPr/>
          </p:nvGraphicFramePr>
          <p:xfrm>
            <a:off x="1322388" y="1741488"/>
            <a:ext cx="1914525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49" name="公式" r:id="rId7" imgW="1917700" imgH="368300" progId="">
                    <p:embed/>
                  </p:oleObj>
                </mc:Choice>
                <mc:Fallback>
                  <p:oleObj name="公式" r:id="rId7" imgW="1917700" imgH="368300" progId="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2388" y="1741488"/>
                          <a:ext cx="1914525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8"/>
            <p:cNvGraphicFramePr>
              <a:graphicFrameLocks noChangeAspect="1"/>
            </p:cNvGraphicFramePr>
            <p:nvPr/>
          </p:nvGraphicFramePr>
          <p:xfrm>
            <a:off x="3771900" y="1536700"/>
            <a:ext cx="1905000" cy="1028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0" name="公式" r:id="rId9" imgW="1905000" imgH="1028700" progId="">
                    <p:embed/>
                  </p:oleObj>
                </mc:Choice>
                <mc:Fallback>
                  <p:oleObj name="公式" r:id="rId9" imgW="1905000" imgH="1028700" progId="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1900" y="1536700"/>
                          <a:ext cx="1905000" cy="1028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7"/>
            <p:cNvGraphicFramePr>
              <a:graphicFrameLocks noChangeAspect="1"/>
            </p:cNvGraphicFramePr>
            <p:nvPr/>
          </p:nvGraphicFramePr>
          <p:xfrm>
            <a:off x="6249988" y="1752600"/>
            <a:ext cx="2057400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1" name="公式" r:id="rId11" imgW="2057400" imgH="368300" progId="">
                    <p:embed/>
                  </p:oleObj>
                </mc:Choice>
                <mc:Fallback>
                  <p:oleObj name="公式" r:id="rId11" imgW="2057400" imgH="368300" progId="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9988" y="1752600"/>
                          <a:ext cx="2057400" cy="3714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0" name="Rectangle 20"/>
            <p:cNvSpPr>
              <a:spLocks noChangeArrowheads="1"/>
            </p:cNvSpPr>
            <p:nvPr/>
          </p:nvSpPr>
          <p:spPr bwMode="auto">
            <a:xfrm>
              <a:off x="395288" y="1638300"/>
              <a:ext cx="9525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2) </a:t>
              </a:r>
              <a:r>
                <a:rPr lang="zh-CN" altLang="en-US" sz="2400" b="1"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若</a:t>
              </a:r>
              <a:endParaRPr lang="zh-CN" altLang="en-US" sz="2400">
                <a:latin typeface="黑体" pitchFamily="49" charset="-122"/>
                <a:ea typeface="黑体" pitchFamily="49" charset="-122"/>
                <a:cs typeface="Times New Roman" pitchFamily="18" charset="0"/>
              </a:endParaRPr>
            </a:p>
          </p:txBody>
        </p:sp>
        <p:sp>
          <p:nvSpPr>
            <p:cNvPr id="47121" name="Rectangle 21"/>
            <p:cNvSpPr>
              <a:spLocks noChangeArrowheads="1"/>
            </p:cNvSpPr>
            <p:nvPr/>
          </p:nvSpPr>
          <p:spPr bwMode="auto">
            <a:xfrm>
              <a:off x="3230563" y="1638300"/>
              <a:ext cx="49053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400" b="1"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且</a:t>
              </a:r>
              <a:endParaRPr lang="zh-CN" altLang="en-US" sz="2400">
                <a:latin typeface="黑体" pitchFamily="49" charset="-122"/>
                <a:ea typeface="黑体" pitchFamily="49" charset="-122"/>
                <a:cs typeface="Times New Roman" pitchFamily="18" charset="0"/>
              </a:endParaRPr>
            </a:p>
          </p:txBody>
        </p:sp>
        <p:sp>
          <p:nvSpPr>
            <p:cNvPr id="47122" name="Rectangle 22"/>
            <p:cNvSpPr>
              <a:spLocks noChangeArrowheads="1"/>
            </p:cNvSpPr>
            <p:nvPr/>
          </p:nvSpPr>
          <p:spPr bwMode="auto">
            <a:xfrm>
              <a:off x="5715000" y="1638300"/>
              <a:ext cx="49053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400" b="1"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则</a:t>
              </a:r>
              <a:endParaRPr lang="zh-CN" altLang="en-US" sz="2400">
                <a:latin typeface="黑体" pitchFamily="49" charset="-122"/>
                <a:ea typeface="黑体" pitchFamily="49" charset="-122"/>
                <a:cs typeface="Times New Roman" pitchFamily="18" charset="0"/>
              </a:endParaRPr>
            </a:p>
          </p:txBody>
        </p:sp>
      </p:grpSp>
      <p:sp>
        <p:nvSpPr>
          <p:cNvPr id="15" name="Rectangle 23"/>
          <p:cNvSpPr>
            <a:spLocks noChangeArrowheads="1"/>
          </p:cNvSpPr>
          <p:nvPr/>
        </p:nvSpPr>
        <p:spPr bwMode="auto">
          <a:xfrm>
            <a:off x="179388" y="2318103"/>
            <a:ext cx="27109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3.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无穷小的性质</a:t>
            </a:r>
          </a:p>
        </p:txBody>
      </p:sp>
      <p:sp>
        <p:nvSpPr>
          <p:cNvPr id="16" name="Rectangle 24"/>
          <p:cNvSpPr>
            <a:spLocks noChangeArrowheads="1"/>
          </p:cNvSpPr>
          <p:nvPr/>
        </p:nvSpPr>
        <p:spPr bwMode="auto">
          <a:xfrm>
            <a:off x="179388" y="3502844"/>
            <a:ext cx="50879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400" b="1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400" b="1">
                <a:latin typeface="黑体" pitchFamily="49" charset="-122"/>
                <a:ea typeface="黑体" pitchFamily="49" charset="-122"/>
              </a:rPr>
              <a:t>）有限个无穷小的积仍是无穷小</a:t>
            </a:r>
            <a:r>
              <a:rPr lang="en-US" altLang="zh-CN" sz="2400" b="1">
                <a:latin typeface="黑体" pitchFamily="49" charset="-122"/>
                <a:ea typeface="黑体" pitchFamily="49" charset="-122"/>
              </a:rPr>
              <a:t>.</a:t>
            </a:r>
          </a:p>
        </p:txBody>
      </p:sp>
      <p:sp>
        <p:nvSpPr>
          <p:cNvPr id="17" name="Rectangle 25"/>
          <p:cNvSpPr>
            <a:spLocks noChangeArrowheads="1"/>
          </p:cNvSpPr>
          <p:nvPr/>
        </p:nvSpPr>
        <p:spPr bwMode="auto">
          <a:xfrm>
            <a:off x="179388" y="2926581"/>
            <a:ext cx="50879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400" b="1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400" b="1">
                <a:latin typeface="黑体" pitchFamily="49" charset="-122"/>
                <a:ea typeface="黑体" pitchFamily="49" charset="-122"/>
              </a:rPr>
              <a:t>）有限个无穷小的和仍是无穷小</a:t>
            </a:r>
            <a:r>
              <a:rPr lang="en-US" altLang="zh-CN" sz="2400" b="1">
                <a:latin typeface="黑体" pitchFamily="49" charset="-122"/>
                <a:ea typeface="黑体" pitchFamily="49" charset="-122"/>
              </a:rPr>
              <a:t>.</a:t>
            </a:r>
          </a:p>
        </p:txBody>
      </p:sp>
      <p:sp>
        <p:nvSpPr>
          <p:cNvPr id="18" name="Rectangle 26"/>
          <p:cNvSpPr>
            <a:spLocks noChangeArrowheads="1"/>
          </p:cNvSpPr>
          <p:nvPr/>
        </p:nvSpPr>
        <p:spPr bwMode="auto">
          <a:xfrm>
            <a:off x="188913" y="4079106"/>
            <a:ext cx="57007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400" b="1"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2400" b="1">
                <a:latin typeface="黑体" pitchFamily="49" charset="-122"/>
                <a:ea typeface="黑体" pitchFamily="49" charset="-122"/>
              </a:rPr>
              <a:t>）无穷小量与有界量的积仍是无穷小</a:t>
            </a:r>
            <a:r>
              <a:rPr lang="en-US" altLang="zh-CN" sz="2400" b="1">
                <a:latin typeface="黑体" pitchFamily="49" charset="-122"/>
                <a:ea typeface="黑体" pitchFamily="49" charset="-122"/>
              </a:rPr>
              <a:t>.</a:t>
            </a:r>
          </a:p>
        </p:txBody>
      </p:sp>
      <p:sp>
        <p:nvSpPr>
          <p:cNvPr id="19" name="Rectangle 30"/>
          <p:cNvSpPr>
            <a:spLocks noChangeArrowheads="1"/>
          </p:cNvSpPr>
          <p:nvPr/>
        </p:nvSpPr>
        <p:spPr bwMode="auto">
          <a:xfrm>
            <a:off x="107950" y="4725219"/>
            <a:ext cx="49799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注：</a:t>
            </a:r>
            <a:r>
              <a:rPr lang="zh-CN" altLang="en-US" sz="2400" b="1">
                <a:latin typeface="黑体" pitchFamily="49" charset="-122"/>
                <a:ea typeface="黑体" pitchFamily="49" charset="-122"/>
                <a:cs typeface="Times New Roman" pitchFamily="18" charset="0"/>
              </a:rPr>
              <a:t>前两条中的</a:t>
            </a:r>
            <a:r>
              <a:rPr lang="zh-CN" altLang="en-US" sz="24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有限</a:t>
            </a:r>
            <a:r>
              <a:rPr lang="zh-CN" altLang="en-US" sz="2400" b="1">
                <a:latin typeface="黑体" pitchFamily="49" charset="-122"/>
                <a:ea typeface="黑体" pitchFamily="49" charset="-122"/>
                <a:cs typeface="Times New Roman" pitchFamily="18" charset="0"/>
              </a:rPr>
              <a:t>两个字不能少</a:t>
            </a:r>
            <a:endParaRPr lang="zh-CN" altLang="en-US" sz="2400"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47119" name="灯片编号占位符 19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F5E43B-7F59-4490-AE23-AE10C8E015AB}" type="slidenum">
              <a:rPr lang="en-US" altLang="zh-CN" smtClean="0">
                <a:ea typeface="宋体" charset="-122"/>
              </a:rPr>
              <a:pPr/>
              <a:t>3</a:t>
            </a:fld>
            <a:endParaRPr lang="en-US" altLang="zh-CN">
              <a:ea typeface="宋体" charset="-122"/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107504" y="5954519"/>
            <a:ext cx="487505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5.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无穷大量与无界变量的关系</a:t>
            </a:r>
            <a:endParaRPr lang="zh-CN" altLang="en-US" sz="28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4818063" y="5954985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无穷大量</a:t>
            </a:r>
            <a:endParaRPr lang="zh-CN" altLang="en-US" sz="2400">
              <a:solidFill>
                <a:srgbClr val="0000FF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graphicFrame>
        <p:nvGraphicFramePr>
          <p:cNvPr id="23" name="Object 9"/>
          <p:cNvGraphicFramePr>
            <a:graphicFrameLocks noChangeAspect="1"/>
          </p:cNvGraphicFramePr>
          <p:nvPr/>
        </p:nvGraphicFramePr>
        <p:xfrm>
          <a:off x="6351588" y="6083572"/>
          <a:ext cx="342900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2" name="公式" r:id="rId13" imgW="342603" imgH="215713" progId="">
                  <p:embed/>
                </p:oleObj>
              </mc:Choice>
              <mc:Fallback>
                <p:oleObj name="公式" r:id="rId13" imgW="342603" imgH="215713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588" y="6083572"/>
                        <a:ext cx="342900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0"/>
          <p:cNvSpPr>
            <a:spLocks noChangeArrowheads="1"/>
          </p:cNvSpPr>
          <p:nvPr/>
        </p:nvSpPr>
        <p:spPr bwMode="auto">
          <a:xfrm>
            <a:off x="6762750" y="5942285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无界变量</a:t>
            </a:r>
            <a:endParaRPr lang="zh-CN" altLang="en-US" sz="2400">
              <a:solidFill>
                <a:srgbClr val="0000FF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graphicFrame>
        <p:nvGraphicFramePr>
          <p:cNvPr id="25" name="Object 11"/>
          <p:cNvGraphicFramePr>
            <a:graphicFrameLocks noChangeAspect="1"/>
          </p:cNvGraphicFramePr>
          <p:nvPr/>
        </p:nvGraphicFramePr>
        <p:xfrm>
          <a:off x="6284913" y="6348685"/>
          <a:ext cx="41592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3" name="Equation" r:id="rId15" imgW="203040" imgH="139680" progId="Equation.DSMT4">
                  <p:embed/>
                </p:oleObj>
              </mc:Choice>
              <mc:Fallback>
                <p:oleObj name="Equation" r:id="rId15" imgW="203040" imgH="1396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4913" y="6348685"/>
                        <a:ext cx="415925" cy="32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直接连接符 29"/>
          <p:cNvCxnSpPr>
            <a:cxnSpLocks noChangeShapeType="1"/>
          </p:cNvCxnSpPr>
          <p:nvPr/>
        </p:nvCxnSpPr>
        <p:spPr bwMode="auto">
          <a:xfrm>
            <a:off x="6443663" y="6302647"/>
            <a:ext cx="215900" cy="36036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107504" y="5312822"/>
            <a:ext cx="235032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4.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小明星定理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19" grpId="0"/>
      <p:bldP spid="21" grpId="0"/>
      <p:bldP spid="22" grpId="0"/>
      <p:bldP spid="24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16" name="Rectangle 84"/>
          <p:cNvSpPr>
            <a:spLocks noChangeArrowheads="1"/>
          </p:cNvSpPr>
          <p:nvPr/>
        </p:nvSpPr>
        <p:spPr bwMode="auto">
          <a:xfrm>
            <a:off x="107950" y="109866"/>
            <a:ext cx="340830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6.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常用等价无穷小 </a:t>
            </a:r>
            <a:endParaRPr lang="zh-CN" altLang="en-US" sz="2800" dirty="0">
              <a:solidFill>
                <a:srgbClr val="FF0000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graphicFrame>
        <p:nvGraphicFramePr>
          <p:cNvPr id="95319" name="Object 87"/>
          <p:cNvGraphicFramePr>
            <a:graphicFrameLocks noChangeAspect="1"/>
          </p:cNvGraphicFramePr>
          <p:nvPr/>
        </p:nvGraphicFramePr>
        <p:xfrm>
          <a:off x="1079500" y="1393825"/>
          <a:ext cx="4695825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8" name="公式" r:id="rId3" imgW="4699000" imgH="279400" progId="">
                  <p:embed/>
                </p:oleObj>
              </mc:Choice>
              <mc:Fallback>
                <p:oleObj name="公式" r:id="rId3" imgW="4699000" imgH="279400" progId="">
                  <p:embed/>
                  <p:pic>
                    <p:nvPicPr>
                      <p:cNvPr id="0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1393825"/>
                        <a:ext cx="4695825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20" name="Object 88"/>
          <p:cNvGraphicFramePr>
            <a:graphicFrameLocks noChangeAspect="1"/>
          </p:cNvGraphicFramePr>
          <p:nvPr/>
        </p:nvGraphicFramePr>
        <p:xfrm>
          <a:off x="5813425" y="1322388"/>
          <a:ext cx="24669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9" name="公式" r:id="rId5" imgW="2476500" imgH="406400" progId="">
                  <p:embed/>
                </p:oleObj>
              </mc:Choice>
              <mc:Fallback>
                <p:oleObj name="公式" r:id="rId5" imgW="2476500" imgH="406400" progId="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3425" y="1322388"/>
                        <a:ext cx="2466975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21" name="Object 89"/>
          <p:cNvGraphicFramePr>
            <a:graphicFrameLocks noChangeAspect="1"/>
          </p:cNvGraphicFramePr>
          <p:nvPr/>
        </p:nvGraphicFramePr>
        <p:xfrm>
          <a:off x="1079500" y="1825625"/>
          <a:ext cx="20193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0" name="公式" r:id="rId7" imgW="2019300" imgH="723900" progId="">
                  <p:embed/>
                </p:oleObj>
              </mc:Choice>
              <mc:Fallback>
                <p:oleObj name="公式" r:id="rId7" imgW="2019300" imgH="723900" progId="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1825625"/>
                        <a:ext cx="2019300" cy="714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22" name="Object 90"/>
          <p:cNvGraphicFramePr>
            <a:graphicFrameLocks noChangeAspect="1"/>
          </p:cNvGraphicFramePr>
          <p:nvPr/>
        </p:nvGraphicFramePr>
        <p:xfrm>
          <a:off x="3441700" y="1970088"/>
          <a:ext cx="23907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1" name="公式" r:id="rId9" imgW="2387600" imgH="406400" progId="">
                  <p:embed/>
                </p:oleObj>
              </mc:Choice>
              <mc:Fallback>
                <p:oleObj name="公式" r:id="rId9" imgW="2387600" imgH="406400" progId="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1970088"/>
                        <a:ext cx="2390775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23" name="Object 91"/>
          <p:cNvGraphicFramePr>
            <a:graphicFrameLocks noChangeAspect="1"/>
          </p:cNvGraphicFramePr>
          <p:nvPr/>
        </p:nvGraphicFramePr>
        <p:xfrm>
          <a:off x="6075363" y="1970088"/>
          <a:ext cx="21336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2" name="公式" r:id="rId11" imgW="2133600" imgH="393700" progId="">
                  <p:embed/>
                </p:oleObj>
              </mc:Choice>
              <mc:Fallback>
                <p:oleObj name="公式" r:id="rId11" imgW="2133600" imgH="393700" progId="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5363" y="1970088"/>
                        <a:ext cx="21336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22"/>
          <p:cNvGrpSpPr>
            <a:grpSpLocks/>
          </p:cNvGrpSpPr>
          <p:nvPr/>
        </p:nvGrpSpPr>
        <p:grpSpPr bwMode="auto">
          <a:xfrm>
            <a:off x="720725" y="719138"/>
            <a:ext cx="2101850" cy="457200"/>
            <a:chOff x="720725" y="719138"/>
            <a:chExt cx="2101850" cy="457200"/>
          </a:xfrm>
        </p:grpSpPr>
        <p:graphicFrame>
          <p:nvGraphicFramePr>
            <p:cNvPr id="95317" name="Object 85"/>
            <p:cNvGraphicFramePr>
              <a:graphicFrameLocks noChangeAspect="1"/>
            </p:cNvGraphicFramePr>
            <p:nvPr/>
          </p:nvGraphicFramePr>
          <p:xfrm>
            <a:off x="1296988" y="833438"/>
            <a:ext cx="828675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83" name="公式" r:id="rId13" imgW="825500" imgH="279400" progId="">
                    <p:embed/>
                  </p:oleObj>
                </mc:Choice>
                <mc:Fallback>
                  <p:oleObj name="公式" r:id="rId13" imgW="825500" imgH="279400" progId="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988" y="833438"/>
                          <a:ext cx="828675" cy="285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5" name="Rectangle 86"/>
            <p:cNvSpPr>
              <a:spLocks noChangeArrowheads="1"/>
            </p:cNvSpPr>
            <p:nvPr/>
          </p:nvSpPr>
          <p:spPr bwMode="auto">
            <a:xfrm>
              <a:off x="2178050" y="719138"/>
              <a:ext cx="64452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400" b="1"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时</a:t>
              </a:r>
              <a:r>
                <a:rPr lang="en-US" altLang="zh-CN" sz="2400" b="1"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,</a:t>
              </a:r>
              <a:endParaRPr lang="en-US" altLang="zh-CN" sz="2400">
                <a:latin typeface="黑体" pitchFamily="49" charset="-122"/>
                <a:ea typeface="黑体" pitchFamily="49" charset="-122"/>
                <a:cs typeface="Times New Roman" pitchFamily="18" charset="0"/>
              </a:endParaRPr>
            </a:p>
          </p:txBody>
        </p:sp>
        <p:sp>
          <p:nvSpPr>
            <p:cNvPr id="45076" name="Rectangle 92"/>
            <p:cNvSpPr>
              <a:spLocks noChangeArrowheads="1"/>
            </p:cNvSpPr>
            <p:nvPr/>
          </p:nvSpPr>
          <p:spPr bwMode="auto">
            <a:xfrm>
              <a:off x="720725" y="719138"/>
              <a:ext cx="49053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400" b="1"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当</a:t>
              </a:r>
              <a:endParaRPr lang="zh-CN" altLang="en-US" sz="2400">
                <a:latin typeface="黑体" pitchFamily="49" charset="-122"/>
                <a:ea typeface="黑体" pitchFamily="49" charset="-122"/>
                <a:cs typeface="Times New Roman" pitchFamily="18" charset="0"/>
              </a:endParaRPr>
            </a:p>
          </p:txBody>
        </p:sp>
      </p:grpSp>
      <p:graphicFrame>
        <p:nvGraphicFramePr>
          <p:cNvPr id="95328" name="Object 96"/>
          <p:cNvGraphicFramePr>
            <a:graphicFrameLocks noChangeAspect="1"/>
          </p:cNvGraphicFramePr>
          <p:nvPr/>
        </p:nvGraphicFramePr>
        <p:xfrm>
          <a:off x="1189038" y="2565400"/>
          <a:ext cx="17811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4" name="公式" r:id="rId15" imgW="1777229" imgH="761669" progId="">
                  <p:embed/>
                </p:oleObj>
              </mc:Choice>
              <mc:Fallback>
                <p:oleObj name="公式" r:id="rId15" imgW="1777229" imgH="761669" progId="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2565400"/>
                        <a:ext cx="1781175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27" name="Object 95"/>
          <p:cNvGraphicFramePr>
            <a:graphicFrameLocks noChangeAspect="1"/>
          </p:cNvGraphicFramePr>
          <p:nvPr/>
        </p:nvGraphicFramePr>
        <p:xfrm>
          <a:off x="757238" y="3502025"/>
          <a:ext cx="22002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5" name="公式" r:id="rId17" imgW="2197100" imgH="762000" progId="">
                  <p:embed/>
                </p:oleObj>
              </mc:Choice>
              <mc:Fallback>
                <p:oleObj name="公式" r:id="rId17" imgW="2197100" imgH="762000" progId="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3502025"/>
                        <a:ext cx="2200275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26" name="Object 94"/>
          <p:cNvGraphicFramePr>
            <a:graphicFrameLocks noChangeAspect="1"/>
          </p:cNvGraphicFramePr>
          <p:nvPr/>
        </p:nvGraphicFramePr>
        <p:xfrm>
          <a:off x="4471988" y="2565400"/>
          <a:ext cx="1828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6" name="公式" r:id="rId19" imgW="1828800" imgH="762000" progId="">
                  <p:embed/>
                </p:oleObj>
              </mc:Choice>
              <mc:Fallback>
                <p:oleObj name="公式" r:id="rId19" imgW="1828800" imgH="762000" progId="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988" y="2565400"/>
                        <a:ext cx="18288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25" name="Object 93"/>
          <p:cNvGraphicFramePr>
            <a:graphicFrameLocks noChangeAspect="1"/>
          </p:cNvGraphicFramePr>
          <p:nvPr/>
        </p:nvGraphicFramePr>
        <p:xfrm>
          <a:off x="4068763" y="3532188"/>
          <a:ext cx="22479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7" name="公式" r:id="rId21" imgW="2247900" imgH="762000" progId="">
                  <p:embed/>
                </p:oleObj>
              </mc:Choice>
              <mc:Fallback>
                <p:oleObj name="公式" r:id="rId21" imgW="2247900" imgH="762000" progId="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763" y="3532188"/>
                        <a:ext cx="22479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2" name="Rectangle 99"/>
          <p:cNvSpPr>
            <a:spLocks noChangeArrowheads="1"/>
          </p:cNvSpPr>
          <p:nvPr/>
        </p:nvSpPr>
        <p:spPr bwMode="auto">
          <a:xfrm>
            <a:off x="-142875" y="19415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45073" name="灯片编号占位符 2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EE9D4E0-5541-413D-9E32-BFAAA8B9B16E}" type="slidenum">
              <a:rPr lang="en-US" altLang="zh-CN" smtClean="0">
                <a:ea typeface="宋体" charset="-122"/>
              </a:rPr>
              <a:pPr/>
              <a:t>4</a:t>
            </a:fld>
            <a:endParaRPr lang="en-US" altLang="zh-CN">
              <a:ea typeface="宋体" charset="-122"/>
            </a:endParaRPr>
          </a:p>
        </p:txBody>
      </p:sp>
      <p:graphicFrame>
        <p:nvGraphicFramePr>
          <p:cNvPr id="7" name="Object 24"/>
          <p:cNvGraphicFramePr>
            <a:graphicFrameLocks noChangeAspect="1"/>
          </p:cNvGraphicFramePr>
          <p:nvPr/>
        </p:nvGraphicFramePr>
        <p:xfrm>
          <a:off x="539750" y="4652963"/>
          <a:ext cx="3935413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8" name="Equation" r:id="rId23" imgW="2197080" imgH="228600" progId="Equation.DSMT4">
                  <p:embed/>
                </p:oleObj>
              </mc:Choice>
              <mc:Fallback>
                <p:oleObj name="Equation" r:id="rId23" imgW="2197080" imgH="228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652963"/>
                        <a:ext cx="3935413" cy="414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5"/>
          <p:cNvGraphicFramePr>
            <a:graphicFrameLocks noChangeAspect="1"/>
          </p:cNvGraphicFramePr>
          <p:nvPr/>
        </p:nvGraphicFramePr>
        <p:xfrm>
          <a:off x="468313" y="5229225"/>
          <a:ext cx="648017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9" name="Equation" r:id="rId25" imgW="4101840" imgH="279360" progId="Equation.DSMT4">
                  <p:embed/>
                </p:oleObj>
              </mc:Choice>
              <mc:Fallback>
                <p:oleObj name="Equation" r:id="rId25" imgW="4101840" imgH="27936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229225"/>
                        <a:ext cx="6480175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250825" y="4508500"/>
            <a:ext cx="6769100" cy="1223963"/>
          </a:xfrm>
          <a:prstGeom prst="rect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5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5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5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5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5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5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316" grpId="0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051" name="Object 27"/>
          <p:cNvGraphicFramePr>
            <a:graphicFrameLocks noChangeAspect="1"/>
          </p:cNvGraphicFramePr>
          <p:nvPr/>
        </p:nvGraphicFramePr>
        <p:xfrm>
          <a:off x="3492500" y="854075"/>
          <a:ext cx="17811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3" name="公式" r:id="rId3" imgW="1778000" imgH="520700" progId="">
                  <p:embed/>
                </p:oleObj>
              </mc:Choice>
              <mc:Fallback>
                <p:oleObj name="公式" r:id="rId3" imgW="1778000" imgH="520700" progId="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854075"/>
                        <a:ext cx="178117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52" name="Object 28"/>
          <p:cNvGraphicFramePr>
            <a:graphicFrameLocks noChangeAspect="1"/>
          </p:cNvGraphicFramePr>
          <p:nvPr/>
        </p:nvGraphicFramePr>
        <p:xfrm>
          <a:off x="5940425" y="836613"/>
          <a:ext cx="6762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4" name="公式" r:id="rId5" imgW="672808" imgH="342751" progId="">
                  <p:embed/>
                </p:oleObj>
              </mc:Choice>
              <mc:Fallback>
                <p:oleObj name="公式" r:id="rId5" imgW="672808" imgH="342751" progId="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836613"/>
                        <a:ext cx="6762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53" name="Object 29"/>
          <p:cNvGraphicFramePr>
            <a:graphicFrameLocks noChangeAspect="1"/>
          </p:cNvGraphicFramePr>
          <p:nvPr/>
        </p:nvGraphicFramePr>
        <p:xfrm>
          <a:off x="7127875" y="854075"/>
          <a:ext cx="952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5" name="公式" r:id="rId7" imgW="952087" imgH="380835" progId="">
                  <p:embed/>
                </p:oleObj>
              </mc:Choice>
              <mc:Fallback>
                <p:oleObj name="公式" r:id="rId7" imgW="952087" imgH="380835" progId="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75" y="854075"/>
                        <a:ext cx="9525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54" name="Rectangle 30"/>
          <p:cNvSpPr>
            <a:spLocks noChangeArrowheads="1"/>
          </p:cNvSpPr>
          <p:nvPr/>
        </p:nvSpPr>
        <p:spPr bwMode="auto">
          <a:xfrm>
            <a:off x="-252413" y="116215"/>
            <a:ext cx="23423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349250"/>
            <a:r>
              <a:rPr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7.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无穷大量</a:t>
            </a:r>
            <a:endParaRPr lang="zh-CN" altLang="en-US" b="1" dirty="0">
              <a:solidFill>
                <a:srgbClr val="FF0000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29055" name="Rectangle 31"/>
          <p:cNvSpPr>
            <a:spLocks noChangeArrowheads="1"/>
          </p:cNvSpPr>
          <p:nvPr/>
        </p:nvSpPr>
        <p:spPr bwMode="auto">
          <a:xfrm>
            <a:off x="5219700" y="796925"/>
            <a:ext cx="641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>
                <a:latin typeface="黑体" pitchFamily="49" charset="-122"/>
                <a:ea typeface="黑体" pitchFamily="49" charset="-122"/>
                <a:cs typeface="Times New Roman" pitchFamily="18" charset="0"/>
              </a:rPr>
              <a:t>,</a:t>
            </a:r>
            <a:r>
              <a:rPr lang="zh-CN" altLang="en-US" sz="2400" b="1">
                <a:latin typeface="黑体" pitchFamily="49" charset="-122"/>
                <a:ea typeface="黑体" pitchFamily="49" charset="-122"/>
                <a:cs typeface="Times New Roman" pitchFamily="18" charset="0"/>
              </a:rPr>
              <a:t>称</a:t>
            </a:r>
            <a:endParaRPr lang="zh-CN" altLang="en-US" sz="2400"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29056" name="Rectangle 32"/>
          <p:cNvSpPr>
            <a:spLocks noChangeArrowheads="1"/>
          </p:cNvSpPr>
          <p:nvPr/>
        </p:nvSpPr>
        <p:spPr bwMode="auto">
          <a:xfrm>
            <a:off x="6588125" y="782638"/>
            <a:ext cx="4905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黑体" pitchFamily="49" charset="-122"/>
                <a:ea typeface="黑体" pitchFamily="49" charset="-122"/>
                <a:cs typeface="Times New Roman" pitchFamily="18" charset="0"/>
              </a:rPr>
              <a:t>为</a:t>
            </a:r>
            <a:endParaRPr lang="zh-CN" altLang="en-US" sz="2400"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29057" name="Rectangle 33"/>
          <p:cNvSpPr>
            <a:spLocks noChangeArrowheads="1"/>
          </p:cNvSpPr>
          <p:nvPr/>
        </p:nvSpPr>
        <p:spPr bwMode="auto">
          <a:xfrm>
            <a:off x="3059113" y="1482725"/>
            <a:ext cx="2197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黑体" pitchFamily="49" charset="-122"/>
                <a:ea typeface="黑体" pitchFamily="49" charset="-122"/>
                <a:cs typeface="Times New Roman" pitchFamily="18" charset="0"/>
              </a:rPr>
              <a:t>时的</a:t>
            </a:r>
            <a:r>
              <a:rPr lang="zh-CN" altLang="en-US" sz="2400" b="1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无穷大量</a:t>
            </a:r>
            <a:r>
              <a:rPr lang="en-US" altLang="zh-CN" sz="2400" b="1">
                <a:latin typeface="黑体" pitchFamily="49" charset="-122"/>
                <a:ea typeface="黑体" pitchFamily="49" charset="-122"/>
                <a:cs typeface="Times New Roman" pitchFamily="18" charset="0"/>
              </a:rPr>
              <a:t>.</a:t>
            </a:r>
            <a:endParaRPr lang="zh-CN" altLang="en-US" sz="2400"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29058" name="Rectangle 34"/>
          <p:cNvSpPr>
            <a:spLocks noChangeArrowheads="1"/>
          </p:cNvSpPr>
          <p:nvPr/>
        </p:nvSpPr>
        <p:spPr bwMode="auto">
          <a:xfrm>
            <a:off x="-180975" y="793750"/>
            <a:ext cx="36353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349250"/>
            <a:r>
              <a:rPr lang="en-US" altLang="zh-CN" sz="2400" b="1" dirty="0">
                <a:solidFill>
                  <a:srgbClr val="470EAE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1.</a:t>
            </a:r>
            <a:r>
              <a:rPr lang="zh-CN" altLang="en-US" sz="2400" b="1" dirty="0">
                <a:solidFill>
                  <a:srgbClr val="470EAE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无穷大量的概念</a:t>
            </a:r>
            <a:r>
              <a:rPr lang="en-US" altLang="zh-CN" sz="2400" b="1" dirty="0">
                <a:solidFill>
                  <a:srgbClr val="470EAE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: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若</a:t>
            </a:r>
            <a:endParaRPr lang="zh-CN" altLang="en-US" sz="2400" dirty="0"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grpSp>
        <p:nvGrpSpPr>
          <p:cNvPr id="3" name="组合 28"/>
          <p:cNvGrpSpPr>
            <a:grpSpLocks/>
          </p:cNvGrpSpPr>
          <p:nvPr/>
        </p:nvGrpSpPr>
        <p:grpSpPr bwMode="auto">
          <a:xfrm>
            <a:off x="604838" y="2074863"/>
            <a:ext cx="6702425" cy="457200"/>
            <a:chOff x="604838" y="2074863"/>
            <a:chExt cx="6702425" cy="457200"/>
          </a:xfrm>
        </p:grpSpPr>
        <p:graphicFrame>
          <p:nvGraphicFramePr>
            <p:cNvPr id="48137" name="Object 106"/>
            <p:cNvGraphicFramePr>
              <a:graphicFrameLocks noChangeAspect="1"/>
            </p:cNvGraphicFramePr>
            <p:nvPr/>
          </p:nvGraphicFramePr>
          <p:xfrm>
            <a:off x="3629025" y="2189163"/>
            <a:ext cx="828675" cy="276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96" name="公式" r:id="rId9" imgW="825500" imgH="279400" progId="">
                    <p:embed/>
                  </p:oleObj>
                </mc:Choice>
                <mc:Fallback>
                  <p:oleObj name="公式" r:id="rId9" imgW="825500" imgH="279400" progId="">
                    <p:embed/>
                    <p:pic>
                      <p:nvPicPr>
                        <p:cNvPr id="0" name="Object 1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9025" y="2189163"/>
                          <a:ext cx="828675" cy="276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38" name="Object 105"/>
            <p:cNvGraphicFramePr>
              <a:graphicFrameLocks noChangeAspect="1"/>
            </p:cNvGraphicFramePr>
            <p:nvPr/>
          </p:nvGraphicFramePr>
          <p:xfrm>
            <a:off x="5861050" y="2189163"/>
            <a:ext cx="695325" cy="276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97" name="公式" r:id="rId11" imgW="698500" imgH="279400" progId="">
                    <p:embed/>
                  </p:oleObj>
                </mc:Choice>
                <mc:Fallback>
                  <p:oleObj name="公式" r:id="rId11" imgW="698500" imgH="279400" progId="">
                    <p:embed/>
                    <p:pic>
                      <p:nvPicPr>
                        <p:cNvPr id="0" name="Object 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1050" y="2189163"/>
                          <a:ext cx="695325" cy="276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2" name="Rectangle 107"/>
            <p:cNvSpPr>
              <a:spLocks noChangeArrowheads="1"/>
            </p:cNvSpPr>
            <p:nvPr/>
          </p:nvSpPr>
          <p:spPr bwMode="auto">
            <a:xfrm>
              <a:off x="604838" y="2074863"/>
              <a:ext cx="294163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400" b="1"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即：若对任意给定的</a:t>
              </a:r>
              <a:endParaRPr lang="zh-CN" altLang="en-US" sz="2400">
                <a:latin typeface="黑体" pitchFamily="49" charset="-122"/>
                <a:ea typeface="黑体" pitchFamily="49" charset="-122"/>
                <a:cs typeface="Times New Roman" pitchFamily="18" charset="0"/>
              </a:endParaRPr>
            </a:p>
          </p:txBody>
        </p:sp>
        <p:sp>
          <p:nvSpPr>
            <p:cNvPr id="48153" name="Rectangle 108"/>
            <p:cNvSpPr>
              <a:spLocks noChangeArrowheads="1"/>
            </p:cNvSpPr>
            <p:nvPr/>
          </p:nvSpPr>
          <p:spPr bwMode="auto">
            <a:xfrm>
              <a:off x="4348163" y="2074863"/>
              <a:ext cx="141128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, </a:t>
              </a:r>
              <a:r>
                <a:rPr lang="zh-CN" altLang="en-US" sz="2400" b="1"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总存在</a:t>
              </a:r>
              <a:endParaRPr lang="zh-CN" altLang="en-US" sz="2400">
                <a:latin typeface="黑体" pitchFamily="49" charset="-122"/>
                <a:ea typeface="黑体" pitchFamily="49" charset="-122"/>
                <a:cs typeface="Times New Roman" pitchFamily="18" charset="0"/>
              </a:endParaRPr>
            </a:p>
          </p:txBody>
        </p:sp>
        <p:sp>
          <p:nvSpPr>
            <p:cNvPr id="48154" name="Rectangle 109"/>
            <p:cNvSpPr>
              <a:spLocks noChangeArrowheads="1"/>
            </p:cNvSpPr>
            <p:nvPr/>
          </p:nvSpPr>
          <p:spPr bwMode="auto">
            <a:xfrm>
              <a:off x="6508750" y="2074863"/>
              <a:ext cx="79851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, </a:t>
              </a:r>
              <a:r>
                <a:rPr lang="zh-CN" altLang="en-US" sz="2400" b="1"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当</a:t>
              </a:r>
              <a:endParaRPr lang="zh-CN" altLang="en-US" sz="2400">
                <a:latin typeface="黑体" pitchFamily="49" charset="-122"/>
                <a:ea typeface="黑体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4" name="组合 29"/>
          <p:cNvGrpSpPr>
            <a:grpSpLocks/>
          </p:cNvGrpSpPr>
          <p:nvPr/>
        </p:nvGrpSpPr>
        <p:grpSpPr bwMode="auto">
          <a:xfrm>
            <a:off x="1036638" y="2779713"/>
            <a:ext cx="5095875" cy="471487"/>
            <a:chOff x="1036638" y="2779713"/>
            <a:chExt cx="5095875" cy="471487"/>
          </a:xfrm>
        </p:grpSpPr>
        <p:graphicFrame>
          <p:nvGraphicFramePr>
            <p:cNvPr id="48135" name="Object 104"/>
            <p:cNvGraphicFramePr>
              <a:graphicFrameLocks noChangeAspect="1"/>
            </p:cNvGraphicFramePr>
            <p:nvPr/>
          </p:nvGraphicFramePr>
          <p:xfrm>
            <a:off x="1036638" y="2836863"/>
            <a:ext cx="187642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98" name="公式" r:id="rId13" imgW="1879600" imgH="381000" progId="">
                    <p:embed/>
                  </p:oleObj>
                </mc:Choice>
                <mc:Fallback>
                  <p:oleObj name="公式" r:id="rId13" imgW="1879600" imgH="381000" progId="">
                    <p:embed/>
                    <p:pic>
                      <p:nvPicPr>
                        <p:cNvPr id="0" name="Object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6638" y="2836863"/>
                          <a:ext cx="1876425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1" name="Rectangle 110"/>
            <p:cNvSpPr>
              <a:spLocks noChangeArrowheads="1"/>
            </p:cNvSpPr>
            <p:nvPr/>
          </p:nvSpPr>
          <p:spPr bwMode="auto">
            <a:xfrm>
              <a:off x="2995613" y="2779713"/>
              <a:ext cx="15621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400" b="1"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时，恒有</a:t>
              </a:r>
              <a:r>
                <a:rPr lang="zh-CN" altLang="en-US" sz="2400">
                  <a:latin typeface="黑体" pitchFamily="49" charset="-122"/>
                  <a:ea typeface="黑体" pitchFamily="49" charset="-122"/>
                  <a:cs typeface="Times New Roman" pitchFamily="18" charset="0"/>
                </a:rPr>
                <a:t> </a:t>
              </a:r>
            </a:p>
          </p:txBody>
        </p:sp>
        <p:graphicFrame>
          <p:nvGraphicFramePr>
            <p:cNvPr id="48136" name="Object 111"/>
            <p:cNvGraphicFramePr>
              <a:graphicFrameLocks noChangeAspect="1"/>
            </p:cNvGraphicFramePr>
            <p:nvPr/>
          </p:nvGraphicFramePr>
          <p:xfrm>
            <a:off x="4598988" y="2908300"/>
            <a:ext cx="1533525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99" name="公式" r:id="rId15" imgW="1536480" imgH="342720" progId="">
                    <p:embed/>
                  </p:oleObj>
                </mc:Choice>
                <mc:Fallback>
                  <p:oleObj name="公式" r:id="rId15" imgW="1536480" imgH="342720" progId="">
                    <p:embed/>
                    <p:pic>
                      <p:nvPicPr>
                        <p:cNvPr id="0" name="Object 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8988" y="2908300"/>
                          <a:ext cx="1533525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285750" y="3543300"/>
            <a:ext cx="42084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470EAE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400" b="1" dirty="0">
                <a:solidFill>
                  <a:srgbClr val="470EAE"/>
                </a:solidFill>
                <a:latin typeface="黑体" pitchFamily="49" charset="-122"/>
                <a:ea typeface="黑体" pitchFamily="49" charset="-122"/>
              </a:rPr>
              <a:t>无穷大量与无界变量的关系</a:t>
            </a:r>
            <a:endParaRPr lang="zh-CN" altLang="en-US" sz="2400" dirty="0">
              <a:solidFill>
                <a:srgbClr val="470EAE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4818063" y="3513138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无穷大量</a:t>
            </a:r>
            <a:endParaRPr lang="zh-CN" altLang="en-US" sz="2400">
              <a:solidFill>
                <a:srgbClr val="0000FF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graphicFrame>
        <p:nvGraphicFramePr>
          <p:cNvPr id="26" name="Object 9"/>
          <p:cNvGraphicFramePr>
            <a:graphicFrameLocks noChangeAspect="1"/>
          </p:cNvGraphicFramePr>
          <p:nvPr/>
        </p:nvGraphicFramePr>
        <p:xfrm>
          <a:off x="6351588" y="3641725"/>
          <a:ext cx="342900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0" name="公式" r:id="rId17" imgW="342603" imgH="215713" progId="">
                  <p:embed/>
                </p:oleObj>
              </mc:Choice>
              <mc:Fallback>
                <p:oleObj name="公式" r:id="rId17" imgW="342603" imgH="215713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588" y="3641725"/>
                        <a:ext cx="342900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10"/>
          <p:cNvSpPr>
            <a:spLocks noChangeArrowheads="1"/>
          </p:cNvSpPr>
          <p:nvPr/>
        </p:nvSpPr>
        <p:spPr bwMode="auto">
          <a:xfrm>
            <a:off x="6762750" y="3500438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无界变量</a:t>
            </a:r>
            <a:endParaRPr lang="zh-CN" altLang="en-US" sz="2400">
              <a:solidFill>
                <a:srgbClr val="0000FF"/>
              </a:solidFill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graphicFrame>
        <p:nvGraphicFramePr>
          <p:cNvPr id="2" name="Object 11"/>
          <p:cNvGraphicFramePr>
            <a:graphicFrameLocks noChangeAspect="1"/>
          </p:cNvGraphicFramePr>
          <p:nvPr/>
        </p:nvGraphicFramePr>
        <p:xfrm>
          <a:off x="6284913" y="3906838"/>
          <a:ext cx="41592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1" name="Equation" r:id="rId19" imgW="203040" imgH="139680" progId="Equation.DSMT4">
                  <p:embed/>
                </p:oleObj>
              </mc:Choice>
              <mc:Fallback>
                <p:oleObj name="Equation" r:id="rId19" imgW="203040" imgH="1396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4913" y="3906838"/>
                        <a:ext cx="415925" cy="32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0985" name="直接连接符 29"/>
          <p:cNvCxnSpPr>
            <a:cxnSpLocks noChangeShapeType="1"/>
          </p:cNvCxnSpPr>
          <p:nvPr/>
        </p:nvCxnSpPr>
        <p:spPr bwMode="auto">
          <a:xfrm>
            <a:off x="6443663" y="3860800"/>
            <a:ext cx="215900" cy="36036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48150" name="灯片编号占位符 2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FA5DCFE-2C01-41F2-9488-441A11A28741}" type="slidenum">
              <a:rPr lang="en-US" altLang="zh-CN" smtClean="0">
                <a:ea typeface="宋体" charset="-122"/>
              </a:rPr>
              <a:pPr/>
              <a:t>5</a:t>
            </a:fld>
            <a:endParaRPr lang="en-US" altLang="zh-CN">
              <a:ea typeface="宋体" charset="-122"/>
            </a:endParaRPr>
          </a:p>
        </p:txBody>
      </p:sp>
      <p:sp>
        <p:nvSpPr>
          <p:cNvPr id="28" name="Rectangle 113"/>
          <p:cNvSpPr>
            <a:spLocks noChangeArrowheads="1"/>
          </p:cNvSpPr>
          <p:nvPr/>
        </p:nvSpPr>
        <p:spPr bwMode="auto">
          <a:xfrm>
            <a:off x="324594" y="4502993"/>
            <a:ext cx="23519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470EAE"/>
                </a:solidFill>
                <a:latin typeface="黑体" pitchFamily="49" charset="-122"/>
                <a:ea typeface="黑体" pitchFamily="49" charset="-122"/>
              </a:rPr>
              <a:t>3.</a:t>
            </a:r>
            <a:r>
              <a:rPr lang="zh-CN" altLang="en-US" sz="2400" b="1" dirty="0">
                <a:solidFill>
                  <a:srgbClr val="470EAE"/>
                </a:solidFill>
                <a:latin typeface="黑体" pitchFamily="49" charset="-122"/>
                <a:ea typeface="黑体" pitchFamily="49" charset="-122"/>
              </a:rPr>
              <a:t>无穷大的性质</a:t>
            </a:r>
          </a:p>
        </p:txBody>
      </p:sp>
      <p:sp>
        <p:nvSpPr>
          <p:cNvPr id="29" name="TextBox 4"/>
          <p:cNvSpPr txBox="1">
            <a:spLocks noChangeArrowheads="1"/>
          </p:cNvSpPr>
          <p:nvPr/>
        </p:nvSpPr>
        <p:spPr bwMode="auto">
          <a:xfrm>
            <a:off x="253156" y="5054500"/>
            <a:ext cx="49815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）两个无穷大的</a:t>
            </a:r>
            <a:r>
              <a:rPr lang="zh-CN" altLang="en-US" sz="24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乘积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仍为无穷大</a:t>
            </a:r>
          </a:p>
        </p:txBody>
      </p:sp>
      <p:sp>
        <p:nvSpPr>
          <p:cNvPr id="30" name="TextBox 5"/>
          <p:cNvSpPr txBox="1">
            <a:spLocks noChangeArrowheads="1"/>
          </p:cNvSpPr>
          <p:nvPr/>
        </p:nvSpPr>
        <p:spPr bwMode="auto">
          <a:xfrm>
            <a:off x="253156" y="5559325"/>
            <a:ext cx="56149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400" b="1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400" b="1">
                <a:latin typeface="黑体" pitchFamily="49" charset="-122"/>
                <a:ea typeface="黑体" pitchFamily="49" charset="-122"/>
              </a:rPr>
              <a:t>）无穷大与有界变量</a:t>
            </a:r>
            <a:r>
              <a:rPr lang="zh-CN" altLang="en-US" sz="2400" b="1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之和</a:t>
            </a:r>
            <a:r>
              <a:rPr lang="zh-CN" altLang="en-US" sz="2400" b="1">
                <a:latin typeface="黑体" pitchFamily="49" charset="-122"/>
                <a:ea typeface="黑体" pitchFamily="49" charset="-122"/>
              </a:rPr>
              <a:t>仍为无穷大</a:t>
            </a:r>
          </a:p>
        </p:txBody>
      </p:sp>
      <p:sp>
        <p:nvSpPr>
          <p:cNvPr id="31" name="Rectangle 113"/>
          <p:cNvSpPr>
            <a:spLocks noChangeArrowheads="1"/>
          </p:cNvSpPr>
          <p:nvPr/>
        </p:nvSpPr>
        <p:spPr bwMode="auto">
          <a:xfrm>
            <a:off x="395536" y="6135687"/>
            <a:ext cx="35894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470EAE"/>
                </a:solidFill>
                <a:latin typeface="黑体" pitchFamily="49" charset="-122"/>
                <a:ea typeface="黑体" pitchFamily="49" charset="-122"/>
              </a:rPr>
              <a:t>4.</a:t>
            </a:r>
            <a:r>
              <a:rPr lang="zh-CN" altLang="en-US" sz="2400" b="1" dirty="0">
                <a:solidFill>
                  <a:srgbClr val="470EAE"/>
                </a:solidFill>
                <a:latin typeface="黑体" pitchFamily="49" charset="-122"/>
                <a:ea typeface="黑体" pitchFamily="49" charset="-122"/>
              </a:rPr>
              <a:t>无穷大与无穷小的关系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9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9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29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29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29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29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29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29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1000"/>
                                        <p:tgtEl>
                                          <p:spTgt spid="4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54" grpId="0"/>
      <p:bldP spid="129055" grpId="0"/>
      <p:bldP spid="129056" grpId="0"/>
      <p:bldP spid="129057" grpId="0"/>
      <p:bldP spid="129058" grpId="0"/>
      <p:bldP spid="24" grpId="0"/>
      <p:bldP spid="25" grpId="0"/>
      <p:bldP spid="27" grpId="0"/>
      <p:bldP spid="28" grpId="0"/>
      <p:bldP spid="29" grpId="0"/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9512" y="116632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702AE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一、数列极限</a:t>
            </a:r>
          </a:p>
        </p:txBody>
      </p:sp>
      <p:graphicFrame>
        <p:nvGraphicFramePr>
          <p:cNvPr id="10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364510"/>
              </p:ext>
            </p:extLst>
          </p:nvPr>
        </p:nvGraphicFramePr>
        <p:xfrm>
          <a:off x="323528" y="764704"/>
          <a:ext cx="2858129" cy="5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Equation" r:id="rId3" imgW="2946240" imgH="672840" progId="Equation.DSMT4">
                  <p:embed/>
                </p:oleObj>
              </mc:Choice>
              <mc:Fallback>
                <p:oleObj name="Equation" r:id="rId3" imgW="2946240" imgH="6728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764704"/>
                        <a:ext cx="2858129" cy="5762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45BE4C1-192A-4BEE-8914-43C319DBD2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82741"/>
              </p:ext>
            </p:extLst>
          </p:nvPr>
        </p:nvGraphicFramePr>
        <p:xfrm>
          <a:off x="320675" y="3429000"/>
          <a:ext cx="300831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Equation" r:id="rId5" imgW="4140000" imgH="914400" progId="Equation.DSMT4">
                  <p:embed/>
                </p:oleObj>
              </mc:Choice>
              <mc:Fallback>
                <p:oleObj name="Equation" r:id="rId5" imgW="4140000" imgH="914400" progId="Equation.DSMT4">
                  <p:embed/>
                  <p:pic>
                    <p:nvPicPr>
                      <p:cNvPr id="40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5" y="3429000"/>
                        <a:ext cx="3008313" cy="58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953044"/>
              </p:ext>
            </p:extLst>
          </p:nvPr>
        </p:nvGraphicFramePr>
        <p:xfrm>
          <a:off x="246063" y="188913"/>
          <a:ext cx="6715125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" name="Equation" r:id="rId3" imgW="9232560" imgH="1587240" progId="Equation.DSMT4">
                  <p:embed/>
                </p:oleObj>
              </mc:Choice>
              <mc:Fallback>
                <p:oleObj name="Equation" r:id="rId3" imgW="9232560" imgH="15872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63" y="188913"/>
                        <a:ext cx="6715125" cy="1020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3">
            <a:extLst>
              <a:ext uri="{FF2B5EF4-FFF2-40B4-BE49-F238E27FC236}">
                <a16:creationId xmlns:a16="http://schemas.microsoft.com/office/drawing/2014/main" id="{F9DE0625-2A87-4407-9479-E9FB602CB4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413070"/>
              </p:ext>
            </p:extLst>
          </p:nvPr>
        </p:nvGraphicFramePr>
        <p:xfrm>
          <a:off x="271020" y="3284984"/>
          <a:ext cx="2395537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Equation" r:id="rId5" imgW="1104840" imgH="457200" progId="Equation.DSMT4">
                  <p:embed/>
                </p:oleObj>
              </mc:Choice>
              <mc:Fallback>
                <p:oleObj name="Equation" r:id="rId5" imgW="1104840" imgH="457200" progId="Equation.DSMT4">
                  <p:embed/>
                  <p:pic>
                    <p:nvPicPr>
                      <p:cNvPr id="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020" y="3284984"/>
                        <a:ext cx="2395537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8807744"/>
              </p:ext>
            </p:extLst>
          </p:nvPr>
        </p:nvGraphicFramePr>
        <p:xfrm>
          <a:off x="196850" y="115888"/>
          <a:ext cx="3716338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Equation" r:id="rId3" imgW="3708360" imgH="977760" progId="Equation.DSMT4">
                  <p:embed/>
                </p:oleObj>
              </mc:Choice>
              <mc:Fallback>
                <p:oleObj name="Equation" r:id="rId3" imgW="3708360" imgH="9777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" y="115888"/>
                        <a:ext cx="3716338" cy="865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29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009824"/>
              </p:ext>
            </p:extLst>
          </p:nvPr>
        </p:nvGraphicFramePr>
        <p:xfrm>
          <a:off x="303213" y="44450"/>
          <a:ext cx="6983412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43" name="Equation" r:id="rId3" imgW="3492360" imgH="482400" progId="Equation.DSMT4">
                  <p:embed/>
                </p:oleObj>
              </mc:Choice>
              <mc:Fallback>
                <p:oleObj name="Equation" r:id="rId3" imgW="3492360" imgH="482400" progId="Equation.DSMT4">
                  <p:embed/>
                  <p:pic>
                    <p:nvPicPr>
                      <p:cNvPr id="9729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3" y="44450"/>
                        <a:ext cx="6983412" cy="962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153196"/>
              </p:ext>
            </p:extLst>
          </p:nvPr>
        </p:nvGraphicFramePr>
        <p:xfrm>
          <a:off x="131763" y="260350"/>
          <a:ext cx="54641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Equation" r:id="rId3" imgW="6375240" imgH="952200" progId="Equation.DSMT4">
                  <p:embed/>
                </p:oleObj>
              </mc:Choice>
              <mc:Fallback>
                <p:oleObj name="Equation" r:id="rId3" imgW="6375240" imgH="9522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63" y="260350"/>
                        <a:ext cx="5464175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129039"/>
              </p:ext>
            </p:extLst>
          </p:nvPr>
        </p:nvGraphicFramePr>
        <p:xfrm>
          <a:off x="388938" y="115888"/>
          <a:ext cx="83566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3" imgW="9791640" imgH="1244520" progId="Equation.DSMT4">
                  <p:embed/>
                </p:oleObj>
              </mc:Choice>
              <mc:Fallback>
                <p:oleObj name="Equation" r:id="rId3" imgW="9791640" imgH="12445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8" y="115888"/>
                        <a:ext cx="8356600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9433" y="1196727"/>
            <a:ext cx="6726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(A) 0                (B) 1                (C) 2                    (D)3</a:t>
            </a:r>
            <a:endParaRPr lang="zh-CN" alt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">
            <a:extLst>
              <a:ext uri="{FF2B5EF4-FFF2-40B4-BE49-F238E27FC236}">
                <a16:creationId xmlns:a16="http://schemas.microsoft.com/office/drawing/2014/main" id="{EAC600B9-D0B1-474F-AA70-2498BD5AE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889000"/>
            <a:ext cx="9064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FF"/>
                </a:solidFill>
              </a:rPr>
              <a:t>重点</a:t>
            </a:r>
          </a:p>
        </p:txBody>
      </p:sp>
      <p:sp>
        <p:nvSpPr>
          <p:cNvPr id="17411" name="Text Box 4">
            <a:extLst>
              <a:ext uri="{FF2B5EF4-FFF2-40B4-BE49-F238E27FC236}">
                <a16:creationId xmlns:a16="http://schemas.microsoft.com/office/drawing/2014/main" id="{F4DBFA47-9C85-41AC-B95F-BD1154A41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484313"/>
            <a:ext cx="19891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1.导数定义</a:t>
            </a:r>
          </a:p>
        </p:txBody>
      </p:sp>
      <p:sp>
        <p:nvSpPr>
          <p:cNvPr id="17412" name="Text Box 5">
            <a:extLst>
              <a:ext uri="{FF2B5EF4-FFF2-40B4-BE49-F238E27FC236}">
                <a16:creationId xmlns:a16="http://schemas.microsoft.com/office/drawing/2014/main" id="{34EA073A-CA43-4F8C-9E43-265AEB3B0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997200"/>
            <a:ext cx="30718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2.导数的几何意义</a:t>
            </a:r>
          </a:p>
        </p:txBody>
      </p:sp>
      <p:sp>
        <p:nvSpPr>
          <p:cNvPr id="17413" name="Text Box 6">
            <a:extLst>
              <a:ext uri="{FF2B5EF4-FFF2-40B4-BE49-F238E27FC236}">
                <a16:creationId xmlns:a16="http://schemas.microsoft.com/office/drawing/2014/main" id="{73F3A2DA-8335-4867-A682-613BEEDE9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229225"/>
            <a:ext cx="34337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3.可导与连续的关系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4D345AF4-8882-40EF-9760-FAA2C9E51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88913"/>
            <a:ext cx="84264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第二部分  导数概念、求导法则、导数的应用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7">
            <a:extLst>
              <a:ext uri="{FF2B5EF4-FFF2-40B4-BE49-F238E27FC236}">
                <a16:creationId xmlns:a16="http://schemas.microsoft.com/office/drawing/2014/main" id="{4BBD97AC-EF56-4F7D-8B3B-7B697B100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60350"/>
            <a:ext cx="19891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4.求导法则</a:t>
            </a:r>
          </a:p>
        </p:txBody>
      </p:sp>
      <p:sp>
        <p:nvSpPr>
          <p:cNvPr id="18435" name="Text Box 7">
            <a:extLst>
              <a:ext uri="{FF2B5EF4-FFF2-40B4-BE49-F238E27FC236}">
                <a16:creationId xmlns:a16="http://schemas.microsoft.com/office/drawing/2014/main" id="{080704AA-06FD-4B0B-8722-28ABFB01E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284538"/>
            <a:ext cx="12684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28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微分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3">
            <a:extLst>
              <a:ext uri="{FF2B5EF4-FFF2-40B4-BE49-F238E27FC236}">
                <a16:creationId xmlns:a16="http://schemas.microsoft.com/office/drawing/2014/main" id="{BE3F8F2F-EE9C-4E8F-A1CB-3D3D414F0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765175"/>
            <a:ext cx="6677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FF"/>
                </a:solidFill>
              </a:rPr>
              <a:t>重点：理解每个定理的条件、结论和作用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009A8C52-4E3E-4B01-BCD2-965483D9C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34323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</a:t>
            </a:r>
            <a:r>
              <a:rPr lang="zh-CN" altLang="en-US" sz="28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四大微分中值定理</a:t>
            </a:r>
          </a:p>
        </p:txBody>
      </p:sp>
      <p:sp>
        <p:nvSpPr>
          <p:cNvPr id="19460" name="TextBox 3">
            <a:extLst>
              <a:ext uri="{FF2B5EF4-FFF2-40B4-BE49-F238E27FC236}">
                <a16:creationId xmlns:a16="http://schemas.microsoft.com/office/drawing/2014/main" id="{C0E8F87A-BDB4-48E8-AEF6-26370B9CF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412875"/>
            <a:ext cx="822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470E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罗尔定理，拉格朗日中值定理，柯西中值定理、泰勒定理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4" name="Rectangle 4">
            <a:extLst>
              <a:ext uri="{FF2B5EF4-FFF2-40B4-BE49-F238E27FC236}">
                <a16:creationId xmlns:a16="http://schemas.microsoft.com/office/drawing/2014/main" id="{B1B44FB6-4C28-43A7-96B7-3A2B4EEFD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3" y="3175"/>
            <a:ext cx="5580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（皮亚诺型余项泰勒公式）</a:t>
            </a:r>
          </a:p>
        </p:txBody>
      </p:sp>
      <p:graphicFrame>
        <p:nvGraphicFramePr>
          <p:cNvPr id="133125" name="Object 5">
            <a:extLst>
              <a:ext uri="{FF2B5EF4-FFF2-40B4-BE49-F238E27FC236}">
                <a16:creationId xmlns:a16="http://schemas.microsoft.com/office/drawing/2014/main" id="{EBEBC1EE-E5F2-4FC3-A379-20EB10145F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620713"/>
          <a:ext cx="6762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41" name="公式" r:id="rId3" imgW="672808" imgH="342751" progId="Equation.3">
                  <p:embed/>
                </p:oleObj>
              </mc:Choice>
              <mc:Fallback>
                <p:oleObj name="公式" r:id="rId3" imgW="672808" imgH="342751" progId="Equation.3">
                  <p:embed/>
                  <p:pic>
                    <p:nvPicPr>
                      <p:cNvPr id="133125" name="Object 5">
                        <a:extLst>
                          <a:ext uri="{FF2B5EF4-FFF2-40B4-BE49-F238E27FC236}">
                            <a16:creationId xmlns:a16="http://schemas.microsoft.com/office/drawing/2014/main" id="{EBEBC1EE-E5F2-4FC3-A379-20EB10145F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620713"/>
                        <a:ext cx="6762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6" name="Object 6">
            <a:extLst>
              <a:ext uri="{FF2B5EF4-FFF2-40B4-BE49-F238E27FC236}">
                <a16:creationId xmlns:a16="http://schemas.microsoft.com/office/drawing/2014/main" id="{8164C707-AA54-4BE5-8841-1BDA504425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7563" y="549275"/>
          <a:ext cx="3238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42" name="公式" r:id="rId5" imgW="317225" imgH="380670" progId="Equation.3">
                  <p:embed/>
                </p:oleObj>
              </mc:Choice>
              <mc:Fallback>
                <p:oleObj name="公式" r:id="rId5" imgW="317225" imgH="380670" progId="Equation.3">
                  <p:embed/>
                  <p:pic>
                    <p:nvPicPr>
                      <p:cNvPr id="133126" name="Object 6">
                        <a:extLst>
                          <a:ext uri="{FF2B5EF4-FFF2-40B4-BE49-F238E27FC236}">
                            <a16:creationId xmlns:a16="http://schemas.microsoft.com/office/drawing/2014/main" id="{8164C707-AA54-4BE5-8841-1BDA504425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549275"/>
                        <a:ext cx="3238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7" name="Object 7">
            <a:extLst>
              <a:ext uri="{FF2B5EF4-FFF2-40B4-BE49-F238E27FC236}">
                <a16:creationId xmlns:a16="http://schemas.microsoft.com/office/drawing/2014/main" id="{41835D6A-01FD-4FB4-B7CA-78A9B636F7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9250" y="693738"/>
          <a:ext cx="200025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43" name="公式" r:id="rId7" imgW="203024" imgH="215713" progId="Equation.3">
                  <p:embed/>
                </p:oleObj>
              </mc:Choice>
              <mc:Fallback>
                <p:oleObj name="公式" r:id="rId7" imgW="203024" imgH="215713" progId="Equation.3">
                  <p:embed/>
                  <p:pic>
                    <p:nvPicPr>
                      <p:cNvPr id="133127" name="Object 7">
                        <a:extLst>
                          <a:ext uri="{FF2B5EF4-FFF2-40B4-BE49-F238E27FC236}">
                            <a16:creationId xmlns:a16="http://schemas.microsoft.com/office/drawing/2014/main" id="{41835D6A-01FD-4FB4-B7CA-78A9B636F7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693738"/>
                        <a:ext cx="200025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8" name="Object 8">
            <a:extLst>
              <a:ext uri="{FF2B5EF4-FFF2-40B4-BE49-F238E27FC236}">
                <a16:creationId xmlns:a16="http://schemas.microsoft.com/office/drawing/2014/main" id="{48FEF430-C0E0-479B-BFA1-3816D0B1B4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052513"/>
          <a:ext cx="78676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44" name="公式" r:id="rId9" imgW="7861300" imgH="762000" progId="Equation.3">
                  <p:embed/>
                </p:oleObj>
              </mc:Choice>
              <mc:Fallback>
                <p:oleObj name="公式" r:id="rId9" imgW="7861300" imgH="762000" progId="Equation.3">
                  <p:embed/>
                  <p:pic>
                    <p:nvPicPr>
                      <p:cNvPr id="133128" name="Object 8">
                        <a:extLst>
                          <a:ext uri="{FF2B5EF4-FFF2-40B4-BE49-F238E27FC236}">
                            <a16:creationId xmlns:a16="http://schemas.microsoft.com/office/drawing/2014/main" id="{48FEF430-C0E0-479B-BFA1-3816D0B1B4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052513"/>
                        <a:ext cx="7867650" cy="762000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9" name="Object 9">
            <a:extLst>
              <a:ext uri="{FF2B5EF4-FFF2-40B4-BE49-F238E27FC236}">
                <a16:creationId xmlns:a16="http://schemas.microsoft.com/office/drawing/2014/main" id="{CC40E3C1-5BB7-4497-AE99-4BAC8994BA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5600" y="1924050"/>
          <a:ext cx="2552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45" name="公式" r:id="rId11" imgW="2552700" imgH="419100" progId="Equation.3">
                  <p:embed/>
                </p:oleObj>
              </mc:Choice>
              <mc:Fallback>
                <p:oleObj name="公式" r:id="rId11" imgW="2552700" imgH="419100" progId="Equation.3">
                  <p:embed/>
                  <p:pic>
                    <p:nvPicPr>
                      <p:cNvPr id="133129" name="Object 9">
                        <a:extLst>
                          <a:ext uri="{FF2B5EF4-FFF2-40B4-BE49-F238E27FC236}">
                            <a16:creationId xmlns:a16="http://schemas.microsoft.com/office/drawing/2014/main" id="{CC40E3C1-5BB7-4497-AE99-4BAC8994BA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600" y="1924050"/>
                        <a:ext cx="25527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0" name="Object 10">
            <a:extLst>
              <a:ext uri="{FF2B5EF4-FFF2-40B4-BE49-F238E27FC236}">
                <a16:creationId xmlns:a16="http://schemas.microsoft.com/office/drawing/2014/main" id="{04ACFAD7-2EB6-4116-B5C0-E2A8644886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8000" y="1962150"/>
          <a:ext cx="11906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46" name="公式" r:id="rId13" imgW="1193800" imgH="381000" progId="Equation.3">
                  <p:embed/>
                </p:oleObj>
              </mc:Choice>
              <mc:Fallback>
                <p:oleObj name="公式" r:id="rId13" imgW="1193800" imgH="381000" progId="Equation.3">
                  <p:embed/>
                  <p:pic>
                    <p:nvPicPr>
                      <p:cNvPr id="133130" name="Object 10">
                        <a:extLst>
                          <a:ext uri="{FF2B5EF4-FFF2-40B4-BE49-F238E27FC236}">
                            <a16:creationId xmlns:a16="http://schemas.microsoft.com/office/drawing/2014/main" id="{04ACFAD7-2EB6-4116-B5C0-E2A8644886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0" y="1962150"/>
                        <a:ext cx="119062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1" name="Rectangle 11">
            <a:extLst>
              <a:ext uri="{FF2B5EF4-FFF2-40B4-BE49-F238E27FC236}">
                <a16:creationId xmlns:a16="http://schemas.microsoft.com/office/drawing/2014/main" id="{DB8D782F-22B4-4595-BD24-A46395A8E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" y="508000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132" name="Rectangle 12">
            <a:extLst>
              <a:ext uri="{FF2B5EF4-FFF2-40B4-BE49-F238E27FC236}">
                <a16:creationId xmlns:a16="http://schemas.microsoft.com/office/drawing/2014/main" id="{A4F7D0AF-F928-499B-A0C1-624E52CB2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8775" y="508000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133" name="Rectangle 13">
            <a:extLst>
              <a:ext uri="{FF2B5EF4-FFF2-40B4-BE49-F238E27FC236}">
                <a16:creationId xmlns:a16="http://schemas.microsoft.com/office/drawing/2014/main" id="{00684686-005D-40AA-BDF7-474293EFE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508000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134" name="Rectangle 14">
            <a:extLst>
              <a:ext uri="{FF2B5EF4-FFF2-40B4-BE49-F238E27FC236}">
                <a16:creationId xmlns:a16="http://schemas.microsoft.com/office/drawing/2014/main" id="{4E774E41-CAEE-414A-ACF5-7CBEE07B4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1763" y="508000"/>
            <a:ext cx="2405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5349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阶可导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那么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135" name="Rectangle 15">
            <a:extLst>
              <a:ext uri="{FF2B5EF4-FFF2-40B4-BE49-F238E27FC236}">
                <a16:creationId xmlns:a16="http://schemas.microsoft.com/office/drawing/2014/main" id="{41800289-E35B-4F00-A267-8DF25C6BA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2775"/>
            <a:ext cx="1566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其中 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3137" name="Object 17">
            <a:extLst>
              <a:ext uri="{FF2B5EF4-FFF2-40B4-BE49-F238E27FC236}">
                <a16:creationId xmlns:a16="http://schemas.microsoft.com/office/drawing/2014/main" id="{E974EE58-2D7F-4574-8EBA-B9AF357ACA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2492375"/>
          <a:ext cx="9080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47" name="公式" r:id="rId15" imgW="888840" imgH="380880" progId="Equation.3">
                  <p:embed/>
                </p:oleObj>
              </mc:Choice>
              <mc:Fallback>
                <p:oleObj name="公式" r:id="rId15" imgW="888840" imgH="380880" progId="Equation.3">
                  <p:embed/>
                  <p:pic>
                    <p:nvPicPr>
                      <p:cNvPr id="133137" name="Object 17">
                        <a:extLst>
                          <a:ext uri="{FF2B5EF4-FFF2-40B4-BE49-F238E27FC236}">
                            <a16:creationId xmlns:a16="http://schemas.microsoft.com/office/drawing/2014/main" id="{E974EE58-2D7F-4574-8EBA-B9AF357ACA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492375"/>
                        <a:ext cx="9080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40" name="Rectangle 20">
            <a:extLst>
              <a:ext uri="{FF2B5EF4-FFF2-40B4-BE49-F238E27FC236}">
                <a16:creationId xmlns:a16="http://schemas.microsoft.com/office/drawing/2014/main" id="{0652538A-F00B-4972-A1F0-CB0C0A1B4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2420938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141" name="Rectangle 21">
            <a:extLst>
              <a:ext uri="{FF2B5EF4-FFF2-40B4-BE49-F238E27FC236}">
                <a16:creationId xmlns:a16="http://schemas.microsoft.com/office/drawing/2014/main" id="{728BF225-0412-49A5-8192-D29844058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2444750"/>
            <a:ext cx="263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则得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麦克劳林公式</a:t>
            </a:r>
            <a:endParaRPr lang="zh-CN" altLang="en-US" sz="24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3143" name="Object 23">
            <a:extLst>
              <a:ext uri="{FF2B5EF4-FFF2-40B4-BE49-F238E27FC236}">
                <a16:creationId xmlns:a16="http://schemas.microsoft.com/office/drawing/2014/main" id="{9E41FE03-A9C5-4472-9E4D-F1083E202D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3068638"/>
          <a:ext cx="70167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48" name="公式" r:id="rId17" imgW="7010280" imgH="761760" progId="Equation.3">
                  <p:embed/>
                </p:oleObj>
              </mc:Choice>
              <mc:Fallback>
                <p:oleObj name="公式" r:id="rId17" imgW="7010280" imgH="761760" progId="Equation.3">
                  <p:embed/>
                  <p:pic>
                    <p:nvPicPr>
                      <p:cNvPr id="133143" name="Object 23">
                        <a:extLst>
                          <a:ext uri="{FF2B5EF4-FFF2-40B4-BE49-F238E27FC236}">
                            <a16:creationId xmlns:a16="http://schemas.microsoft.com/office/drawing/2014/main" id="{9E41FE03-A9C5-4472-9E4D-F1083E202D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068638"/>
                        <a:ext cx="7016750" cy="762000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44" name="Rectangle 24">
            <a:extLst>
              <a:ext uri="{FF2B5EF4-FFF2-40B4-BE49-F238E27FC236}">
                <a16:creationId xmlns:a16="http://schemas.microsoft.com/office/drawing/2014/main" id="{B1F23B5D-B62C-468F-8CFD-19194F43C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3773488"/>
            <a:ext cx="6367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（拉格朗日型余项泰勒公式）</a:t>
            </a:r>
          </a:p>
        </p:txBody>
      </p:sp>
      <p:graphicFrame>
        <p:nvGraphicFramePr>
          <p:cNvPr id="133145" name="Object 25">
            <a:extLst>
              <a:ext uri="{FF2B5EF4-FFF2-40B4-BE49-F238E27FC236}">
                <a16:creationId xmlns:a16="http://schemas.microsoft.com/office/drawing/2014/main" id="{D93A7B7A-52CB-46CF-BEAA-7BEF2D98B7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4421188"/>
          <a:ext cx="6762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49" name="公式" r:id="rId19" imgW="672808" imgH="342751" progId="Equation.3">
                  <p:embed/>
                </p:oleObj>
              </mc:Choice>
              <mc:Fallback>
                <p:oleObj name="公式" r:id="rId19" imgW="672808" imgH="342751" progId="Equation.3">
                  <p:embed/>
                  <p:pic>
                    <p:nvPicPr>
                      <p:cNvPr id="133145" name="Object 25">
                        <a:extLst>
                          <a:ext uri="{FF2B5EF4-FFF2-40B4-BE49-F238E27FC236}">
                            <a16:creationId xmlns:a16="http://schemas.microsoft.com/office/drawing/2014/main" id="{D93A7B7A-52CB-46CF-BEAA-7BEF2D98B7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421188"/>
                        <a:ext cx="6762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6" name="Object 26">
            <a:extLst>
              <a:ext uri="{FF2B5EF4-FFF2-40B4-BE49-F238E27FC236}">
                <a16:creationId xmlns:a16="http://schemas.microsoft.com/office/drawing/2014/main" id="{A2EF1952-DF7D-48C7-93F8-DC3A0CEFC1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4365625"/>
          <a:ext cx="3238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50" name="公式" r:id="rId21" imgW="317225" imgH="380670" progId="Equation.3">
                  <p:embed/>
                </p:oleObj>
              </mc:Choice>
              <mc:Fallback>
                <p:oleObj name="公式" r:id="rId21" imgW="317225" imgH="380670" progId="Equation.3">
                  <p:embed/>
                  <p:pic>
                    <p:nvPicPr>
                      <p:cNvPr id="133146" name="Object 26">
                        <a:extLst>
                          <a:ext uri="{FF2B5EF4-FFF2-40B4-BE49-F238E27FC236}">
                            <a16:creationId xmlns:a16="http://schemas.microsoft.com/office/drawing/2014/main" id="{A2EF1952-DF7D-48C7-93F8-DC3A0CEFC1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365625"/>
                        <a:ext cx="3238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7" name="Object 27">
            <a:extLst>
              <a:ext uri="{FF2B5EF4-FFF2-40B4-BE49-F238E27FC236}">
                <a16:creationId xmlns:a16="http://schemas.microsoft.com/office/drawing/2014/main" id="{3B788A6E-2202-4CE5-98C9-DFF6C557EC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4437063"/>
          <a:ext cx="612775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51" name="公式" r:id="rId23" imgW="609480" imgH="279360" progId="Equation.3">
                  <p:embed/>
                </p:oleObj>
              </mc:Choice>
              <mc:Fallback>
                <p:oleObj name="公式" r:id="rId23" imgW="609480" imgH="279360" progId="Equation.3">
                  <p:embed/>
                  <p:pic>
                    <p:nvPicPr>
                      <p:cNvPr id="133147" name="Object 27">
                        <a:extLst>
                          <a:ext uri="{FF2B5EF4-FFF2-40B4-BE49-F238E27FC236}">
                            <a16:creationId xmlns:a16="http://schemas.microsoft.com/office/drawing/2014/main" id="{3B788A6E-2202-4CE5-98C9-DFF6C557EC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4437063"/>
                        <a:ext cx="612775" cy="271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8" name="Object 28">
            <a:extLst>
              <a:ext uri="{FF2B5EF4-FFF2-40B4-BE49-F238E27FC236}">
                <a16:creationId xmlns:a16="http://schemas.microsoft.com/office/drawing/2014/main" id="{9C959517-A71B-4CBE-A49B-CC525F5740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4919663"/>
          <a:ext cx="1443038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52" name="公式" r:id="rId25" imgW="1422360" imgH="342720" progId="Equation.3">
                  <p:embed/>
                </p:oleObj>
              </mc:Choice>
              <mc:Fallback>
                <p:oleObj name="公式" r:id="rId25" imgW="1422360" imgH="342720" progId="Equation.3">
                  <p:embed/>
                  <p:pic>
                    <p:nvPicPr>
                      <p:cNvPr id="133148" name="Object 28">
                        <a:extLst>
                          <a:ext uri="{FF2B5EF4-FFF2-40B4-BE49-F238E27FC236}">
                            <a16:creationId xmlns:a16="http://schemas.microsoft.com/office/drawing/2014/main" id="{9C959517-A71B-4CBE-A49B-CC525F5740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919663"/>
                        <a:ext cx="1443038" cy="350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9" name="Object 29">
            <a:extLst>
              <a:ext uri="{FF2B5EF4-FFF2-40B4-BE49-F238E27FC236}">
                <a16:creationId xmlns:a16="http://schemas.microsoft.com/office/drawing/2014/main" id="{2AB961F9-5108-4224-849D-3AA6345435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4911725"/>
          <a:ext cx="296862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53" name="公式" r:id="rId27" imgW="291960" imgH="330120" progId="Equation.3">
                  <p:embed/>
                </p:oleObj>
              </mc:Choice>
              <mc:Fallback>
                <p:oleObj name="公式" r:id="rId27" imgW="291960" imgH="330120" progId="Equation.3">
                  <p:embed/>
                  <p:pic>
                    <p:nvPicPr>
                      <p:cNvPr id="133149" name="Object 29">
                        <a:extLst>
                          <a:ext uri="{FF2B5EF4-FFF2-40B4-BE49-F238E27FC236}">
                            <a16:creationId xmlns:a16="http://schemas.microsoft.com/office/drawing/2014/main" id="{2AB961F9-5108-4224-849D-3AA6345435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4911725"/>
                        <a:ext cx="296862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0" name="Rectangle 30">
            <a:extLst>
              <a:ext uri="{FF2B5EF4-FFF2-40B4-BE49-F238E27FC236}">
                <a16:creationId xmlns:a16="http://schemas.microsoft.com/office/drawing/2014/main" id="{8C88DEAF-3608-4B24-B9C0-B92AB8BD1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963" y="4292600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151" name="Rectangle 31">
            <a:extLst>
              <a:ext uri="{FF2B5EF4-FFF2-40B4-BE49-F238E27FC236}">
                <a16:creationId xmlns:a16="http://schemas.microsoft.com/office/drawing/2014/main" id="{B3F2B906-3BF4-4FE7-90AF-AAF80411D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013" y="4292600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在含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152" name="Rectangle 32">
            <a:extLst>
              <a:ext uri="{FF2B5EF4-FFF2-40B4-BE49-F238E27FC236}">
                <a16:creationId xmlns:a16="http://schemas.microsoft.com/office/drawing/2014/main" id="{80A8D7AB-1C80-4578-BE1C-B943B2622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2288" y="4306888"/>
            <a:ext cx="110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的区间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153" name="Rectangle 33">
            <a:extLst>
              <a:ext uri="{FF2B5EF4-FFF2-40B4-BE49-F238E27FC236}">
                <a16:creationId xmlns:a16="http://schemas.microsoft.com/office/drawing/2014/main" id="{8B87B144-CF44-4CEC-AAEE-65797E7B4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450" y="4306888"/>
            <a:ext cx="2330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阶可导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那么对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154" name="Rectangle 34">
            <a:extLst>
              <a:ext uri="{FF2B5EF4-FFF2-40B4-BE49-F238E27FC236}">
                <a16:creationId xmlns:a16="http://schemas.microsoft.com/office/drawing/2014/main" id="{C97AD2F0-E47A-487F-B16E-1345F4DAF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8688" y="4797425"/>
            <a:ext cx="202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至少存在一个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155" name="Rectangle 35">
            <a:extLst>
              <a:ext uri="{FF2B5EF4-FFF2-40B4-BE49-F238E27FC236}">
                <a16:creationId xmlns:a16="http://schemas.microsoft.com/office/drawing/2014/main" id="{3F0CCD9A-3D43-4429-A85C-54643C627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7075" y="4797425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156" name="Rectangle 36">
            <a:extLst>
              <a:ext uri="{FF2B5EF4-FFF2-40B4-BE49-F238E27FC236}">
                <a16:creationId xmlns:a16="http://schemas.microsoft.com/office/drawing/2014/main" id="{40318149-355A-4E06-8231-4D1EE968E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84213" y="6162675"/>
            <a:ext cx="9144001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33157" name="Object 37">
            <a:extLst>
              <a:ext uri="{FF2B5EF4-FFF2-40B4-BE49-F238E27FC236}">
                <a16:creationId xmlns:a16="http://schemas.microsoft.com/office/drawing/2014/main" id="{FC28B45A-5855-40B9-AE06-0F39035D05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5300663"/>
          <a:ext cx="79438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54" name="公式" r:id="rId29" imgW="7937280" imgH="761760" progId="Equation.3">
                  <p:embed/>
                </p:oleObj>
              </mc:Choice>
              <mc:Fallback>
                <p:oleObj name="公式" r:id="rId29" imgW="7937280" imgH="761760" progId="Equation.3">
                  <p:embed/>
                  <p:pic>
                    <p:nvPicPr>
                      <p:cNvPr id="133157" name="Object 37">
                        <a:extLst>
                          <a:ext uri="{FF2B5EF4-FFF2-40B4-BE49-F238E27FC236}">
                            <a16:creationId xmlns:a16="http://schemas.microsoft.com/office/drawing/2014/main" id="{FC28B45A-5855-40B9-AE06-0F39035D05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300663"/>
                        <a:ext cx="7943850" cy="758825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8" name="Object 38">
            <a:extLst>
              <a:ext uri="{FF2B5EF4-FFF2-40B4-BE49-F238E27FC236}">
                <a16:creationId xmlns:a16="http://schemas.microsoft.com/office/drawing/2014/main" id="{77B595A0-DF41-4DBB-96B2-F9BDC801CB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6238" y="6049963"/>
          <a:ext cx="366712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55" name="公式" r:id="rId31" imgW="3657600" imgH="825480" progId="Equation.3">
                  <p:embed/>
                </p:oleObj>
              </mc:Choice>
              <mc:Fallback>
                <p:oleObj name="公式" r:id="rId31" imgW="3657600" imgH="825480" progId="Equation.3">
                  <p:embed/>
                  <p:pic>
                    <p:nvPicPr>
                      <p:cNvPr id="133158" name="Object 38">
                        <a:extLst>
                          <a:ext uri="{FF2B5EF4-FFF2-40B4-BE49-F238E27FC236}">
                            <a16:creationId xmlns:a16="http://schemas.microsoft.com/office/drawing/2014/main" id="{77B595A0-DF41-4DBB-96B2-F9BDC801CB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238" y="6049963"/>
                        <a:ext cx="3667125" cy="83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9" name="Object 39">
            <a:extLst>
              <a:ext uri="{FF2B5EF4-FFF2-40B4-BE49-F238E27FC236}">
                <a16:creationId xmlns:a16="http://schemas.microsoft.com/office/drawing/2014/main" id="{74680025-6C12-48A3-98EC-ED5AE6BC0B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0213" y="6330950"/>
          <a:ext cx="220662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56" name="公式" r:id="rId33" imgW="215640" imgH="330120" progId="Equation.3">
                  <p:embed/>
                </p:oleObj>
              </mc:Choice>
              <mc:Fallback>
                <p:oleObj name="公式" r:id="rId33" imgW="215640" imgH="330120" progId="Equation.3">
                  <p:embed/>
                  <p:pic>
                    <p:nvPicPr>
                      <p:cNvPr id="133159" name="Object 39">
                        <a:extLst>
                          <a:ext uri="{FF2B5EF4-FFF2-40B4-BE49-F238E27FC236}">
                            <a16:creationId xmlns:a16="http://schemas.microsoft.com/office/drawing/2014/main" id="{74680025-6C12-48A3-98EC-ED5AE6BC0B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0213" y="6330950"/>
                        <a:ext cx="220662" cy="334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0" name="Object 40">
            <a:extLst>
              <a:ext uri="{FF2B5EF4-FFF2-40B4-BE49-F238E27FC236}">
                <a16:creationId xmlns:a16="http://schemas.microsoft.com/office/drawing/2014/main" id="{C2F509CB-26F8-4269-9C56-4F94EFF7CC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0938" y="6296025"/>
          <a:ext cx="3238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57" name="公式" r:id="rId35" imgW="317225" imgH="380670" progId="Equation.3">
                  <p:embed/>
                </p:oleObj>
              </mc:Choice>
              <mc:Fallback>
                <p:oleObj name="公式" r:id="rId35" imgW="317225" imgH="380670" progId="Equation.3">
                  <p:embed/>
                  <p:pic>
                    <p:nvPicPr>
                      <p:cNvPr id="133160" name="Object 40">
                        <a:extLst>
                          <a:ext uri="{FF2B5EF4-FFF2-40B4-BE49-F238E27FC236}">
                            <a16:creationId xmlns:a16="http://schemas.microsoft.com/office/drawing/2014/main" id="{C2F509CB-26F8-4269-9C56-4F94EFF7CC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0938" y="6296025"/>
                        <a:ext cx="3238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1" name="Object 41">
            <a:extLst>
              <a:ext uri="{FF2B5EF4-FFF2-40B4-BE49-F238E27FC236}">
                <a16:creationId xmlns:a16="http://schemas.microsoft.com/office/drawing/2014/main" id="{7FAA3CB7-E8BA-470E-9A8D-B4C191091A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5" y="6388100"/>
          <a:ext cx="219075" cy="21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58" name="公式" r:id="rId37" imgW="228501" imgH="215806" progId="Equation.3">
                  <p:embed/>
                </p:oleObj>
              </mc:Choice>
              <mc:Fallback>
                <p:oleObj name="公式" r:id="rId37" imgW="228501" imgH="215806" progId="Equation.3">
                  <p:embed/>
                  <p:pic>
                    <p:nvPicPr>
                      <p:cNvPr id="133161" name="Object 41">
                        <a:extLst>
                          <a:ext uri="{FF2B5EF4-FFF2-40B4-BE49-F238E27FC236}">
                            <a16:creationId xmlns:a16="http://schemas.microsoft.com/office/drawing/2014/main" id="{7FAA3CB7-E8BA-470E-9A8D-B4C191091A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6388100"/>
                        <a:ext cx="219075" cy="21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2" name="Rectangle 42">
            <a:extLst>
              <a:ext uri="{FF2B5EF4-FFF2-40B4-BE49-F238E27FC236}">
                <a16:creationId xmlns:a16="http://schemas.microsoft.com/office/drawing/2014/main" id="{D8FA7402-03AF-40E6-8E7D-293320FA8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3" y="6203950"/>
            <a:ext cx="950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其中 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86" name="Rectangle 43">
            <a:extLst>
              <a:ext uri="{FF2B5EF4-FFF2-40B4-BE49-F238E27FC236}">
                <a16:creationId xmlns:a16="http://schemas.microsoft.com/office/drawing/2014/main" id="{67B0CA3F-D54F-4AA2-AACE-E6A671232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7638" y="36004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164" name="Rectangle 44">
            <a:extLst>
              <a:ext uri="{FF2B5EF4-FFF2-40B4-BE49-F238E27FC236}">
                <a16:creationId xmlns:a16="http://schemas.microsoft.com/office/drawing/2014/main" id="{6A1B3D17-5966-4CE5-AA33-33B3B4C29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25" y="6202363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165" name="Rectangle 45">
            <a:extLst>
              <a:ext uri="{FF2B5EF4-FFF2-40B4-BE49-F238E27FC236}">
                <a16:creationId xmlns:a16="http://schemas.microsoft.com/office/drawing/2014/main" id="{8EABB725-EA2A-428C-A264-B5EE3DD72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4788" y="6202363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166" name="Rectangle 46">
            <a:extLst>
              <a:ext uri="{FF2B5EF4-FFF2-40B4-BE49-F238E27FC236}">
                <a16:creationId xmlns:a16="http://schemas.microsoft.com/office/drawing/2014/main" id="{4F3D59D2-39DC-4996-A755-D5692E5A3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6203950"/>
            <a:ext cx="950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之间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3167" name="Rectangle 47">
            <a:extLst>
              <a:ext uri="{FF2B5EF4-FFF2-40B4-BE49-F238E27FC236}">
                <a16:creationId xmlns:a16="http://schemas.microsoft.com/office/drawing/2014/main" id="{13C7BD12-4A17-4B6C-A434-F1D52FE01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9488" y="4306888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内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3168" name="Object 48">
            <a:extLst>
              <a:ext uri="{FF2B5EF4-FFF2-40B4-BE49-F238E27FC236}">
                <a16:creationId xmlns:a16="http://schemas.microsoft.com/office/drawing/2014/main" id="{34E24592-1256-4A67-9818-021E9378BE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4435475"/>
          <a:ext cx="649288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59" name="公式" r:id="rId39" imgW="672840" imgH="342720" progId="Equation.3">
                  <p:embed/>
                </p:oleObj>
              </mc:Choice>
              <mc:Fallback>
                <p:oleObj name="公式" r:id="rId39" imgW="672840" imgH="342720" progId="Equation.3">
                  <p:embed/>
                  <p:pic>
                    <p:nvPicPr>
                      <p:cNvPr id="133168" name="Object 48">
                        <a:extLst>
                          <a:ext uri="{FF2B5EF4-FFF2-40B4-BE49-F238E27FC236}">
                            <a16:creationId xmlns:a16="http://schemas.microsoft.com/office/drawing/2014/main" id="{34E24592-1256-4A67-9818-021E9378BE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4435475"/>
                        <a:ext cx="649288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3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3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3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3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3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33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3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33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33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3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3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33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33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33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3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3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3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33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33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33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33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33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33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33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33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33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33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4" grpId="0"/>
      <p:bldP spid="133131" grpId="0"/>
      <p:bldP spid="133132" grpId="0"/>
      <p:bldP spid="133133" grpId="0"/>
      <p:bldP spid="133134" grpId="0"/>
      <p:bldP spid="133135" grpId="0"/>
      <p:bldP spid="133140" grpId="0"/>
      <p:bldP spid="133141" grpId="0"/>
      <p:bldP spid="133144" grpId="0"/>
      <p:bldP spid="133150" grpId="0"/>
      <p:bldP spid="133151" grpId="0"/>
      <p:bldP spid="133152" grpId="0"/>
      <p:bldP spid="133153" grpId="0"/>
      <p:bldP spid="133154" grpId="0"/>
      <p:bldP spid="133155" grpId="0"/>
      <p:bldP spid="133156" grpId="0" animBg="1"/>
      <p:bldP spid="133162" grpId="0"/>
      <p:bldP spid="133164" grpId="0"/>
      <p:bldP spid="133165" grpId="0"/>
      <p:bldP spid="133166" grpId="0"/>
      <p:bldP spid="13316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708BA136-8F4F-47C9-84AB-893AC9356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273300"/>
            <a:ext cx="568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总结：</a:t>
            </a:r>
            <a:r>
              <a:rPr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．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本质：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用多项式逼近</a:t>
            </a:r>
            <a:endParaRPr lang="zh-CN" altLang="en-US" sz="240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41">
            <a:extLst>
              <a:ext uri="{FF2B5EF4-FFF2-40B4-BE49-F238E27FC236}">
                <a16:creationId xmlns:a16="http://schemas.microsoft.com/office/drawing/2014/main" id="{D129EDDD-2EB3-41F1-BCA8-F5DE09B9F3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4875" y="2359025"/>
          <a:ext cx="6762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8" name="公式" r:id="rId3" imgW="672808" imgH="342751" progId="Equation.3">
                  <p:embed/>
                </p:oleObj>
              </mc:Choice>
              <mc:Fallback>
                <p:oleObj name="公式" r:id="rId3" imgW="672808" imgH="342751" progId="Equation.3">
                  <p:embed/>
                  <p:pic>
                    <p:nvPicPr>
                      <p:cNvPr id="3" name="Object 41">
                        <a:extLst>
                          <a:ext uri="{FF2B5EF4-FFF2-40B4-BE49-F238E27FC236}">
                            <a16:creationId xmlns:a16="http://schemas.microsoft.com/office/drawing/2014/main" id="{D129EDDD-2EB3-41F1-BCA8-F5DE09B9F3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2359025"/>
                        <a:ext cx="6762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4">
            <a:extLst>
              <a:ext uri="{FF2B5EF4-FFF2-40B4-BE49-F238E27FC236}">
                <a16:creationId xmlns:a16="http://schemas.microsoft.com/office/drawing/2014/main" id="{81202FC3-F753-4BBC-9DB3-3BE228AF5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2773363"/>
            <a:ext cx="26590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信息表示未知点。</a:t>
            </a:r>
            <a:endParaRPr lang="zh-CN" altLang="en-US" sz="240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B2ABB312-6C69-444A-957C-0A750B604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2227263"/>
            <a:ext cx="2041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ea typeface="黑体" panose="02010609060101010101" pitchFamily="49" charset="-122"/>
              </a:rPr>
              <a:t>；用已知点的</a:t>
            </a:r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DB812BC1-12EE-403B-9C8B-61DB8F619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3213100"/>
            <a:ext cx="50784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 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．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Peano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：定性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; Lagrange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：定量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ACC0DFC1-5131-4A02-A79F-F4BECA56E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3789363"/>
            <a:ext cx="63801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．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Peano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：局部（求极限，求极值），</a:t>
            </a:r>
            <a:endParaRPr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Lagrange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：整体（求最值，证明不等式）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FAA95F7E-07C4-4AC7-B4D2-BA72662B3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4724400"/>
            <a:ext cx="5610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．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Lagrange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定理是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Taylor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定理的特例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B8273AB5-180A-45F7-B65B-B64480BD3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846763"/>
            <a:ext cx="12668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四大中</a:t>
            </a:r>
          </a:p>
          <a:p>
            <a:pPr eaLnBrk="1" hangingPunct="1"/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值定理</a:t>
            </a:r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10" name="Object 42">
            <a:extLst>
              <a:ext uri="{FF2B5EF4-FFF2-40B4-BE49-F238E27FC236}">
                <a16:creationId xmlns:a16="http://schemas.microsoft.com/office/drawing/2014/main" id="{1496D34F-5357-4B87-9A3A-B8A7094A14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0438" y="6432550"/>
          <a:ext cx="6762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9" name="公式" r:id="rId5" imgW="672808" imgH="342751" progId="Equation.3">
                  <p:embed/>
                </p:oleObj>
              </mc:Choice>
              <mc:Fallback>
                <p:oleObj name="公式" r:id="rId5" imgW="672808" imgH="342751" progId="Equation.3">
                  <p:embed/>
                  <p:pic>
                    <p:nvPicPr>
                      <p:cNvPr id="10" name="Object 42">
                        <a:extLst>
                          <a:ext uri="{FF2B5EF4-FFF2-40B4-BE49-F238E27FC236}">
                            <a16:creationId xmlns:a16="http://schemas.microsoft.com/office/drawing/2014/main" id="{1496D34F-5357-4B87-9A3A-B8A7094A14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6432550"/>
                        <a:ext cx="6762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3">
            <a:extLst>
              <a:ext uri="{FF2B5EF4-FFF2-40B4-BE49-F238E27FC236}">
                <a16:creationId xmlns:a16="http://schemas.microsoft.com/office/drawing/2014/main" id="{A1E9FA0D-5109-4154-BD70-C6FDCDBB30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3313" y="5846763"/>
          <a:ext cx="6762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0" name="公式" r:id="rId7" imgW="672808" imgH="342751" progId="Equation.3">
                  <p:embed/>
                </p:oleObj>
              </mc:Choice>
              <mc:Fallback>
                <p:oleObj name="公式" r:id="rId7" imgW="672808" imgH="342751" progId="Equation.3">
                  <p:embed/>
                  <p:pic>
                    <p:nvPicPr>
                      <p:cNvPr id="11" name="Object 43">
                        <a:extLst>
                          <a:ext uri="{FF2B5EF4-FFF2-40B4-BE49-F238E27FC236}">
                            <a16:creationId xmlns:a16="http://schemas.microsoft.com/office/drawing/2014/main" id="{A1E9FA0D-5109-4154-BD70-C6FDCDBB30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3" y="5846763"/>
                        <a:ext cx="6762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2">
            <a:extLst>
              <a:ext uri="{FF2B5EF4-FFF2-40B4-BE49-F238E27FC236}">
                <a16:creationId xmlns:a16="http://schemas.microsoft.com/office/drawing/2014/main" id="{BECB1DB6-01F9-49D0-B473-68A483866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5775325"/>
            <a:ext cx="2305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前三个建立</a:t>
            </a:r>
            <a:endParaRPr lang="zh-CN" altLang="en-US" sz="240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7B9C1B95-DB32-4587-AA0B-6C49CE44E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88" y="5775325"/>
            <a:ext cx="4176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与一阶导数的关系；</a:t>
            </a:r>
            <a:endParaRPr lang="zh-CN" altLang="en-US" sz="240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26">
            <a:extLst>
              <a:ext uri="{FF2B5EF4-FFF2-40B4-BE49-F238E27FC236}">
                <a16:creationId xmlns:a16="http://schemas.microsoft.com/office/drawing/2014/main" id="{63B117D9-844F-4E6A-9069-0796FBA56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6351588"/>
            <a:ext cx="24495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Taylor</a:t>
            </a:r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建立</a:t>
            </a:r>
            <a:endParaRPr lang="zh-CN" altLang="en-US" sz="240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27">
            <a:extLst>
              <a:ext uri="{FF2B5EF4-FFF2-40B4-BE49-F238E27FC236}">
                <a16:creationId xmlns:a16="http://schemas.microsoft.com/office/drawing/2014/main" id="{02212DB8-668F-498E-907E-4C5DF129B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813" y="6351588"/>
            <a:ext cx="3587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与高阶导数之间的关系。</a:t>
            </a:r>
            <a:endParaRPr lang="zh-CN" altLang="en-US" sz="240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3128" name="Object 8">
            <a:extLst>
              <a:ext uri="{FF2B5EF4-FFF2-40B4-BE49-F238E27FC236}">
                <a16:creationId xmlns:a16="http://schemas.microsoft.com/office/drawing/2014/main" id="{3CBC59FE-95D2-42A1-A529-ABAD39B742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404813"/>
          <a:ext cx="7275513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1" name="Equation" r:id="rId9" imgW="4394160" imgH="419040" progId="Equation.DSMT4">
                  <p:embed/>
                </p:oleObj>
              </mc:Choice>
              <mc:Fallback>
                <p:oleObj name="Equation" r:id="rId9" imgW="4394160" imgH="419040" progId="Equation.DSMT4">
                  <p:embed/>
                  <p:pic>
                    <p:nvPicPr>
                      <p:cNvPr id="133128" name="Object 8">
                        <a:extLst>
                          <a:ext uri="{FF2B5EF4-FFF2-40B4-BE49-F238E27FC236}">
                            <a16:creationId xmlns:a16="http://schemas.microsoft.com/office/drawing/2014/main" id="{3CBC59FE-95D2-42A1-A529-ABAD39B742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04813"/>
                        <a:ext cx="7275513" cy="693737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7" name="Object 37">
            <a:extLst>
              <a:ext uri="{FF2B5EF4-FFF2-40B4-BE49-F238E27FC236}">
                <a16:creationId xmlns:a16="http://schemas.microsoft.com/office/drawing/2014/main" id="{E870B27D-B50D-4BB2-9EE6-AE95D32821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1341438"/>
          <a:ext cx="789305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2" name="Equation" r:id="rId11" imgW="4851360" imgH="444240" progId="Equation.DSMT4">
                  <p:embed/>
                </p:oleObj>
              </mc:Choice>
              <mc:Fallback>
                <p:oleObj name="Equation" r:id="rId11" imgW="4851360" imgH="444240" progId="Equation.DSMT4">
                  <p:embed/>
                  <p:pic>
                    <p:nvPicPr>
                      <p:cNvPr id="133157" name="Object 37">
                        <a:extLst>
                          <a:ext uri="{FF2B5EF4-FFF2-40B4-BE49-F238E27FC236}">
                            <a16:creationId xmlns:a16="http://schemas.microsoft.com/office/drawing/2014/main" id="{E870B27D-B50D-4BB2-9EE6-AE95D32821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341438"/>
                        <a:ext cx="7893050" cy="719137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8">
            <a:extLst>
              <a:ext uri="{FF2B5EF4-FFF2-40B4-BE49-F238E27FC236}">
                <a16:creationId xmlns:a16="http://schemas.microsoft.com/office/drawing/2014/main" id="{03B2B20B-03AF-42D8-A29A-02C244D66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5157788"/>
            <a:ext cx="5137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．哪个点的信息多，哪个选为   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42" name="Object 7">
            <a:extLst>
              <a:ext uri="{FF2B5EF4-FFF2-40B4-BE49-F238E27FC236}">
                <a16:creationId xmlns:a16="http://schemas.microsoft.com/office/drawing/2014/main" id="{A51091A9-1357-4C70-83F1-5553CBC311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5229225"/>
          <a:ext cx="233362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3" name="Equation" r:id="rId13" imgW="177480" imgH="228600" progId="Equation.DSMT4">
                  <p:embed/>
                </p:oleObj>
              </mc:Choice>
              <mc:Fallback>
                <p:oleObj name="Equation" r:id="rId13" imgW="177480" imgH="228600" progId="Equation.DSMT4">
                  <p:embed/>
                  <p:pic>
                    <p:nvPicPr>
                      <p:cNvPr id="42" name="Object 7">
                        <a:extLst>
                          <a:ext uri="{FF2B5EF4-FFF2-40B4-BE49-F238E27FC236}">
                            <a16:creationId xmlns:a16="http://schemas.microsoft.com/office/drawing/2014/main" id="{A51091A9-1357-4C70-83F1-5553CBC311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5229225"/>
                        <a:ext cx="233362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33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8" grpId="0"/>
      <p:bldP spid="9" grpId="0"/>
      <p:bldP spid="12" grpId="0"/>
      <p:bldP spid="13" grpId="0"/>
      <p:bldP spid="14" grpId="0"/>
      <p:bldP spid="15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5C9B004E-127A-4622-A638-E32BB330F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28625" y="150813"/>
            <a:ext cx="712946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7143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几个初等函数的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Maclaurin</a:t>
            </a:r>
            <a:r>
              <a:rPr lang="zh-CN" altLang="en-US" sz="24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公式</a:t>
            </a:r>
            <a:endParaRPr lang="zh-CN" altLang="en-US" sz="240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40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4007CE-BBDC-44C5-B689-367173B6A85C}"/>
              </a:ext>
            </a:extLst>
          </p:cNvPr>
          <p:cNvSpPr/>
          <p:nvPr/>
        </p:nvSpPr>
        <p:spPr>
          <a:xfrm>
            <a:off x="107950" y="771525"/>
            <a:ext cx="8891588" cy="9366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 typeface="Arial" charset="0"/>
              <a:buNone/>
              <a:defRPr/>
            </a:pPr>
            <a:endParaRPr lang="zh-CN" altLang="en-US"/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E2EB23A0-C061-468A-B33A-9308E2FF34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765175"/>
          <a:ext cx="8101013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08" name="Equation" r:id="rId3" imgW="3644640" imgH="419040" progId="Equation.DSMT4">
                  <p:embed/>
                </p:oleObj>
              </mc:Choice>
              <mc:Fallback>
                <p:oleObj name="Equation" r:id="rId3" imgW="3644640" imgH="41904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E2EB23A0-C061-468A-B33A-9308E2FF34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765175"/>
                        <a:ext cx="8101013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2" name="Object 2">
            <a:extLst>
              <a:ext uri="{FF2B5EF4-FFF2-40B4-BE49-F238E27FC236}">
                <a16:creationId xmlns:a16="http://schemas.microsoft.com/office/drawing/2014/main" id="{66C8E637-B39B-4D81-B0A8-234B6D1E77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1916113"/>
          <a:ext cx="3233738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09" name="Equation" r:id="rId5" imgW="3695400" imgH="774360" progId="Equation.DSMT4">
                  <p:embed/>
                </p:oleObj>
              </mc:Choice>
              <mc:Fallback>
                <p:oleObj name="Equation" r:id="rId5" imgW="3695400" imgH="774360" progId="Equation.DSMT4">
                  <p:embed/>
                  <p:pic>
                    <p:nvPicPr>
                      <p:cNvPr id="10242" name="Object 2">
                        <a:extLst>
                          <a:ext uri="{FF2B5EF4-FFF2-40B4-BE49-F238E27FC236}">
                            <a16:creationId xmlns:a16="http://schemas.microsoft.com/office/drawing/2014/main" id="{66C8E637-B39B-4D81-B0A8-234B6D1E77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916113"/>
                        <a:ext cx="3233738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>
            <a:extLst>
              <a:ext uri="{FF2B5EF4-FFF2-40B4-BE49-F238E27FC236}">
                <a16:creationId xmlns:a16="http://schemas.microsoft.com/office/drawing/2014/main" id="{9D051F2C-4CFF-4687-A6FC-5065F2488B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2060575"/>
          <a:ext cx="608012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0" name="Equation" r:id="rId7" imgW="698197" imgH="342751" progId="Equation.DSMT4">
                  <p:embed/>
                </p:oleObj>
              </mc:Choice>
              <mc:Fallback>
                <p:oleObj name="Equation" r:id="rId7" imgW="698197" imgH="342751" progId="Equation.DSMT4">
                  <p:embed/>
                  <p:pic>
                    <p:nvPicPr>
                      <p:cNvPr id="10247" name="Object 7">
                        <a:extLst>
                          <a:ext uri="{FF2B5EF4-FFF2-40B4-BE49-F238E27FC236}">
                            <a16:creationId xmlns:a16="http://schemas.microsoft.com/office/drawing/2014/main" id="{9D051F2C-4CFF-4687-A6FC-5065F2488B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060575"/>
                        <a:ext cx="608012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">
            <a:extLst>
              <a:ext uri="{FF2B5EF4-FFF2-40B4-BE49-F238E27FC236}">
                <a16:creationId xmlns:a16="http://schemas.microsoft.com/office/drawing/2014/main" id="{3CA12296-27BB-4AFB-9FA6-D849E87FD9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2924175"/>
          <a:ext cx="11112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1" name="Equation" r:id="rId9" imgW="571320" imgH="228600" progId="Equation.DSMT4">
                  <p:embed/>
                </p:oleObj>
              </mc:Choice>
              <mc:Fallback>
                <p:oleObj name="Equation" r:id="rId9" imgW="571320" imgH="228600" progId="Equation.DSMT4">
                  <p:embed/>
                  <p:pic>
                    <p:nvPicPr>
                      <p:cNvPr id="10244" name="Object 4">
                        <a:extLst>
                          <a:ext uri="{FF2B5EF4-FFF2-40B4-BE49-F238E27FC236}">
                            <a16:creationId xmlns:a16="http://schemas.microsoft.com/office/drawing/2014/main" id="{3CA12296-27BB-4AFB-9FA6-D849E87FD9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924175"/>
                        <a:ext cx="11112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>
            <a:extLst>
              <a:ext uri="{FF2B5EF4-FFF2-40B4-BE49-F238E27FC236}">
                <a16:creationId xmlns:a16="http://schemas.microsoft.com/office/drawing/2014/main" id="{31792348-0D99-4ACA-B2AC-CF6AE16E12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2787650"/>
          <a:ext cx="36480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2" name="Equation" r:id="rId11" imgW="4025900" imgH="838200" progId="Equation.DSMT4">
                  <p:embed/>
                </p:oleObj>
              </mc:Choice>
              <mc:Fallback>
                <p:oleObj name="Equation" r:id="rId11" imgW="4025900" imgH="838200" progId="Equation.DSMT4">
                  <p:embed/>
                  <p:pic>
                    <p:nvPicPr>
                      <p:cNvPr id="10245" name="Object 5">
                        <a:extLst>
                          <a:ext uri="{FF2B5EF4-FFF2-40B4-BE49-F238E27FC236}">
                            <a16:creationId xmlns:a16="http://schemas.microsoft.com/office/drawing/2014/main" id="{31792348-0D99-4ACA-B2AC-CF6AE16E12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2787650"/>
                        <a:ext cx="36480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8">
            <a:extLst>
              <a:ext uri="{FF2B5EF4-FFF2-40B4-BE49-F238E27FC236}">
                <a16:creationId xmlns:a16="http://schemas.microsoft.com/office/drawing/2014/main" id="{41D2163D-BDE8-4414-9D50-B5D0720E6F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513" y="2984500"/>
          <a:ext cx="91440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3" name="Equation" r:id="rId13" imgW="939392" imgH="304668" progId="Equation.DSMT4">
                  <p:embed/>
                </p:oleObj>
              </mc:Choice>
              <mc:Fallback>
                <p:oleObj name="Equation" r:id="rId13" imgW="939392" imgH="304668" progId="Equation.DSMT4">
                  <p:embed/>
                  <p:pic>
                    <p:nvPicPr>
                      <p:cNvPr id="10248" name="Object 8">
                        <a:extLst>
                          <a:ext uri="{FF2B5EF4-FFF2-40B4-BE49-F238E27FC236}">
                            <a16:creationId xmlns:a16="http://schemas.microsoft.com/office/drawing/2014/main" id="{41D2163D-BDE8-4414-9D50-B5D0720E6F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3" y="2984500"/>
                        <a:ext cx="914400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6">
            <a:extLst>
              <a:ext uri="{FF2B5EF4-FFF2-40B4-BE49-F238E27FC236}">
                <a16:creationId xmlns:a16="http://schemas.microsoft.com/office/drawing/2014/main" id="{0B6D394D-16AE-4C52-92B9-41F4C9F72D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3789363"/>
          <a:ext cx="5118100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4" name="Equation" r:id="rId15" imgW="5663880" imgH="838080" progId="Equation.DSMT4">
                  <p:embed/>
                </p:oleObj>
              </mc:Choice>
              <mc:Fallback>
                <p:oleObj name="Equation" r:id="rId15" imgW="5663880" imgH="838080" progId="Equation.DSMT4">
                  <p:embed/>
                  <p:pic>
                    <p:nvPicPr>
                      <p:cNvPr id="10246" name="Object 6">
                        <a:extLst>
                          <a:ext uri="{FF2B5EF4-FFF2-40B4-BE49-F238E27FC236}">
                            <a16:creationId xmlns:a16="http://schemas.microsoft.com/office/drawing/2014/main" id="{0B6D394D-16AE-4C52-92B9-41F4C9F72D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789363"/>
                        <a:ext cx="5118100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26">
            <a:extLst>
              <a:ext uri="{FF2B5EF4-FFF2-40B4-BE49-F238E27FC236}">
                <a16:creationId xmlns:a16="http://schemas.microsoft.com/office/drawing/2014/main" id="{CD7B02B6-1DAF-45E6-820A-F797FC4B018E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5875338"/>
            <a:ext cx="5710237" cy="611187"/>
            <a:chOff x="164590" y="1167319"/>
            <a:chExt cx="6861897" cy="723900"/>
          </a:xfrm>
        </p:grpSpPr>
        <p:graphicFrame>
          <p:nvGraphicFramePr>
            <p:cNvPr id="4106" name="Object 10">
              <a:extLst>
                <a:ext uri="{FF2B5EF4-FFF2-40B4-BE49-F238E27FC236}">
                  <a16:creationId xmlns:a16="http://schemas.microsoft.com/office/drawing/2014/main" id="{C9B684ED-7DA3-4D7F-A91E-AC5795625A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7247" y="1167319"/>
            <a:ext cx="52959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15" name="Equation" r:id="rId17" imgW="5880100" imgH="723900" progId="Equation.DSMT4">
                    <p:embed/>
                  </p:oleObj>
                </mc:Choice>
                <mc:Fallback>
                  <p:oleObj name="Equation" r:id="rId17" imgW="5880100" imgH="723900" progId="Equation.DSMT4">
                    <p:embed/>
                    <p:pic>
                      <p:nvPicPr>
                        <p:cNvPr id="4106" name="Object 10">
                          <a:extLst>
                            <a:ext uri="{FF2B5EF4-FFF2-40B4-BE49-F238E27FC236}">
                              <a16:creationId xmlns:a16="http://schemas.microsoft.com/office/drawing/2014/main" id="{C9B684ED-7DA3-4D7F-A91E-AC5795625A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7247" y="1167319"/>
                          <a:ext cx="52959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3" name="Text Box 8">
              <a:extLst>
                <a:ext uri="{FF2B5EF4-FFF2-40B4-BE49-F238E27FC236}">
                  <a16:creationId xmlns:a16="http://schemas.microsoft.com/office/drawing/2014/main" id="{DBDC01C2-D335-4DF7-9231-0FAE7895A6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590" y="1252626"/>
              <a:ext cx="432657" cy="5469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5)</a:t>
              </a:r>
            </a:p>
          </p:txBody>
        </p:sp>
        <p:graphicFrame>
          <p:nvGraphicFramePr>
            <p:cNvPr id="4107" name="Object 12">
              <a:extLst>
                <a:ext uri="{FF2B5EF4-FFF2-40B4-BE49-F238E27FC236}">
                  <a16:creationId xmlns:a16="http://schemas.microsoft.com/office/drawing/2014/main" id="{0FD7F59E-75B0-4A01-B293-9B6A7646AF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48993" y="1254221"/>
            <a:ext cx="977494" cy="470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16" name="Equation" r:id="rId19" imgW="533160" imgH="228600" progId="Equation.DSMT4">
                    <p:embed/>
                  </p:oleObj>
                </mc:Choice>
                <mc:Fallback>
                  <p:oleObj name="Equation" r:id="rId19" imgW="533160" imgH="228600" progId="Equation.DSMT4">
                    <p:embed/>
                    <p:pic>
                      <p:nvPicPr>
                        <p:cNvPr id="4107" name="Object 12">
                          <a:extLst>
                            <a:ext uri="{FF2B5EF4-FFF2-40B4-BE49-F238E27FC236}">
                              <a16:creationId xmlns:a16="http://schemas.microsoft.com/office/drawing/2014/main" id="{0FD7F59E-75B0-4A01-B293-9B6A7646AF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48993" y="1254221"/>
                          <a:ext cx="977494" cy="470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11">
            <a:extLst>
              <a:ext uri="{FF2B5EF4-FFF2-40B4-BE49-F238E27FC236}">
                <a16:creationId xmlns:a16="http://schemas.microsoft.com/office/drawing/2014/main" id="{32EFB0D3-8209-493E-BFED-0FC443D9D955}"/>
              </a:ext>
            </a:extLst>
          </p:cNvPr>
          <p:cNvGrpSpPr>
            <a:grpSpLocks/>
          </p:cNvGrpSpPr>
          <p:nvPr/>
        </p:nvGrpSpPr>
        <p:grpSpPr bwMode="auto">
          <a:xfrm>
            <a:off x="249238" y="4868863"/>
            <a:ext cx="5354637" cy="636587"/>
            <a:chOff x="90426" y="3840083"/>
            <a:chExt cx="5967470" cy="774001"/>
          </a:xfrm>
        </p:grpSpPr>
        <p:graphicFrame>
          <p:nvGraphicFramePr>
            <p:cNvPr id="4105" name="Object 13">
              <a:extLst>
                <a:ext uri="{FF2B5EF4-FFF2-40B4-BE49-F238E27FC236}">
                  <a16:creationId xmlns:a16="http://schemas.microsoft.com/office/drawing/2014/main" id="{E1DAB19E-0353-4C76-9ECA-3363F830E5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4903" y="3840083"/>
            <a:ext cx="5322993" cy="7740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17" name="Equation" r:id="rId21" imgW="5321160" imgH="774360" progId="Equation.DSMT4">
                    <p:embed/>
                  </p:oleObj>
                </mc:Choice>
                <mc:Fallback>
                  <p:oleObj name="Equation" r:id="rId21" imgW="5321160" imgH="774360" progId="Equation.DSMT4">
                    <p:embed/>
                    <p:pic>
                      <p:nvPicPr>
                        <p:cNvPr id="4105" name="Object 13">
                          <a:extLst>
                            <a:ext uri="{FF2B5EF4-FFF2-40B4-BE49-F238E27FC236}">
                              <a16:creationId xmlns:a16="http://schemas.microsoft.com/office/drawing/2014/main" id="{E1DAB19E-0353-4C76-9ECA-3363F830E5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4903" y="3840083"/>
                          <a:ext cx="5322993" cy="7740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2" name="Text Box 30">
              <a:extLst>
                <a:ext uri="{FF2B5EF4-FFF2-40B4-BE49-F238E27FC236}">
                  <a16:creationId xmlns:a16="http://schemas.microsoft.com/office/drawing/2014/main" id="{E95065E1-C9B5-4147-A191-52931CDB84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426" y="3908424"/>
              <a:ext cx="64953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zh-CN" altLang="en-US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0" name="Rectangle 4">
            <a:extLst>
              <a:ext uri="{FF2B5EF4-FFF2-40B4-BE49-F238E27FC236}">
                <a16:creationId xmlns:a16="http://schemas.microsoft.com/office/drawing/2014/main" id="{0806F988-3A5B-4F78-BFE9-8191020B2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57163"/>
            <a:ext cx="3816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CC0000"/>
                </a:solidFill>
                <a:ea typeface="黑体" panose="02010609060101010101" pitchFamily="49" charset="-122"/>
              </a:rPr>
              <a:t>7.</a:t>
            </a:r>
            <a:r>
              <a:rPr lang="zh-CN" altLang="en-US" sz="2800" b="1" dirty="0">
                <a:solidFill>
                  <a:srgbClr val="CC0000"/>
                </a:solidFill>
                <a:ea typeface="黑体" panose="02010609060101010101" pitchFamily="49" charset="-122"/>
              </a:rPr>
              <a:t>导数应用</a:t>
            </a:r>
          </a:p>
        </p:txBody>
      </p:sp>
      <p:sp>
        <p:nvSpPr>
          <p:cNvPr id="96278" name="Rectangle 22">
            <a:extLst>
              <a:ext uri="{FF2B5EF4-FFF2-40B4-BE49-F238E27FC236}">
                <a16:creationId xmlns:a16="http://schemas.microsoft.com/office/drawing/2014/main" id="{289E0FD6-47A6-480D-B4FA-FBA872A4B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6613"/>
            <a:ext cx="2330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函数的单调性</a:t>
            </a:r>
          </a:p>
        </p:txBody>
      </p:sp>
      <p:graphicFrame>
        <p:nvGraphicFramePr>
          <p:cNvPr id="96282" name="Object 26">
            <a:extLst>
              <a:ext uri="{FF2B5EF4-FFF2-40B4-BE49-F238E27FC236}">
                <a16:creationId xmlns:a16="http://schemas.microsoft.com/office/drawing/2014/main" id="{8B880E54-F377-4D2F-BA04-6A5A9F4719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2463" y="2185988"/>
          <a:ext cx="6731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9" name="公式" r:id="rId3" imgW="672840" imgH="342720" progId="Equation.3">
                  <p:embed/>
                </p:oleObj>
              </mc:Choice>
              <mc:Fallback>
                <p:oleObj name="公式" r:id="rId3" imgW="672840" imgH="342720" progId="Equation.3">
                  <p:embed/>
                  <p:pic>
                    <p:nvPicPr>
                      <p:cNvPr id="96282" name="Object 26">
                        <a:extLst>
                          <a:ext uri="{FF2B5EF4-FFF2-40B4-BE49-F238E27FC236}">
                            <a16:creationId xmlns:a16="http://schemas.microsoft.com/office/drawing/2014/main" id="{8B880E54-F377-4D2F-BA04-6A5A9F4719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2463" y="2185988"/>
                        <a:ext cx="673100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81" name="Object 25">
            <a:extLst>
              <a:ext uri="{FF2B5EF4-FFF2-40B4-BE49-F238E27FC236}">
                <a16:creationId xmlns:a16="http://schemas.microsoft.com/office/drawing/2014/main" id="{FB50EA3A-700C-41CA-8697-9D21DDCCBE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8150" y="2192338"/>
          <a:ext cx="128587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0" name="公式" r:id="rId5" imgW="1282680" imgH="355320" progId="Equation.3">
                  <p:embed/>
                </p:oleObj>
              </mc:Choice>
              <mc:Fallback>
                <p:oleObj name="公式" r:id="rId5" imgW="1282680" imgH="355320" progId="Equation.3">
                  <p:embed/>
                  <p:pic>
                    <p:nvPicPr>
                      <p:cNvPr id="96281" name="Object 25">
                        <a:extLst>
                          <a:ext uri="{FF2B5EF4-FFF2-40B4-BE49-F238E27FC236}">
                            <a16:creationId xmlns:a16="http://schemas.microsoft.com/office/drawing/2014/main" id="{FB50EA3A-700C-41CA-8697-9D21DDCCBE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2192338"/>
                        <a:ext cx="1285875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80" name="Object 24">
            <a:extLst>
              <a:ext uri="{FF2B5EF4-FFF2-40B4-BE49-F238E27FC236}">
                <a16:creationId xmlns:a16="http://schemas.microsoft.com/office/drawing/2014/main" id="{3225EC99-11AB-4DFD-8BBE-D1CA3BF8B2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43450" y="2192338"/>
          <a:ext cx="6762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1" name="公式" r:id="rId7" imgW="672808" imgH="342751" progId="Equation.3">
                  <p:embed/>
                </p:oleObj>
              </mc:Choice>
              <mc:Fallback>
                <p:oleObj name="公式" r:id="rId7" imgW="672808" imgH="342751" progId="Equation.3">
                  <p:embed/>
                  <p:pic>
                    <p:nvPicPr>
                      <p:cNvPr id="96280" name="Object 24">
                        <a:extLst>
                          <a:ext uri="{FF2B5EF4-FFF2-40B4-BE49-F238E27FC236}">
                            <a16:creationId xmlns:a16="http://schemas.microsoft.com/office/drawing/2014/main" id="{3225EC99-11AB-4DFD-8BBE-D1CA3BF8B2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450" y="2192338"/>
                        <a:ext cx="6762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9" name="Object 23">
            <a:extLst>
              <a:ext uri="{FF2B5EF4-FFF2-40B4-BE49-F238E27FC236}">
                <a16:creationId xmlns:a16="http://schemas.microsoft.com/office/drawing/2014/main" id="{74CD865F-D765-4FB4-BEEE-D5CC116FB9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4538" y="2192338"/>
          <a:ext cx="6477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2" name="公式" r:id="rId9" imgW="647700" imgH="330200" progId="Equation.3">
                  <p:embed/>
                </p:oleObj>
              </mc:Choice>
              <mc:Fallback>
                <p:oleObj name="公式" r:id="rId9" imgW="647700" imgH="330200" progId="Equation.3">
                  <p:embed/>
                  <p:pic>
                    <p:nvPicPr>
                      <p:cNvPr id="96279" name="Object 23">
                        <a:extLst>
                          <a:ext uri="{FF2B5EF4-FFF2-40B4-BE49-F238E27FC236}">
                            <a16:creationId xmlns:a16="http://schemas.microsoft.com/office/drawing/2014/main" id="{74CD865F-D765-4FB4-BEEE-D5CC116FB9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38" y="2192338"/>
                        <a:ext cx="64770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83" name="Rectangle 27">
            <a:extLst>
              <a:ext uri="{FF2B5EF4-FFF2-40B4-BE49-F238E27FC236}">
                <a16:creationId xmlns:a16="http://schemas.microsoft.com/office/drawing/2014/main" id="{1619FB83-B1DD-4FB1-9511-7B41C5CC4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8" y="2078038"/>
            <a:ext cx="1411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1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）若在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6284" name="Rectangle 28">
            <a:extLst>
              <a:ext uri="{FF2B5EF4-FFF2-40B4-BE49-F238E27FC236}">
                <a16:creationId xmlns:a16="http://schemas.microsoft.com/office/drawing/2014/main" id="{84539D67-D9F6-4275-B7D2-A26BFE097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2078038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内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6285" name="Rectangle 29">
            <a:extLst>
              <a:ext uri="{FF2B5EF4-FFF2-40B4-BE49-F238E27FC236}">
                <a16:creationId xmlns:a16="http://schemas.microsoft.com/office/drawing/2014/main" id="{0DB3AE3F-950D-4C44-BB9E-769A518D9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2078038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6286" name="Rectangle 30">
            <a:extLst>
              <a:ext uri="{FF2B5EF4-FFF2-40B4-BE49-F238E27FC236}">
                <a16:creationId xmlns:a16="http://schemas.microsoft.com/office/drawing/2014/main" id="{E838ED03-6551-467F-9228-BE59C4C83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413" y="2078038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6287" name="Rectangle 31">
            <a:extLst>
              <a:ext uri="{FF2B5EF4-FFF2-40B4-BE49-F238E27FC236}">
                <a16:creationId xmlns:a16="http://schemas.microsoft.com/office/drawing/2014/main" id="{82A5D4F4-6BDE-417D-A51E-A59EB0F45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2078038"/>
            <a:ext cx="171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上单调增；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6288" name="Object 32">
            <a:extLst>
              <a:ext uri="{FF2B5EF4-FFF2-40B4-BE49-F238E27FC236}">
                <a16:creationId xmlns:a16="http://schemas.microsoft.com/office/drawing/2014/main" id="{F2D45774-A529-46C9-9872-A51D0372C4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2463" y="2832100"/>
          <a:ext cx="6731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3" name="公式" r:id="rId11" imgW="672840" imgH="342720" progId="Equation.3">
                  <p:embed/>
                </p:oleObj>
              </mc:Choice>
              <mc:Fallback>
                <p:oleObj name="公式" r:id="rId11" imgW="672840" imgH="342720" progId="Equation.3">
                  <p:embed/>
                  <p:pic>
                    <p:nvPicPr>
                      <p:cNvPr id="96288" name="Object 32">
                        <a:extLst>
                          <a:ext uri="{FF2B5EF4-FFF2-40B4-BE49-F238E27FC236}">
                            <a16:creationId xmlns:a16="http://schemas.microsoft.com/office/drawing/2014/main" id="{F2D45774-A529-46C9-9872-A51D0372C4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2463" y="2832100"/>
                        <a:ext cx="673100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89" name="Object 33">
            <a:extLst>
              <a:ext uri="{FF2B5EF4-FFF2-40B4-BE49-F238E27FC236}">
                <a16:creationId xmlns:a16="http://schemas.microsoft.com/office/drawing/2014/main" id="{958D7D00-8E7B-4ED1-99A0-490F67EC0C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8150" y="2838450"/>
          <a:ext cx="128587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4" name="公式" r:id="rId13" imgW="1282680" imgH="355320" progId="Equation.3">
                  <p:embed/>
                </p:oleObj>
              </mc:Choice>
              <mc:Fallback>
                <p:oleObj name="公式" r:id="rId13" imgW="1282680" imgH="355320" progId="Equation.3">
                  <p:embed/>
                  <p:pic>
                    <p:nvPicPr>
                      <p:cNvPr id="96289" name="Object 33">
                        <a:extLst>
                          <a:ext uri="{FF2B5EF4-FFF2-40B4-BE49-F238E27FC236}">
                            <a16:creationId xmlns:a16="http://schemas.microsoft.com/office/drawing/2014/main" id="{958D7D00-8E7B-4ED1-99A0-490F67EC0C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2838450"/>
                        <a:ext cx="1285875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90" name="Object 34">
            <a:extLst>
              <a:ext uri="{FF2B5EF4-FFF2-40B4-BE49-F238E27FC236}">
                <a16:creationId xmlns:a16="http://schemas.microsoft.com/office/drawing/2014/main" id="{46864878-459A-457D-951F-D42013848A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43450" y="2838450"/>
          <a:ext cx="6762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5" name="公式" r:id="rId15" imgW="672808" imgH="342751" progId="Equation.3">
                  <p:embed/>
                </p:oleObj>
              </mc:Choice>
              <mc:Fallback>
                <p:oleObj name="公式" r:id="rId15" imgW="672808" imgH="342751" progId="Equation.3">
                  <p:embed/>
                  <p:pic>
                    <p:nvPicPr>
                      <p:cNvPr id="96290" name="Object 34">
                        <a:extLst>
                          <a:ext uri="{FF2B5EF4-FFF2-40B4-BE49-F238E27FC236}">
                            <a16:creationId xmlns:a16="http://schemas.microsoft.com/office/drawing/2014/main" id="{46864878-459A-457D-951F-D42013848A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450" y="2838450"/>
                        <a:ext cx="6762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91" name="Object 35">
            <a:extLst>
              <a:ext uri="{FF2B5EF4-FFF2-40B4-BE49-F238E27FC236}">
                <a16:creationId xmlns:a16="http://schemas.microsoft.com/office/drawing/2014/main" id="{74AE01F8-CFC9-41A2-9801-8C1B6DE3CE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4538" y="2838450"/>
          <a:ext cx="6477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6" name="公式" r:id="rId16" imgW="647700" imgH="330200" progId="Equation.3">
                  <p:embed/>
                </p:oleObj>
              </mc:Choice>
              <mc:Fallback>
                <p:oleObj name="公式" r:id="rId16" imgW="647700" imgH="330200" progId="Equation.3">
                  <p:embed/>
                  <p:pic>
                    <p:nvPicPr>
                      <p:cNvPr id="96291" name="Object 35">
                        <a:extLst>
                          <a:ext uri="{FF2B5EF4-FFF2-40B4-BE49-F238E27FC236}">
                            <a16:creationId xmlns:a16="http://schemas.microsoft.com/office/drawing/2014/main" id="{74AE01F8-CFC9-41A2-9801-8C1B6DE3CE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38" y="2838450"/>
                        <a:ext cx="64770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92" name="Rectangle 36">
            <a:extLst>
              <a:ext uri="{FF2B5EF4-FFF2-40B4-BE49-F238E27FC236}">
                <a16:creationId xmlns:a16="http://schemas.microsoft.com/office/drawing/2014/main" id="{E8B12030-3E86-43C9-8D42-39B874082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8" y="2724150"/>
            <a:ext cx="1411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2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）若在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6293" name="Rectangle 37">
            <a:extLst>
              <a:ext uri="{FF2B5EF4-FFF2-40B4-BE49-F238E27FC236}">
                <a16:creationId xmlns:a16="http://schemas.microsoft.com/office/drawing/2014/main" id="{A496F7DE-1D25-44F4-981C-99AC437BA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7938" y="2724150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内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6294" name="Rectangle 38">
            <a:extLst>
              <a:ext uri="{FF2B5EF4-FFF2-40B4-BE49-F238E27FC236}">
                <a16:creationId xmlns:a16="http://schemas.microsoft.com/office/drawing/2014/main" id="{D9E30B7A-872C-4FBC-BD69-D9BE83FA2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6725" y="2724150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6295" name="Rectangle 39">
            <a:extLst>
              <a:ext uri="{FF2B5EF4-FFF2-40B4-BE49-F238E27FC236}">
                <a16:creationId xmlns:a16="http://schemas.microsoft.com/office/drawing/2014/main" id="{2DCC279E-E61D-4432-912D-8BC40858B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225" y="2724150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6296" name="Rectangle 40">
            <a:extLst>
              <a:ext uri="{FF2B5EF4-FFF2-40B4-BE49-F238E27FC236}">
                <a16:creationId xmlns:a16="http://schemas.microsoft.com/office/drawing/2014/main" id="{E926D7DA-2D93-42B4-A07B-D6255E674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188" y="2724150"/>
            <a:ext cx="171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上单调减；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6299" name="Object 43">
            <a:extLst>
              <a:ext uri="{FF2B5EF4-FFF2-40B4-BE49-F238E27FC236}">
                <a16:creationId xmlns:a16="http://schemas.microsoft.com/office/drawing/2014/main" id="{52F9ADE1-B4BB-4FD7-8DC4-7E3B91E760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8163" y="1501775"/>
          <a:ext cx="6762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7" name="公式" r:id="rId17" imgW="672808" imgH="342751" progId="Equation.3">
                  <p:embed/>
                </p:oleObj>
              </mc:Choice>
              <mc:Fallback>
                <p:oleObj name="公式" r:id="rId17" imgW="672808" imgH="342751" progId="Equation.3">
                  <p:embed/>
                  <p:pic>
                    <p:nvPicPr>
                      <p:cNvPr id="96299" name="Object 43">
                        <a:extLst>
                          <a:ext uri="{FF2B5EF4-FFF2-40B4-BE49-F238E27FC236}">
                            <a16:creationId xmlns:a16="http://schemas.microsoft.com/office/drawing/2014/main" id="{52F9ADE1-B4BB-4FD7-8DC4-7E3B91E760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3" y="1501775"/>
                        <a:ext cx="6762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98" name="Object 42">
            <a:extLst>
              <a:ext uri="{FF2B5EF4-FFF2-40B4-BE49-F238E27FC236}">
                <a16:creationId xmlns:a16="http://schemas.microsoft.com/office/drawing/2014/main" id="{B0F7FEB2-9C33-437B-A221-DC32373826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1511300"/>
          <a:ext cx="6381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8" name="公式" r:id="rId19" imgW="634725" imgH="330057" progId="Equation.3">
                  <p:embed/>
                </p:oleObj>
              </mc:Choice>
              <mc:Fallback>
                <p:oleObj name="公式" r:id="rId19" imgW="634725" imgH="330057" progId="Equation.3">
                  <p:embed/>
                  <p:pic>
                    <p:nvPicPr>
                      <p:cNvPr id="96298" name="Object 42">
                        <a:extLst>
                          <a:ext uri="{FF2B5EF4-FFF2-40B4-BE49-F238E27FC236}">
                            <a16:creationId xmlns:a16="http://schemas.microsoft.com/office/drawing/2014/main" id="{B0F7FEB2-9C33-437B-A221-DC32373826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1511300"/>
                        <a:ext cx="6381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97" name="Object 41">
            <a:extLst>
              <a:ext uri="{FF2B5EF4-FFF2-40B4-BE49-F238E27FC236}">
                <a16:creationId xmlns:a16="http://schemas.microsoft.com/office/drawing/2014/main" id="{EBF1647B-3EF1-47CE-9C80-A32E4C8007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1313" y="1557338"/>
          <a:ext cx="6762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9" name="公式" r:id="rId21" imgW="672808" imgH="342751" progId="Equation.3">
                  <p:embed/>
                </p:oleObj>
              </mc:Choice>
              <mc:Fallback>
                <p:oleObj name="公式" r:id="rId21" imgW="672808" imgH="342751" progId="Equation.3">
                  <p:embed/>
                  <p:pic>
                    <p:nvPicPr>
                      <p:cNvPr id="96297" name="Object 41">
                        <a:extLst>
                          <a:ext uri="{FF2B5EF4-FFF2-40B4-BE49-F238E27FC236}">
                            <a16:creationId xmlns:a16="http://schemas.microsoft.com/office/drawing/2014/main" id="{EBF1647B-3EF1-47CE-9C80-A32E4C8007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1313" y="1557338"/>
                        <a:ext cx="6762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300" name="Rectangle 44">
            <a:extLst>
              <a:ext uri="{FF2B5EF4-FFF2-40B4-BE49-F238E27FC236}">
                <a16:creationId xmlns:a16="http://schemas.microsoft.com/office/drawing/2014/main" id="{97075796-8DAD-42D4-BD5C-918C31165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427163"/>
            <a:ext cx="1565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6301" name="Rectangle 45">
            <a:extLst>
              <a:ext uri="{FF2B5EF4-FFF2-40B4-BE49-F238E27FC236}">
                <a16:creationId xmlns:a16="http://schemas.microsoft.com/office/drawing/2014/main" id="{5692F0C1-E990-46D2-BEA5-9045643F8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363" y="1427163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6302" name="Rectangle 46">
            <a:extLst>
              <a:ext uri="{FF2B5EF4-FFF2-40B4-BE49-F238E27FC236}">
                <a16:creationId xmlns:a16="http://schemas.microsoft.com/office/drawing/2014/main" id="{F53539A4-6BAC-48B1-8CEB-FD53383B3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4275" y="1443038"/>
            <a:ext cx="1717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上连续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6303" name="Rectangle 47">
            <a:extLst>
              <a:ext uri="{FF2B5EF4-FFF2-40B4-BE49-F238E27FC236}">
                <a16:creationId xmlns:a16="http://schemas.microsoft.com/office/drawing/2014/main" id="{4A78E936-6882-4501-BF8A-8C8C57EAD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7588" y="1412875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内可导。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C62A6C09-7935-4B0A-825A-80E554898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57563"/>
            <a:ext cx="3279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函数的单调性的应用</a:t>
            </a:r>
          </a:p>
        </p:txBody>
      </p:sp>
      <p:sp>
        <p:nvSpPr>
          <p:cNvPr id="30" name="Rectangle 27">
            <a:extLst>
              <a:ext uri="{FF2B5EF4-FFF2-40B4-BE49-F238E27FC236}">
                <a16:creationId xmlns:a16="http://schemas.microsoft.com/office/drawing/2014/main" id="{B513C5C1-FA07-404C-A9EC-F723997DF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3929063"/>
            <a:ext cx="23526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1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）证明不等式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69F5EFA2-6459-4319-9782-C2BB2BC03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4429125"/>
            <a:ext cx="29702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2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）方程根的存在性</a:t>
            </a:r>
            <a:endParaRPr lang="zh-CN" altLang="en-US" sz="240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" name="Object 29">
            <a:extLst>
              <a:ext uri="{FF2B5EF4-FFF2-40B4-BE49-F238E27FC236}">
                <a16:creationId xmlns:a16="http://schemas.microsoft.com/office/drawing/2014/main" id="{AE4677AC-0570-4572-BFCB-F9DCAC93DD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3413" y="5087938"/>
          <a:ext cx="7772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0" name="Equation" r:id="rId23" imgW="7772400" imgH="380880" progId="Equation.DSMT4">
                  <p:embed/>
                </p:oleObj>
              </mc:Choice>
              <mc:Fallback>
                <p:oleObj name="Equation" r:id="rId23" imgW="7772400" imgH="380880" progId="Equation.DSMT4">
                  <p:embed/>
                  <p:pic>
                    <p:nvPicPr>
                      <p:cNvPr id="32" name="Object 29">
                        <a:extLst>
                          <a:ext uri="{FF2B5EF4-FFF2-40B4-BE49-F238E27FC236}">
                            <a16:creationId xmlns:a16="http://schemas.microsoft.com/office/drawing/2014/main" id="{AE4677AC-0570-4572-BFCB-F9DCAC93DD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3" y="5087938"/>
                        <a:ext cx="7772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2" name="Object 30">
            <a:extLst>
              <a:ext uri="{FF2B5EF4-FFF2-40B4-BE49-F238E27FC236}">
                <a16:creationId xmlns:a16="http://schemas.microsoft.com/office/drawing/2014/main" id="{9470CD22-6CB9-45A0-8D5A-B6ADF4C24E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" y="5711825"/>
          <a:ext cx="57912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1" name="Equation" r:id="rId25" imgW="5790960" imgH="1002960" progId="Equation.DSMT4">
                  <p:embed/>
                </p:oleObj>
              </mc:Choice>
              <mc:Fallback>
                <p:oleObj name="Equation" r:id="rId25" imgW="5790960" imgH="1002960" progId="Equation.DSMT4">
                  <p:embed/>
                  <p:pic>
                    <p:nvPicPr>
                      <p:cNvPr id="23582" name="Object 30">
                        <a:extLst>
                          <a:ext uri="{FF2B5EF4-FFF2-40B4-BE49-F238E27FC236}">
                            <a16:creationId xmlns:a16="http://schemas.microsoft.com/office/drawing/2014/main" id="{9470CD22-6CB9-45A0-8D5A-B6ADF4C24E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5711825"/>
                        <a:ext cx="57912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矩形 33">
            <a:extLst>
              <a:ext uri="{FF2B5EF4-FFF2-40B4-BE49-F238E27FC236}">
                <a16:creationId xmlns:a16="http://schemas.microsoft.com/office/drawing/2014/main" id="{424BCC33-D726-483F-966D-95160334DFA4}"/>
              </a:ext>
            </a:extLst>
          </p:cNvPr>
          <p:cNvSpPr/>
          <p:nvPr/>
        </p:nvSpPr>
        <p:spPr>
          <a:xfrm>
            <a:off x="357188" y="4929188"/>
            <a:ext cx="8429625" cy="642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 typeface="Arial" charset="0"/>
              <a:buNone/>
              <a:defRPr/>
            </a:pPr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D84E3BA-BB3E-423C-9C1D-3F2DC4ACE3C0}"/>
              </a:ext>
            </a:extLst>
          </p:cNvPr>
          <p:cNvSpPr/>
          <p:nvPr/>
        </p:nvSpPr>
        <p:spPr>
          <a:xfrm>
            <a:off x="357188" y="5715000"/>
            <a:ext cx="6858000" cy="10001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 typeface="Arial" charset="0"/>
              <a:buNone/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6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6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6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6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6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6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6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6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6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6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6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6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6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6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96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1000"/>
                                        <p:tgtEl>
                                          <p:spTgt spid="2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/>
      <p:bldP spid="96278" grpId="0"/>
      <p:bldP spid="96283" grpId="0"/>
      <p:bldP spid="96284" grpId="0"/>
      <p:bldP spid="96285" grpId="0"/>
      <p:bldP spid="96286" grpId="0"/>
      <p:bldP spid="96287" grpId="0"/>
      <p:bldP spid="96292" grpId="0"/>
      <p:bldP spid="96293" grpId="0"/>
      <p:bldP spid="96294" grpId="0"/>
      <p:bldP spid="96295" grpId="0"/>
      <p:bldP spid="96296" grpId="0"/>
      <p:bldP spid="96300" grpId="0"/>
      <p:bldP spid="96301" grpId="0"/>
      <p:bldP spid="96302" grpId="0"/>
      <p:bldP spid="96303" grpId="0"/>
      <p:bldP spid="29" grpId="0"/>
      <p:bldP spid="30" grpId="0"/>
      <p:bldP spid="31" grpId="0"/>
      <p:bldP spid="34" grpId="0" animBg="1"/>
      <p:bldP spid="3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2">
            <a:extLst>
              <a:ext uri="{FF2B5EF4-FFF2-40B4-BE49-F238E27FC236}">
                <a16:creationId xmlns:a16="http://schemas.microsoft.com/office/drawing/2014/main" id="{85BF29A1-73F6-4A04-95C8-7699BED50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5738"/>
            <a:ext cx="29702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函数的极值与最值</a:t>
            </a:r>
          </a:p>
        </p:txBody>
      </p:sp>
      <p:sp>
        <p:nvSpPr>
          <p:cNvPr id="20483" name="TextBox 4">
            <a:extLst>
              <a:ext uri="{FF2B5EF4-FFF2-40B4-BE49-F238E27FC236}">
                <a16:creationId xmlns:a16="http://schemas.microsoft.com/office/drawing/2014/main" id="{E3C4D858-F29F-45D9-83A3-A2D3CFFE7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836613"/>
            <a:ext cx="5137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极值是局部概念、最值是整体概念</a:t>
            </a:r>
          </a:p>
        </p:txBody>
      </p:sp>
      <p:sp>
        <p:nvSpPr>
          <p:cNvPr id="20484" name="TextBox 5">
            <a:extLst>
              <a:ext uri="{FF2B5EF4-FFF2-40B4-BE49-F238E27FC236}">
                <a16:creationId xmlns:a16="http://schemas.microsoft.com/office/drawing/2014/main" id="{7EB72415-0119-4A86-A9AB-C551034D0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557338"/>
            <a:ext cx="60658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极值的判定：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个必要条件，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个充分条件</a:t>
            </a:r>
          </a:p>
        </p:txBody>
      </p:sp>
      <p:sp>
        <p:nvSpPr>
          <p:cNvPr id="20485" name="TextBox 6">
            <a:extLst>
              <a:ext uri="{FF2B5EF4-FFF2-40B4-BE49-F238E27FC236}">
                <a16:creationId xmlns:a16="http://schemas.microsoft.com/office/drawing/2014/main" id="{4697C6B7-06BE-4B15-87FF-9FC7759E3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319338"/>
            <a:ext cx="7612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最值的求法：端点和极值可疑点（驻点和不可导点）</a:t>
            </a:r>
          </a:p>
        </p:txBody>
      </p:sp>
      <p:sp>
        <p:nvSpPr>
          <p:cNvPr id="20486" name="TextBox 7">
            <a:extLst>
              <a:ext uri="{FF2B5EF4-FFF2-40B4-BE49-F238E27FC236}">
                <a16:creationId xmlns:a16="http://schemas.microsoft.com/office/drawing/2014/main" id="{9190286D-80EC-43FE-99E0-21A4EEB86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111500"/>
            <a:ext cx="35893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曲线的凹凸区间和拐点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Text Box 7">
            <a:extLst>
              <a:ext uri="{FF2B5EF4-FFF2-40B4-BE49-F238E27FC236}">
                <a16:creationId xmlns:a16="http://schemas.microsoft.com/office/drawing/2014/main" id="{60567EE7-452B-48E8-9DCC-2F9803AD1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60350"/>
            <a:ext cx="6929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/>
              <a:t>1.</a:t>
            </a:r>
            <a:r>
              <a:rPr lang="zh-CN" altLang="en-US" sz="2400" b="1"/>
              <a:t>设</a:t>
            </a:r>
            <a:r>
              <a:rPr lang="zh-CN" altLang="en-US" sz="2400" b="1" i="1">
                <a:latin typeface="Times New Roman" panose="02020603050405020304" pitchFamily="18" charset="0"/>
              </a:rPr>
              <a:t>f</a:t>
            </a:r>
            <a:r>
              <a:rPr lang="zh-CN" altLang="en-US" sz="2400" b="1">
                <a:latin typeface="Times New Roman" panose="02020603050405020304" pitchFamily="18" charset="0"/>
              </a:rPr>
              <a:t>(</a:t>
            </a:r>
            <a:r>
              <a:rPr lang="zh-CN" altLang="en-US" sz="2400" b="1" i="1">
                <a:latin typeface="Times New Roman" panose="02020603050405020304" pitchFamily="18" charset="0"/>
              </a:rPr>
              <a:t>x</a:t>
            </a:r>
            <a:r>
              <a:rPr lang="zh-CN" altLang="en-US" sz="2400" b="1">
                <a:latin typeface="Times New Roman" panose="02020603050405020304" pitchFamily="18" charset="0"/>
              </a:rPr>
              <a:t>)</a:t>
            </a:r>
            <a:r>
              <a:rPr lang="zh-CN" altLang="en-US" sz="2400" b="1"/>
              <a:t>在</a:t>
            </a:r>
            <a:r>
              <a:rPr lang="zh-CN" altLang="en-US" sz="2400" b="1" i="1">
                <a:latin typeface="Times New Roman" panose="02020603050405020304" pitchFamily="18" charset="0"/>
              </a:rPr>
              <a:t>x=</a:t>
            </a:r>
            <a:r>
              <a:rPr lang="zh-CN" altLang="en-US" sz="2400" b="1">
                <a:latin typeface="Times New Roman" panose="02020603050405020304" pitchFamily="18" charset="0"/>
              </a:rPr>
              <a:t>0</a:t>
            </a:r>
            <a:r>
              <a:rPr lang="zh-CN" altLang="en-US" sz="2400" b="1"/>
              <a:t>处连续，下列命题错误的是（       ）</a:t>
            </a:r>
          </a:p>
        </p:txBody>
      </p:sp>
      <p:sp>
        <p:nvSpPr>
          <p:cNvPr id="6151" name="Text Box 8">
            <a:extLst>
              <a:ext uri="{FF2B5EF4-FFF2-40B4-BE49-F238E27FC236}">
                <a16:creationId xmlns:a16="http://schemas.microsoft.com/office/drawing/2014/main" id="{AF72C452-6DD2-457D-A399-0766A72EF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836613"/>
            <a:ext cx="4025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(A)若            存在，则</a:t>
            </a:r>
            <a:r>
              <a:rPr lang="zh-CN" altLang="en-US" sz="2400" b="1" i="1">
                <a:latin typeface="Times New Roman" panose="02020603050405020304" pitchFamily="18" charset="0"/>
              </a:rPr>
              <a:t>f</a:t>
            </a:r>
            <a:r>
              <a:rPr lang="zh-CN" altLang="en-US" sz="2400" b="1">
                <a:latin typeface="Times New Roman" panose="02020603050405020304" pitchFamily="18" charset="0"/>
              </a:rPr>
              <a:t>(0)=0;</a:t>
            </a:r>
          </a:p>
        </p:txBody>
      </p:sp>
      <p:sp>
        <p:nvSpPr>
          <p:cNvPr id="6152" name="Text Box 9">
            <a:extLst>
              <a:ext uri="{FF2B5EF4-FFF2-40B4-BE49-F238E27FC236}">
                <a16:creationId xmlns:a16="http://schemas.microsoft.com/office/drawing/2014/main" id="{EB769EF2-B655-4C98-9479-981032584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505223"/>
            <a:ext cx="4865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(B)若                      存在，则</a:t>
            </a:r>
            <a:r>
              <a:rPr lang="zh-CN" altLang="en-US" sz="2400" b="1" i="1">
                <a:latin typeface="Times New Roman" panose="02020603050405020304" pitchFamily="18" charset="0"/>
              </a:rPr>
              <a:t>f</a:t>
            </a:r>
            <a:r>
              <a:rPr lang="zh-CN" altLang="en-US" sz="2400" b="1">
                <a:latin typeface="Times New Roman" panose="02020603050405020304" pitchFamily="18" charset="0"/>
              </a:rPr>
              <a:t>(0)=0;</a:t>
            </a:r>
          </a:p>
        </p:txBody>
      </p:sp>
      <p:graphicFrame>
        <p:nvGraphicFramePr>
          <p:cNvPr id="6146" name="Object 10">
            <a:extLst>
              <a:ext uri="{FF2B5EF4-FFF2-40B4-BE49-F238E27FC236}">
                <a16:creationId xmlns:a16="http://schemas.microsoft.com/office/drawing/2014/main" id="{33514FC5-A051-469C-87BD-17A77C803E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4575" y="692150"/>
          <a:ext cx="96043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2" r:id="rId3" imgW="660557" imgH="431957" progId="Equation.KSEE3">
                  <p:embed/>
                </p:oleObj>
              </mc:Choice>
              <mc:Fallback>
                <p:oleObj r:id="rId3" imgW="660557" imgH="431957" progId="Equation.KSEE3">
                  <p:embed/>
                  <p:pic>
                    <p:nvPicPr>
                      <p:cNvPr id="6146" name="Object 10">
                        <a:extLst>
                          <a:ext uri="{FF2B5EF4-FFF2-40B4-BE49-F238E27FC236}">
                            <a16:creationId xmlns:a16="http://schemas.microsoft.com/office/drawing/2014/main" id="{33514FC5-A051-469C-87BD-17A77C803E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575" y="692150"/>
                        <a:ext cx="960438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11">
            <a:extLst>
              <a:ext uri="{FF2B5EF4-FFF2-40B4-BE49-F238E27FC236}">
                <a16:creationId xmlns:a16="http://schemas.microsoft.com/office/drawing/2014/main" id="{1DBB7EC7-9243-4FAF-B4D3-4F334CC3E6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720023"/>
              </p:ext>
            </p:extLst>
          </p:nvPr>
        </p:nvGraphicFramePr>
        <p:xfrm>
          <a:off x="1043112" y="1432198"/>
          <a:ext cx="181133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3" r:id="rId5" imgW="1244837" imgH="431957" progId="Equation.KSEE3">
                  <p:embed/>
                </p:oleObj>
              </mc:Choice>
              <mc:Fallback>
                <p:oleObj r:id="rId5" imgW="1244837" imgH="431957" progId="Equation.KSEE3">
                  <p:embed/>
                  <p:pic>
                    <p:nvPicPr>
                      <p:cNvPr id="6147" name="Object 11">
                        <a:extLst>
                          <a:ext uri="{FF2B5EF4-FFF2-40B4-BE49-F238E27FC236}">
                            <a16:creationId xmlns:a16="http://schemas.microsoft.com/office/drawing/2014/main" id="{1DBB7EC7-9243-4FAF-B4D3-4F334CC3E6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112" y="1432198"/>
                        <a:ext cx="1811338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bevel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Text Box 12">
            <a:extLst>
              <a:ext uri="{FF2B5EF4-FFF2-40B4-BE49-F238E27FC236}">
                <a16:creationId xmlns:a16="http://schemas.microsoft.com/office/drawing/2014/main" id="{529209B9-19C9-42C2-A14E-C7F4A0195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2204293"/>
            <a:ext cx="4468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(C)若            存在，则</a:t>
            </a:r>
            <a:r>
              <a:rPr lang="zh-CN" altLang="en-US" sz="2400" b="1" i="1">
                <a:latin typeface="Times New Roman" panose="02020603050405020304" pitchFamily="18" charset="0"/>
              </a:rPr>
              <a:t>f '</a:t>
            </a:r>
            <a:r>
              <a:rPr lang="zh-CN" altLang="en-US" sz="2400" b="1">
                <a:latin typeface="Times New Roman" panose="02020603050405020304" pitchFamily="18" charset="0"/>
              </a:rPr>
              <a:t>(0)存在;</a:t>
            </a:r>
          </a:p>
        </p:txBody>
      </p:sp>
      <p:graphicFrame>
        <p:nvGraphicFramePr>
          <p:cNvPr id="6148" name="Object 13">
            <a:extLst>
              <a:ext uri="{FF2B5EF4-FFF2-40B4-BE49-F238E27FC236}">
                <a16:creationId xmlns:a16="http://schemas.microsoft.com/office/drawing/2014/main" id="{E3D48F7C-DF7C-4304-AE59-E78C4B4BF5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1057041"/>
              </p:ext>
            </p:extLst>
          </p:nvPr>
        </p:nvGraphicFramePr>
        <p:xfrm>
          <a:off x="1044575" y="2132856"/>
          <a:ext cx="96043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4" r:id="rId7" imgW="660557" imgH="431957" progId="Equation.KSEE3">
                  <p:embed/>
                </p:oleObj>
              </mc:Choice>
              <mc:Fallback>
                <p:oleObj r:id="rId7" imgW="660557" imgH="431957" progId="Equation.KSEE3">
                  <p:embed/>
                  <p:pic>
                    <p:nvPicPr>
                      <p:cNvPr id="6148" name="Object 13">
                        <a:extLst>
                          <a:ext uri="{FF2B5EF4-FFF2-40B4-BE49-F238E27FC236}">
                            <a16:creationId xmlns:a16="http://schemas.microsoft.com/office/drawing/2014/main" id="{E3D48F7C-DF7C-4304-AE59-E78C4B4BF5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575" y="2132856"/>
                        <a:ext cx="960438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bevel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" name="Text Box 14">
            <a:extLst>
              <a:ext uri="{FF2B5EF4-FFF2-40B4-BE49-F238E27FC236}">
                <a16:creationId xmlns:a16="http://schemas.microsoft.com/office/drawing/2014/main" id="{A34B5638-A867-411C-9354-E06F1BFC6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2853581"/>
            <a:ext cx="5256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(D)若                      存在，则</a:t>
            </a:r>
            <a:r>
              <a:rPr lang="zh-CN" altLang="en-US" sz="2400" b="1" i="1">
                <a:latin typeface="Times New Roman" panose="02020603050405020304" pitchFamily="18" charset="0"/>
              </a:rPr>
              <a:t>f </a:t>
            </a:r>
            <a:r>
              <a:rPr lang="zh-CN" altLang="en-US" sz="2400" b="1" i="1" baseline="30000">
                <a:latin typeface="Times New Roman" panose="02020603050405020304" pitchFamily="18" charset="0"/>
              </a:rPr>
              <a:t>'</a:t>
            </a:r>
            <a:r>
              <a:rPr lang="zh-CN" altLang="en-US" sz="2400" b="1">
                <a:latin typeface="Times New Roman" panose="02020603050405020304" pitchFamily="18" charset="0"/>
              </a:rPr>
              <a:t>(0)存在.</a:t>
            </a:r>
          </a:p>
        </p:txBody>
      </p:sp>
      <p:graphicFrame>
        <p:nvGraphicFramePr>
          <p:cNvPr id="6149" name="Object 15">
            <a:extLst>
              <a:ext uri="{FF2B5EF4-FFF2-40B4-BE49-F238E27FC236}">
                <a16:creationId xmlns:a16="http://schemas.microsoft.com/office/drawing/2014/main" id="{DD9A8ECD-2D24-47C0-A3A8-2D71C9A65B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452700"/>
              </p:ext>
            </p:extLst>
          </p:nvPr>
        </p:nvGraphicFramePr>
        <p:xfrm>
          <a:off x="1044575" y="2780556"/>
          <a:ext cx="181133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5" r:id="rId8" imgW="1244837" imgH="431957" progId="Equation.KSEE3">
                  <p:embed/>
                </p:oleObj>
              </mc:Choice>
              <mc:Fallback>
                <p:oleObj r:id="rId8" imgW="1244837" imgH="431957" progId="Equation.KSEE3">
                  <p:embed/>
                  <p:pic>
                    <p:nvPicPr>
                      <p:cNvPr id="6149" name="Object 15">
                        <a:extLst>
                          <a:ext uri="{FF2B5EF4-FFF2-40B4-BE49-F238E27FC236}">
                            <a16:creationId xmlns:a16="http://schemas.microsoft.com/office/drawing/2014/main" id="{DD9A8ECD-2D24-47C0-A3A8-2D71C9A65B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575" y="2780556"/>
                        <a:ext cx="1811338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3">
            <a:extLst>
              <a:ext uri="{FF2B5EF4-FFF2-40B4-BE49-F238E27FC236}">
                <a16:creationId xmlns:a16="http://schemas.microsoft.com/office/drawing/2014/main" id="{29465A6F-11D5-4587-98C6-18FD59E5A1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424322"/>
              </p:ext>
            </p:extLst>
          </p:nvPr>
        </p:nvGraphicFramePr>
        <p:xfrm>
          <a:off x="122238" y="95250"/>
          <a:ext cx="7826375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0" name="Equation" r:id="rId3" imgW="4228920" imgH="609480" progId="Equation.DSMT4">
                  <p:embed/>
                </p:oleObj>
              </mc:Choice>
              <mc:Fallback>
                <p:oleObj name="Equation" r:id="rId3" imgW="4228920" imgH="609480" progId="Equation.DSMT4">
                  <p:embed/>
                  <p:pic>
                    <p:nvPicPr>
                      <p:cNvPr id="9218" name="Object 3">
                        <a:extLst>
                          <a:ext uri="{FF2B5EF4-FFF2-40B4-BE49-F238E27FC236}">
                            <a16:creationId xmlns:a16="http://schemas.microsoft.com/office/drawing/2014/main" id="{29465A6F-11D5-4587-98C6-18FD59E5A1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8" y="95250"/>
                        <a:ext cx="7826375" cy="112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BFB22E5-C122-4FDF-95D2-1F1EDF70BF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137720"/>
              </p:ext>
            </p:extLst>
          </p:nvPr>
        </p:nvGraphicFramePr>
        <p:xfrm>
          <a:off x="190500" y="115888"/>
          <a:ext cx="629761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4" name="Equation" r:id="rId3" imgW="3403440" imgH="228600" progId="Equation.DSMT4">
                  <p:embed/>
                </p:oleObj>
              </mc:Choice>
              <mc:Fallback>
                <p:oleObj name="Equation" r:id="rId3" imgW="3403440" imgH="228600" progId="Equation.DSMT4">
                  <p:embed/>
                  <p:pic>
                    <p:nvPicPr>
                      <p:cNvPr id="9218" name="Object 3">
                        <a:extLst>
                          <a:ext uri="{FF2B5EF4-FFF2-40B4-BE49-F238E27FC236}">
                            <a16:creationId xmlns:a16="http://schemas.microsoft.com/office/drawing/2014/main" id="{29465A6F-11D5-4587-98C6-18FD59E5A1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" y="115888"/>
                        <a:ext cx="6297613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733413F5-E121-4FDF-8748-3214F5A0D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3768" y="1916832"/>
            <a:ext cx="348364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第三部分  综合题</a:t>
            </a:r>
          </a:p>
        </p:txBody>
      </p:sp>
    </p:spTree>
    <p:extLst>
      <p:ext uri="{BB962C8B-B14F-4D97-AF65-F5344CB8AC3E}">
        <p14:creationId xmlns:p14="http://schemas.microsoft.com/office/powerpoint/2010/main" val="364471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3B32CD34-C561-4F57-B93D-3051E5948B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229492"/>
              </p:ext>
            </p:extLst>
          </p:nvPr>
        </p:nvGraphicFramePr>
        <p:xfrm>
          <a:off x="244475" y="260350"/>
          <a:ext cx="4316413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9" name="Equation" r:id="rId3" imgW="5257800" imgH="1739880" progId="Equation.DSMT4">
                  <p:embed/>
                </p:oleObj>
              </mc:Choice>
              <mc:Fallback>
                <p:oleObj name="Equation" r:id="rId3" imgW="5257800" imgH="1739880" progId="Equation.DSMT4">
                  <p:embed/>
                  <p:pic>
                    <p:nvPicPr>
                      <p:cNvPr id="358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" y="260350"/>
                        <a:ext cx="4316413" cy="1260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314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4">
            <a:extLst>
              <a:ext uri="{FF2B5EF4-FFF2-40B4-BE49-F238E27FC236}">
                <a16:creationId xmlns:a16="http://schemas.microsoft.com/office/drawing/2014/main" id="{2CAB0166-BBE5-4A41-91EA-8FFBFD0B89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316013"/>
              </p:ext>
            </p:extLst>
          </p:nvPr>
        </p:nvGraphicFramePr>
        <p:xfrm>
          <a:off x="107950" y="44450"/>
          <a:ext cx="893445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4" name="Equation" r:id="rId3" imgW="10426680" imgH="901440" progId="Equation.DSMT4">
                  <p:embed/>
                </p:oleObj>
              </mc:Choice>
              <mc:Fallback>
                <p:oleObj name="Equation" r:id="rId3" imgW="10426680" imgH="901440" progId="Equation.DSMT4">
                  <p:embed/>
                  <p:pic>
                    <p:nvPicPr>
                      <p:cNvPr id="13314" name="Object 4">
                        <a:extLst>
                          <a:ext uri="{FF2B5EF4-FFF2-40B4-BE49-F238E27FC236}">
                            <a16:creationId xmlns:a16="http://schemas.microsoft.com/office/drawing/2014/main" id="{2CAB0166-BBE5-4A41-91EA-8FFBFD0B89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44450"/>
                        <a:ext cx="8934450" cy="68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5">
            <a:extLst>
              <a:ext uri="{FF2B5EF4-FFF2-40B4-BE49-F238E27FC236}">
                <a16:creationId xmlns:a16="http://schemas.microsoft.com/office/drawing/2014/main" id="{613031B0-C26B-4450-9782-6511DBA7A8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3399058"/>
              </p:ext>
            </p:extLst>
          </p:nvPr>
        </p:nvGraphicFramePr>
        <p:xfrm>
          <a:off x="132031" y="908720"/>
          <a:ext cx="910862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5" name="Equation" r:id="rId5" imgW="10464480" imgH="495000" progId="Equation.DSMT4">
                  <p:embed/>
                </p:oleObj>
              </mc:Choice>
              <mc:Fallback>
                <p:oleObj name="Equation" r:id="rId5" imgW="10464480" imgH="495000" progId="Equation.DSMT4">
                  <p:embed/>
                  <p:pic>
                    <p:nvPicPr>
                      <p:cNvPr id="13315" name="Object 5">
                        <a:extLst>
                          <a:ext uri="{FF2B5EF4-FFF2-40B4-BE49-F238E27FC236}">
                            <a16:creationId xmlns:a16="http://schemas.microsoft.com/office/drawing/2014/main" id="{613031B0-C26B-4450-9782-6511DBA7A8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31" y="908720"/>
                        <a:ext cx="9108628" cy="3746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4">
            <a:extLst>
              <a:ext uri="{FF2B5EF4-FFF2-40B4-BE49-F238E27FC236}">
                <a16:creationId xmlns:a16="http://schemas.microsoft.com/office/drawing/2014/main" id="{121E8629-385E-4224-9E30-7D956EF97F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206941"/>
              </p:ext>
            </p:extLst>
          </p:nvPr>
        </p:nvGraphicFramePr>
        <p:xfrm>
          <a:off x="249238" y="174625"/>
          <a:ext cx="76390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8" name="Equation" r:id="rId3" imgW="8915400" imgH="495000" progId="Equation.DSMT4">
                  <p:embed/>
                </p:oleObj>
              </mc:Choice>
              <mc:Fallback>
                <p:oleObj name="Equation" r:id="rId3" imgW="8915400" imgH="495000" progId="Equation.DSMT4">
                  <p:embed/>
                  <p:pic>
                    <p:nvPicPr>
                      <p:cNvPr id="15362" name="Object 4">
                        <a:extLst>
                          <a:ext uri="{FF2B5EF4-FFF2-40B4-BE49-F238E27FC236}">
                            <a16:creationId xmlns:a16="http://schemas.microsoft.com/office/drawing/2014/main" id="{121E8629-385E-4224-9E30-7D956EF97F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8" y="174625"/>
                        <a:ext cx="7639050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5">
            <a:extLst>
              <a:ext uri="{FF2B5EF4-FFF2-40B4-BE49-F238E27FC236}">
                <a16:creationId xmlns:a16="http://schemas.microsoft.com/office/drawing/2014/main" id="{857F7449-6523-48C0-8A57-DED8DEEC45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724833"/>
              </p:ext>
            </p:extLst>
          </p:nvPr>
        </p:nvGraphicFramePr>
        <p:xfrm>
          <a:off x="611560" y="764704"/>
          <a:ext cx="5243512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9" name="Equation" r:id="rId5" imgW="6121080" imgH="4330440" progId="Equation.DSMT4">
                  <p:embed/>
                </p:oleObj>
              </mc:Choice>
              <mc:Fallback>
                <p:oleObj name="Equation" r:id="rId5" imgW="6121080" imgH="4330440" progId="Equation.DSMT4">
                  <p:embed/>
                  <p:pic>
                    <p:nvPicPr>
                      <p:cNvPr id="15363" name="Object 5">
                        <a:extLst>
                          <a:ext uri="{FF2B5EF4-FFF2-40B4-BE49-F238E27FC236}">
                            <a16:creationId xmlns:a16="http://schemas.microsoft.com/office/drawing/2014/main" id="{857F7449-6523-48C0-8A57-DED8DEEC45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764704"/>
                        <a:ext cx="5243512" cy="327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353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728</Words>
  <Application>Microsoft Office PowerPoint</Application>
  <PresentationFormat>全屏显示(4:3)</PresentationFormat>
  <Paragraphs>131</Paragraphs>
  <Slides>27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黑体</vt:lpstr>
      <vt:lpstr>Arial</vt:lpstr>
      <vt:lpstr>Calibri</vt:lpstr>
      <vt:lpstr>Times New Roman</vt:lpstr>
      <vt:lpstr>Office 主题</vt:lpstr>
      <vt:lpstr>Equation</vt:lpstr>
      <vt:lpstr>公式</vt:lpstr>
      <vt:lpstr>Equation.KSEE3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dreamsummit</dc:creator>
  <cp:lastModifiedBy>wuhz0929@hotmail.com</cp:lastModifiedBy>
  <cp:revision>59</cp:revision>
  <dcterms:created xsi:type="dcterms:W3CDTF">2018-10-23T08:46:39Z</dcterms:created>
  <dcterms:modified xsi:type="dcterms:W3CDTF">2023-12-22T02:48:52Z</dcterms:modified>
</cp:coreProperties>
</file>