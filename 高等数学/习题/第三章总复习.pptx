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72" r:id="rId2"/>
    <p:sldId id="282" r:id="rId3"/>
    <p:sldId id="286" r:id="rId4"/>
    <p:sldId id="287" r:id="rId5"/>
    <p:sldId id="288" r:id="rId6"/>
    <p:sldId id="298" r:id="rId7"/>
    <p:sldId id="297" r:id="rId8"/>
    <p:sldId id="291" r:id="rId9"/>
    <p:sldId id="328" r:id="rId10"/>
    <p:sldId id="292" r:id="rId11"/>
    <p:sldId id="293" r:id="rId12"/>
    <p:sldId id="294" r:id="rId13"/>
    <p:sldId id="283" r:id="rId14"/>
    <p:sldId id="265" r:id="rId15"/>
    <p:sldId id="267" r:id="rId16"/>
    <p:sldId id="266" r:id="rId17"/>
    <p:sldId id="270" r:id="rId18"/>
    <p:sldId id="273" r:id="rId19"/>
    <p:sldId id="274" r:id="rId20"/>
    <p:sldId id="300" r:id="rId21"/>
    <p:sldId id="276" r:id="rId22"/>
    <p:sldId id="277" r:id="rId23"/>
    <p:sldId id="285" r:id="rId24"/>
    <p:sldId id="290" r:id="rId25"/>
    <p:sldId id="295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562" y="91"/>
      </p:cViewPr>
      <p:guideLst>
        <p:guide orient="horz" pos="2160"/>
        <p:guide pos="38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image" Target="../media/image30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12" Type="http://schemas.openxmlformats.org/officeDocument/2006/relationships/image" Target="../media/image29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11" Type="http://schemas.openxmlformats.org/officeDocument/2006/relationships/image" Target="../media/image28.wmf"/><Relationship Id="rId5" Type="http://schemas.openxmlformats.org/officeDocument/2006/relationships/image" Target="../media/image22.wmf"/><Relationship Id="rId10" Type="http://schemas.openxmlformats.org/officeDocument/2006/relationships/image" Target="../media/image27.wmf"/><Relationship Id="rId4" Type="http://schemas.openxmlformats.org/officeDocument/2006/relationships/image" Target="../media/image21.wmf"/><Relationship Id="rId9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6.wmf"/><Relationship Id="rId7" Type="http://schemas.openxmlformats.org/officeDocument/2006/relationships/image" Target="../media/image40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11" Type="http://schemas.openxmlformats.org/officeDocument/2006/relationships/image" Target="../media/image44.wmf"/><Relationship Id="rId5" Type="http://schemas.openxmlformats.org/officeDocument/2006/relationships/image" Target="../media/image38.wmf"/><Relationship Id="rId10" Type="http://schemas.openxmlformats.org/officeDocument/2006/relationships/image" Target="../media/image43.wmf"/><Relationship Id="rId4" Type="http://schemas.openxmlformats.org/officeDocument/2006/relationships/image" Target="../media/image37.wmf"/><Relationship Id="rId9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4" Type="http://schemas.openxmlformats.org/officeDocument/2006/relationships/image" Target="../media/image6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11" Type="http://schemas.openxmlformats.org/officeDocument/2006/relationships/image" Target="../media/image71.wmf"/><Relationship Id="rId5" Type="http://schemas.openxmlformats.org/officeDocument/2006/relationships/image" Target="../media/image65.wmf"/><Relationship Id="rId10" Type="http://schemas.openxmlformats.org/officeDocument/2006/relationships/image" Target="../media/image70.wmf"/><Relationship Id="rId4" Type="http://schemas.openxmlformats.org/officeDocument/2006/relationships/image" Target="../media/image64.wmf"/><Relationship Id="rId9" Type="http://schemas.openxmlformats.org/officeDocument/2006/relationships/image" Target="../media/image6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image" Target="../media/image84.wmf"/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12" Type="http://schemas.openxmlformats.org/officeDocument/2006/relationships/image" Target="../media/image83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11" Type="http://schemas.openxmlformats.org/officeDocument/2006/relationships/image" Target="../media/image82.wmf"/><Relationship Id="rId5" Type="http://schemas.openxmlformats.org/officeDocument/2006/relationships/image" Target="../media/image76.wmf"/><Relationship Id="rId10" Type="http://schemas.openxmlformats.org/officeDocument/2006/relationships/image" Target="../media/image81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Relationship Id="rId14" Type="http://schemas.openxmlformats.org/officeDocument/2006/relationships/image" Target="../media/image85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image" Target="../media/image98.wmf"/><Relationship Id="rId3" Type="http://schemas.openxmlformats.org/officeDocument/2006/relationships/image" Target="../media/image88.wmf"/><Relationship Id="rId7" Type="http://schemas.openxmlformats.org/officeDocument/2006/relationships/image" Target="../media/image92.wmf"/><Relationship Id="rId12" Type="http://schemas.openxmlformats.org/officeDocument/2006/relationships/image" Target="../media/image97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1.wmf"/><Relationship Id="rId11" Type="http://schemas.openxmlformats.org/officeDocument/2006/relationships/image" Target="../media/image96.wmf"/><Relationship Id="rId5" Type="http://schemas.openxmlformats.org/officeDocument/2006/relationships/image" Target="../media/image90.wmf"/><Relationship Id="rId10" Type="http://schemas.openxmlformats.org/officeDocument/2006/relationships/image" Target="../media/image95.wmf"/><Relationship Id="rId4" Type="http://schemas.openxmlformats.org/officeDocument/2006/relationships/image" Target="../media/image89.wmf"/><Relationship Id="rId9" Type="http://schemas.openxmlformats.org/officeDocument/2006/relationships/image" Target="../media/image94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emf"/><Relationship Id="rId13" Type="http://schemas.openxmlformats.org/officeDocument/2006/relationships/image" Target="../media/image111.emf"/><Relationship Id="rId18" Type="http://schemas.openxmlformats.org/officeDocument/2006/relationships/image" Target="../media/image116.emf"/><Relationship Id="rId3" Type="http://schemas.openxmlformats.org/officeDocument/2006/relationships/image" Target="../media/image101.emf"/><Relationship Id="rId7" Type="http://schemas.openxmlformats.org/officeDocument/2006/relationships/image" Target="../media/image105.emf"/><Relationship Id="rId12" Type="http://schemas.openxmlformats.org/officeDocument/2006/relationships/image" Target="../media/image110.emf"/><Relationship Id="rId17" Type="http://schemas.openxmlformats.org/officeDocument/2006/relationships/image" Target="../media/image115.emf"/><Relationship Id="rId2" Type="http://schemas.openxmlformats.org/officeDocument/2006/relationships/image" Target="../media/image100.emf"/><Relationship Id="rId16" Type="http://schemas.openxmlformats.org/officeDocument/2006/relationships/image" Target="../media/image114.emf"/><Relationship Id="rId20" Type="http://schemas.openxmlformats.org/officeDocument/2006/relationships/image" Target="../media/image118.emf"/><Relationship Id="rId1" Type="http://schemas.openxmlformats.org/officeDocument/2006/relationships/image" Target="../media/image99.emf"/><Relationship Id="rId6" Type="http://schemas.openxmlformats.org/officeDocument/2006/relationships/image" Target="../media/image104.emf"/><Relationship Id="rId11" Type="http://schemas.openxmlformats.org/officeDocument/2006/relationships/image" Target="../media/image109.emf"/><Relationship Id="rId5" Type="http://schemas.openxmlformats.org/officeDocument/2006/relationships/image" Target="../media/image103.emf"/><Relationship Id="rId15" Type="http://schemas.openxmlformats.org/officeDocument/2006/relationships/image" Target="../media/image113.emf"/><Relationship Id="rId10" Type="http://schemas.openxmlformats.org/officeDocument/2006/relationships/image" Target="../media/image108.emf"/><Relationship Id="rId19" Type="http://schemas.openxmlformats.org/officeDocument/2006/relationships/image" Target="../media/image117.emf"/><Relationship Id="rId4" Type="http://schemas.openxmlformats.org/officeDocument/2006/relationships/image" Target="../media/image102.emf"/><Relationship Id="rId9" Type="http://schemas.openxmlformats.org/officeDocument/2006/relationships/image" Target="../media/image107.emf"/><Relationship Id="rId14" Type="http://schemas.openxmlformats.org/officeDocument/2006/relationships/image" Target="../media/image112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13" Type="http://schemas.openxmlformats.org/officeDocument/2006/relationships/image" Target="../media/image131.emf"/><Relationship Id="rId18" Type="http://schemas.openxmlformats.org/officeDocument/2006/relationships/image" Target="../media/image136.emf"/><Relationship Id="rId3" Type="http://schemas.openxmlformats.org/officeDocument/2006/relationships/image" Target="../media/image121.emf"/><Relationship Id="rId7" Type="http://schemas.openxmlformats.org/officeDocument/2006/relationships/image" Target="../media/image125.emf"/><Relationship Id="rId12" Type="http://schemas.openxmlformats.org/officeDocument/2006/relationships/image" Target="../media/image130.emf"/><Relationship Id="rId17" Type="http://schemas.openxmlformats.org/officeDocument/2006/relationships/image" Target="../media/image135.emf"/><Relationship Id="rId2" Type="http://schemas.openxmlformats.org/officeDocument/2006/relationships/image" Target="../media/image120.emf"/><Relationship Id="rId16" Type="http://schemas.openxmlformats.org/officeDocument/2006/relationships/image" Target="../media/image134.emf"/><Relationship Id="rId1" Type="http://schemas.openxmlformats.org/officeDocument/2006/relationships/image" Target="../media/image119.emf"/><Relationship Id="rId6" Type="http://schemas.openxmlformats.org/officeDocument/2006/relationships/image" Target="../media/image124.emf"/><Relationship Id="rId11" Type="http://schemas.openxmlformats.org/officeDocument/2006/relationships/image" Target="../media/image129.emf"/><Relationship Id="rId5" Type="http://schemas.openxmlformats.org/officeDocument/2006/relationships/image" Target="../media/image123.emf"/><Relationship Id="rId15" Type="http://schemas.openxmlformats.org/officeDocument/2006/relationships/image" Target="../media/image133.emf"/><Relationship Id="rId10" Type="http://schemas.openxmlformats.org/officeDocument/2006/relationships/image" Target="../media/image128.emf"/><Relationship Id="rId4" Type="http://schemas.openxmlformats.org/officeDocument/2006/relationships/image" Target="../media/image122.emf"/><Relationship Id="rId9" Type="http://schemas.openxmlformats.org/officeDocument/2006/relationships/image" Target="../media/image127.emf"/><Relationship Id="rId14" Type="http://schemas.openxmlformats.org/officeDocument/2006/relationships/image" Target="../media/image132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emf"/><Relationship Id="rId3" Type="http://schemas.openxmlformats.org/officeDocument/2006/relationships/image" Target="../media/image139.emf"/><Relationship Id="rId7" Type="http://schemas.openxmlformats.org/officeDocument/2006/relationships/image" Target="../media/image143.emf"/><Relationship Id="rId12" Type="http://schemas.openxmlformats.org/officeDocument/2006/relationships/image" Target="../media/image148.emf"/><Relationship Id="rId2" Type="http://schemas.openxmlformats.org/officeDocument/2006/relationships/image" Target="../media/image138.emf"/><Relationship Id="rId1" Type="http://schemas.openxmlformats.org/officeDocument/2006/relationships/image" Target="../media/image137.emf"/><Relationship Id="rId6" Type="http://schemas.openxmlformats.org/officeDocument/2006/relationships/image" Target="../media/image142.emf"/><Relationship Id="rId11" Type="http://schemas.openxmlformats.org/officeDocument/2006/relationships/image" Target="../media/image147.emf"/><Relationship Id="rId5" Type="http://schemas.openxmlformats.org/officeDocument/2006/relationships/image" Target="../media/image141.emf"/><Relationship Id="rId10" Type="http://schemas.openxmlformats.org/officeDocument/2006/relationships/image" Target="../media/image146.emf"/><Relationship Id="rId4" Type="http://schemas.openxmlformats.org/officeDocument/2006/relationships/image" Target="../media/image140.emf"/><Relationship Id="rId9" Type="http://schemas.openxmlformats.org/officeDocument/2006/relationships/image" Target="../media/image145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emf"/><Relationship Id="rId4" Type="http://schemas.openxmlformats.org/officeDocument/2006/relationships/image" Target="../media/image15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emf"/><Relationship Id="rId2" Type="http://schemas.openxmlformats.org/officeDocument/2006/relationships/image" Target="../media/image154.emf"/><Relationship Id="rId1" Type="http://schemas.openxmlformats.org/officeDocument/2006/relationships/image" Target="../media/image153.emf"/><Relationship Id="rId5" Type="http://schemas.openxmlformats.org/officeDocument/2006/relationships/image" Target="../media/image157.wmf"/><Relationship Id="rId4" Type="http://schemas.openxmlformats.org/officeDocument/2006/relationships/image" Target="../media/image15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13" Type="http://schemas.openxmlformats.org/officeDocument/2006/relationships/image" Target="../media/image182.wmf"/><Relationship Id="rId3" Type="http://schemas.openxmlformats.org/officeDocument/2006/relationships/image" Target="../media/image172.wmf"/><Relationship Id="rId7" Type="http://schemas.openxmlformats.org/officeDocument/2006/relationships/image" Target="../media/image176.wmf"/><Relationship Id="rId12" Type="http://schemas.openxmlformats.org/officeDocument/2006/relationships/image" Target="../media/image181.wmf"/><Relationship Id="rId2" Type="http://schemas.openxmlformats.org/officeDocument/2006/relationships/image" Target="../media/image171.wmf"/><Relationship Id="rId1" Type="http://schemas.openxmlformats.org/officeDocument/2006/relationships/image" Target="../media/image170.emf"/><Relationship Id="rId6" Type="http://schemas.openxmlformats.org/officeDocument/2006/relationships/image" Target="../media/image175.wmf"/><Relationship Id="rId11" Type="http://schemas.openxmlformats.org/officeDocument/2006/relationships/image" Target="../media/image180.wmf"/><Relationship Id="rId5" Type="http://schemas.openxmlformats.org/officeDocument/2006/relationships/image" Target="../media/image174.wmf"/><Relationship Id="rId10" Type="http://schemas.openxmlformats.org/officeDocument/2006/relationships/image" Target="../media/image179.wmf"/><Relationship Id="rId4" Type="http://schemas.openxmlformats.org/officeDocument/2006/relationships/image" Target="../media/image173.wmf"/><Relationship Id="rId9" Type="http://schemas.openxmlformats.org/officeDocument/2006/relationships/image" Target="../media/image178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image" Target="../media/image185.wmf"/><Relationship Id="rId7" Type="http://schemas.openxmlformats.org/officeDocument/2006/relationships/image" Target="../media/image172.wmf"/><Relationship Id="rId2" Type="http://schemas.openxmlformats.org/officeDocument/2006/relationships/image" Target="../media/image184.wmf"/><Relationship Id="rId1" Type="http://schemas.openxmlformats.org/officeDocument/2006/relationships/image" Target="../media/image174.wmf"/><Relationship Id="rId6" Type="http://schemas.openxmlformats.org/officeDocument/2006/relationships/image" Target="../media/image188.wmf"/><Relationship Id="rId5" Type="http://schemas.openxmlformats.org/officeDocument/2006/relationships/image" Target="../media/image187.wmf"/><Relationship Id="rId4" Type="http://schemas.openxmlformats.org/officeDocument/2006/relationships/image" Target="../media/image186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image" Target="../media/image193.wmf"/><Relationship Id="rId7" Type="http://schemas.openxmlformats.org/officeDocument/2006/relationships/image" Target="../media/image197.wmf"/><Relationship Id="rId2" Type="http://schemas.openxmlformats.org/officeDocument/2006/relationships/image" Target="../media/image192.wmf"/><Relationship Id="rId1" Type="http://schemas.openxmlformats.org/officeDocument/2006/relationships/image" Target="../media/image191.wmf"/><Relationship Id="rId6" Type="http://schemas.openxmlformats.org/officeDocument/2006/relationships/image" Target="../media/image196.wmf"/><Relationship Id="rId5" Type="http://schemas.openxmlformats.org/officeDocument/2006/relationships/image" Target="../media/image195.wmf"/><Relationship Id="rId4" Type="http://schemas.openxmlformats.org/officeDocument/2006/relationships/image" Target="../media/image194.wmf"/><Relationship Id="rId9" Type="http://schemas.openxmlformats.org/officeDocument/2006/relationships/image" Target="../media/image19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3" Type="http://schemas.openxmlformats.org/officeDocument/2006/relationships/image" Target="../media/image166.wmf"/><Relationship Id="rId7" Type="http://schemas.openxmlformats.org/officeDocument/2006/relationships/image" Target="../media/image205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Relationship Id="rId6" Type="http://schemas.openxmlformats.org/officeDocument/2006/relationships/image" Target="../media/image204.wmf"/><Relationship Id="rId5" Type="http://schemas.openxmlformats.org/officeDocument/2006/relationships/image" Target="../media/image203.wmf"/><Relationship Id="rId10" Type="http://schemas.openxmlformats.org/officeDocument/2006/relationships/image" Target="../media/image208.wmf"/><Relationship Id="rId4" Type="http://schemas.openxmlformats.org/officeDocument/2006/relationships/image" Target="../media/image202.wmf"/><Relationship Id="rId9" Type="http://schemas.openxmlformats.org/officeDocument/2006/relationships/image" Target="../media/image207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3" Type="http://schemas.openxmlformats.org/officeDocument/2006/relationships/image" Target="../media/image211.wmf"/><Relationship Id="rId7" Type="http://schemas.openxmlformats.org/officeDocument/2006/relationships/image" Target="../media/image215.wmf"/><Relationship Id="rId2" Type="http://schemas.openxmlformats.org/officeDocument/2006/relationships/image" Target="../media/image210.wmf"/><Relationship Id="rId1" Type="http://schemas.openxmlformats.org/officeDocument/2006/relationships/image" Target="../media/image209.wmf"/><Relationship Id="rId6" Type="http://schemas.openxmlformats.org/officeDocument/2006/relationships/image" Target="../media/image214.wmf"/><Relationship Id="rId5" Type="http://schemas.openxmlformats.org/officeDocument/2006/relationships/image" Target="../media/image213.wmf"/><Relationship Id="rId10" Type="http://schemas.openxmlformats.org/officeDocument/2006/relationships/image" Target="../media/image218.wmf"/><Relationship Id="rId4" Type="http://schemas.openxmlformats.org/officeDocument/2006/relationships/image" Target="../media/image212.wmf"/><Relationship Id="rId9" Type="http://schemas.openxmlformats.org/officeDocument/2006/relationships/image" Target="../media/image2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FF025-715F-43EA-BE88-D73FF332BA23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9ABED-8F34-4A7D-8363-51898FEE91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BD31-1C05-44BB-85AD-9D7C3578952E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CAC2-3184-4C00-83AC-58A63FDB95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BD31-1C05-44BB-85AD-9D7C3578952E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CAC2-3184-4C00-83AC-58A63FDB95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BD31-1C05-44BB-85AD-9D7C3578952E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CAC2-3184-4C00-83AC-58A63FDB95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BD31-1C05-44BB-85AD-9D7C3578952E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CAC2-3184-4C00-83AC-58A63FDB95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BD31-1C05-44BB-85AD-9D7C3578952E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CAC2-3184-4C00-83AC-58A63FDB95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BD31-1C05-44BB-85AD-9D7C3578952E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CAC2-3184-4C00-83AC-58A63FDB95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BD31-1C05-44BB-85AD-9D7C3578952E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CAC2-3184-4C00-83AC-58A63FDB95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BD31-1C05-44BB-85AD-9D7C3578952E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CAC2-3184-4C00-83AC-58A63FDB95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BD31-1C05-44BB-85AD-9D7C3578952E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CAC2-3184-4C00-83AC-58A63FDB95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BD31-1C05-44BB-85AD-9D7C3578952E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CAC2-3184-4C00-83AC-58A63FDB95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BD31-1C05-44BB-85AD-9D7C3578952E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CAC2-3184-4C00-83AC-58A63FDB95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EBD31-1C05-44BB-85AD-9D7C3578952E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6CAC2-3184-4C00-83AC-58A63FDB95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25.wmf"/><Relationship Id="rId26" Type="http://schemas.openxmlformats.org/officeDocument/2006/relationships/image" Target="../media/image29.w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27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25.bin"/><Relationship Id="rId25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2.bin"/><Relationship Id="rId24" Type="http://schemas.openxmlformats.org/officeDocument/2006/relationships/image" Target="../media/image28.wmf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23" Type="http://schemas.openxmlformats.org/officeDocument/2006/relationships/oleObject" Target="../embeddings/oleObject28.bin"/><Relationship Id="rId28" Type="http://schemas.openxmlformats.org/officeDocument/2006/relationships/image" Target="../media/image30.wmf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26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3.wmf"/><Relationship Id="rId22" Type="http://schemas.openxmlformats.org/officeDocument/2006/relationships/image" Target="../media/image27.wmf"/><Relationship Id="rId27" Type="http://schemas.openxmlformats.org/officeDocument/2006/relationships/oleObject" Target="../embeddings/oleObject3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41.wmf"/><Relationship Id="rId3" Type="http://schemas.openxmlformats.org/officeDocument/2006/relationships/oleObject" Target="../embeddings/oleObject34.bin"/><Relationship Id="rId21" Type="http://schemas.openxmlformats.org/officeDocument/2006/relationships/oleObject" Target="../embeddings/oleObject43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8.wmf"/><Relationship Id="rId1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.wmf"/><Relationship Id="rId20" Type="http://schemas.openxmlformats.org/officeDocument/2006/relationships/image" Target="../media/image42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8.bin"/><Relationship Id="rId24" Type="http://schemas.openxmlformats.org/officeDocument/2006/relationships/image" Target="../media/image44.wmf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23" Type="http://schemas.openxmlformats.org/officeDocument/2006/relationships/oleObject" Target="../embeddings/oleObject44.bin"/><Relationship Id="rId10" Type="http://schemas.openxmlformats.org/officeDocument/2006/relationships/image" Target="../media/image37.wmf"/><Relationship Id="rId19" Type="http://schemas.openxmlformats.org/officeDocument/2006/relationships/oleObject" Target="../embeddings/oleObject42.bin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39.wmf"/><Relationship Id="rId22" Type="http://schemas.openxmlformats.org/officeDocument/2006/relationships/image" Target="../media/image4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55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6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66.bin"/><Relationship Id="rId18" Type="http://schemas.openxmlformats.org/officeDocument/2006/relationships/image" Target="../media/image68.wmf"/><Relationship Id="rId3" Type="http://schemas.openxmlformats.org/officeDocument/2006/relationships/oleObject" Target="../embeddings/oleObject61.bin"/><Relationship Id="rId21" Type="http://schemas.openxmlformats.org/officeDocument/2006/relationships/oleObject" Target="../embeddings/oleObject70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7.wmf"/><Relationship Id="rId20" Type="http://schemas.openxmlformats.org/officeDocument/2006/relationships/image" Target="../media/image69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5.bin"/><Relationship Id="rId24" Type="http://schemas.openxmlformats.org/officeDocument/2006/relationships/image" Target="../media/image71.wmf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23" Type="http://schemas.openxmlformats.org/officeDocument/2006/relationships/oleObject" Target="../embeddings/oleObject71.bin"/><Relationship Id="rId10" Type="http://schemas.openxmlformats.org/officeDocument/2006/relationships/image" Target="../media/image64.wmf"/><Relationship Id="rId19" Type="http://schemas.openxmlformats.org/officeDocument/2006/relationships/oleObject" Target="../embeddings/oleObject69.bin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66.wmf"/><Relationship Id="rId22" Type="http://schemas.openxmlformats.org/officeDocument/2006/relationships/image" Target="../media/image7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79.wmf"/><Relationship Id="rId26" Type="http://schemas.openxmlformats.org/officeDocument/2006/relationships/oleObject" Target="../embeddings/oleObject84.bin"/><Relationship Id="rId3" Type="http://schemas.openxmlformats.org/officeDocument/2006/relationships/oleObject" Target="../embeddings/oleObject72.bin"/><Relationship Id="rId21" Type="http://schemas.openxmlformats.org/officeDocument/2006/relationships/oleObject" Target="../embeddings/oleObject81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79.bin"/><Relationship Id="rId25" Type="http://schemas.openxmlformats.org/officeDocument/2006/relationships/image" Target="../media/image8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wmf"/><Relationship Id="rId20" Type="http://schemas.openxmlformats.org/officeDocument/2006/relationships/image" Target="../media/image80.wmf"/><Relationship Id="rId29" Type="http://schemas.openxmlformats.org/officeDocument/2006/relationships/image" Target="../media/image84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76.bin"/><Relationship Id="rId24" Type="http://schemas.openxmlformats.org/officeDocument/2006/relationships/oleObject" Target="../embeddings/oleObject83.bin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23" Type="http://schemas.openxmlformats.org/officeDocument/2006/relationships/image" Target="../media/image81.wmf"/><Relationship Id="rId28" Type="http://schemas.openxmlformats.org/officeDocument/2006/relationships/oleObject" Target="../embeddings/oleObject85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80.bin"/><Relationship Id="rId31" Type="http://schemas.openxmlformats.org/officeDocument/2006/relationships/image" Target="../media/image8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77.wmf"/><Relationship Id="rId22" Type="http://schemas.openxmlformats.org/officeDocument/2006/relationships/oleObject" Target="../embeddings/oleObject82.bin"/><Relationship Id="rId27" Type="http://schemas.openxmlformats.org/officeDocument/2006/relationships/image" Target="../media/image83.wmf"/><Relationship Id="rId30" Type="http://schemas.openxmlformats.org/officeDocument/2006/relationships/oleObject" Target="../embeddings/oleObject8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oleObject" Target="../embeddings/oleObject92.bin"/><Relationship Id="rId18" Type="http://schemas.openxmlformats.org/officeDocument/2006/relationships/image" Target="../media/image93.wmf"/><Relationship Id="rId26" Type="http://schemas.openxmlformats.org/officeDocument/2006/relationships/image" Target="../media/image97.wmf"/><Relationship Id="rId3" Type="http://schemas.openxmlformats.org/officeDocument/2006/relationships/oleObject" Target="../embeddings/oleObject87.bin"/><Relationship Id="rId21" Type="http://schemas.openxmlformats.org/officeDocument/2006/relationships/oleObject" Target="../embeddings/oleObject96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90.wmf"/><Relationship Id="rId17" Type="http://schemas.openxmlformats.org/officeDocument/2006/relationships/oleObject" Target="../embeddings/oleObject94.bin"/><Relationship Id="rId25" Type="http://schemas.openxmlformats.org/officeDocument/2006/relationships/oleObject" Target="../embeddings/oleObject9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2.wmf"/><Relationship Id="rId20" Type="http://schemas.openxmlformats.org/officeDocument/2006/relationships/image" Target="../media/image94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91.bin"/><Relationship Id="rId24" Type="http://schemas.openxmlformats.org/officeDocument/2006/relationships/image" Target="../media/image96.wmf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23" Type="http://schemas.openxmlformats.org/officeDocument/2006/relationships/oleObject" Target="../embeddings/oleObject97.bin"/><Relationship Id="rId28" Type="http://schemas.openxmlformats.org/officeDocument/2006/relationships/image" Target="../media/image98.wmf"/><Relationship Id="rId10" Type="http://schemas.openxmlformats.org/officeDocument/2006/relationships/image" Target="../media/image89.wmf"/><Relationship Id="rId19" Type="http://schemas.openxmlformats.org/officeDocument/2006/relationships/oleObject" Target="../embeddings/oleObject95.bin"/><Relationship Id="rId4" Type="http://schemas.openxmlformats.org/officeDocument/2006/relationships/image" Target="../media/image86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91.wmf"/><Relationship Id="rId22" Type="http://schemas.openxmlformats.org/officeDocument/2006/relationships/image" Target="../media/image95.wmf"/><Relationship Id="rId27" Type="http://schemas.openxmlformats.org/officeDocument/2006/relationships/oleObject" Target="../embeddings/oleObject99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06.emf"/><Relationship Id="rId26" Type="http://schemas.openxmlformats.org/officeDocument/2006/relationships/image" Target="../media/image110.emf"/><Relationship Id="rId39" Type="http://schemas.openxmlformats.org/officeDocument/2006/relationships/oleObject" Target="../embeddings/oleObject118.bin"/><Relationship Id="rId21" Type="http://schemas.openxmlformats.org/officeDocument/2006/relationships/oleObject" Target="../embeddings/oleObject109.bin"/><Relationship Id="rId34" Type="http://schemas.openxmlformats.org/officeDocument/2006/relationships/image" Target="../media/image114.emf"/><Relationship Id="rId42" Type="http://schemas.openxmlformats.org/officeDocument/2006/relationships/image" Target="../media/image118.emf"/><Relationship Id="rId7" Type="http://schemas.openxmlformats.org/officeDocument/2006/relationships/oleObject" Target="../embeddings/oleObject102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05.emf"/><Relationship Id="rId20" Type="http://schemas.openxmlformats.org/officeDocument/2006/relationships/image" Target="../media/image107.emf"/><Relationship Id="rId29" Type="http://schemas.openxmlformats.org/officeDocument/2006/relationships/oleObject" Target="../embeddings/oleObject113.bin"/><Relationship Id="rId41" Type="http://schemas.openxmlformats.org/officeDocument/2006/relationships/oleObject" Target="../embeddings/oleObject119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0.emf"/><Relationship Id="rId11" Type="http://schemas.openxmlformats.org/officeDocument/2006/relationships/oleObject" Target="../embeddings/oleObject104.bin"/><Relationship Id="rId24" Type="http://schemas.openxmlformats.org/officeDocument/2006/relationships/image" Target="../media/image109.emf"/><Relationship Id="rId32" Type="http://schemas.openxmlformats.org/officeDocument/2006/relationships/image" Target="../media/image113.emf"/><Relationship Id="rId37" Type="http://schemas.openxmlformats.org/officeDocument/2006/relationships/oleObject" Target="../embeddings/oleObject117.bin"/><Relationship Id="rId40" Type="http://schemas.openxmlformats.org/officeDocument/2006/relationships/image" Target="../media/image117.emf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23" Type="http://schemas.openxmlformats.org/officeDocument/2006/relationships/oleObject" Target="../embeddings/oleObject110.bin"/><Relationship Id="rId28" Type="http://schemas.openxmlformats.org/officeDocument/2006/relationships/image" Target="../media/image111.emf"/><Relationship Id="rId36" Type="http://schemas.openxmlformats.org/officeDocument/2006/relationships/image" Target="../media/image115.emf"/><Relationship Id="rId10" Type="http://schemas.openxmlformats.org/officeDocument/2006/relationships/image" Target="../media/image102.emf"/><Relationship Id="rId19" Type="http://schemas.openxmlformats.org/officeDocument/2006/relationships/oleObject" Target="../embeddings/oleObject108.bin"/><Relationship Id="rId31" Type="http://schemas.openxmlformats.org/officeDocument/2006/relationships/oleObject" Target="../embeddings/oleObject114.bin"/><Relationship Id="rId4" Type="http://schemas.openxmlformats.org/officeDocument/2006/relationships/image" Target="../media/image99.e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04.emf"/><Relationship Id="rId22" Type="http://schemas.openxmlformats.org/officeDocument/2006/relationships/image" Target="../media/image108.emf"/><Relationship Id="rId27" Type="http://schemas.openxmlformats.org/officeDocument/2006/relationships/oleObject" Target="../embeddings/oleObject112.bin"/><Relationship Id="rId30" Type="http://schemas.openxmlformats.org/officeDocument/2006/relationships/image" Target="../media/image112.emf"/><Relationship Id="rId35" Type="http://schemas.openxmlformats.org/officeDocument/2006/relationships/oleObject" Target="../embeddings/oleObject116.bin"/><Relationship Id="rId8" Type="http://schemas.openxmlformats.org/officeDocument/2006/relationships/image" Target="../media/image101.emf"/><Relationship Id="rId3" Type="http://schemas.openxmlformats.org/officeDocument/2006/relationships/oleObject" Target="../embeddings/oleObject100.bin"/><Relationship Id="rId12" Type="http://schemas.openxmlformats.org/officeDocument/2006/relationships/image" Target="../media/image103.emf"/><Relationship Id="rId17" Type="http://schemas.openxmlformats.org/officeDocument/2006/relationships/oleObject" Target="../embeddings/oleObject107.bin"/><Relationship Id="rId25" Type="http://schemas.openxmlformats.org/officeDocument/2006/relationships/oleObject" Target="../embeddings/oleObject111.bin"/><Relationship Id="rId33" Type="http://schemas.openxmlformats.org/officeDocument/2006/relationships/oleObject" Target="../embeddings/oleObject115.bin"/><Relationship Id="rId38" Type="http://schemas.openxmlformats.org/officeDocument/2006/relationships/image" Target="../media/image116.e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26.emf"/><Relationship Id="rId26" Type="http://schemas.openxmlformats.org/officeDocument/2006/relationships/image" Target="../media/image130.emf"/><Relationship Id="rId21" Type="http://schemas.openxmlformats.org/officeDocument/2006/relationships/oleObject" Target="../embeddings/oleObject129.bin"/><Relationship Id="rId34" Type="http://schemas.openxmlformats.org/officeDocument/2006/relationships/image" Target="../media/image134.emf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23.emf"/><Relationship Id="rId17" Type="http://schemas.openxmlformats.org/officeDocument/2006/relationships/oleObject" Target="../embeddings/oleObject127.bin"/><Relationship Id="rId25" Type="http://schemas.openxmlformats.org/officeDocument/2006/relationships/oleObject" Target="../embeddings/oleObject131.bin"/><Relationship Id="rId33" Type="http://schemas.openxmlformats.org/officeDocument/2006/relationships/oleObject" Target="../embeddings/oleObject135.bin"/><Relationship Id="rId38" Type="http://schemas.openxmlformats.org/officeDocument/2006/relationships/image" Target="../media/image136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25.emf"/><Relationship Id="rId20" Type="http://schemas.openxmlformats.org/officeDocument/2006/relationships/image" Target="../media/image127.emf"/><Relationship Id="rId29" Type="http://schemas.openxmlformats.org/officeDocument/2006/relationships/oleObject" Target="../embeddings/oleObject133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0.emf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129.emf"/><Relationship Id="rId32" Type="http://schemas.openxmlformats.org/officeDocument/2006/relationships/image" Target="../media/image133.emf"/><Relationship Id="rId37" Type="http://schemas.openxmlformats.org/officeDocument/2006/relationships/oleObject" Target="../embeddings/oleObject137.bin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28" Type="http://schemas.openxmlformats.org/officeDocument/2006/relationships/image" Target="../media/image131.emf"/><Relationship Id="rId36" Type="http://schemas.openxmlformats.org/officeDocument/2006/relationships/image" Target="../media/image135.emf"/><Relationship Id="rId10" Type="http://schemas.openxmlformats.org/officeDocument/2006/relationships/image" Target="../media/image122.emf"/><Relationship Id="rId19" Type="http://schemas.openxmlformats.org/officeDocument/2006/relationships/oleObject" Target="../embeddings/oleObject128.bin"/><Relationship Id="rId31" Type="http://schemas.openxmlformats.org/officeDocument/2006/relationships/oleObject" Target="../embeddings/oleObject134.bin"/><Relationship Id="rId4" Type="http://schemas.openxmlformats.org/officeDocument/2006/relationships/image" Target="../media/image119.e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24.emf"/><Relationship Id="rId22" Type="http://schemas.openxmlformats.org/officeDocument/2006/relationships/image" Target="../media/image128.emf"/><Relationship Id="rId27" Type="http://schemas.openxmlformats.org/officeDocument/2006/relationships/oleObject" Target="../embeddings/oleObject132.bin"/><Relationship Id="rId30" Type="http://schemas.openxmlformats.org/officeDocument/2006/relationships/image" Target="../media/image132.emf"/><Relationship Id="rId35" Type="http://schemas.openxmlformats.org/officeDocument/2006/relationships/oleObject" Target="../embeddings/oleObject136.bin"/><Relationship Id="rId8" Type="http://schemas.openxmlformats.org/officeDocument/2006/relationships/image" Target="../media/image121.emf"/><Relationship Id="rId3" Type="http://schemas.openxmlformats.org/officeDocument/2006/relationships/oleObject" Target="../embeddings/oleObject12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emf"/><Relationship Id="rId13" Type="http://schemas.openxmlformats.org/officeDocument/2006/relationships/oleObject" Target="../embeddings/oleObject143.bin"/><Relationship Id="rId18" Type="http://schemas.openxmlformats.org/officeDocument/2006/relationships/image" Target="../media/image144.emf"/><Relationship Id="rId26" Type="http://schemas.openxmlformats.org/officeDocument/2006/relationships/image" Target="../media/image148.emf"/><Relationship Id="rId3" Type="http://schemas.openxmlformats.org/officeDocument/2006/relationships/oleObject" Target="../embeddings/oleObject138.bin"/><Relationship Id="rId21" Type="http://schemas.openxmlformats.org/officeDocument/2006/relationships/oleObject" Target="../embeddings/oleObject147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41.emf"/><Relationship Id="rId17" Type="http://schemas.openxmlformats.org/officeDocument/2006/relationships/oleObject" Target="../embeddings/oleObject145.bin"/><Relationship Id="rId25" Type="http://schemas.openxmlformats.org/officeDocument/2006/relationships/oleObject" Target="../embeddings/oleObject14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3.emf"/><Relationship Id="rId20" Type="http://schemas.openxmlformats.org/officeDocument/2006/relationships/image" Target="../media/image145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8.emf"/><Relationship Id="rId11" Type="http://schemas.openxmlformats.org/officeDocument/2006/relationships/oleObject" Target="../embeddings/oleObject142.bin"/><Relationship Id="rId24" Type="http://schemas.openxmlformats.org/officeDocument/2006/relationships/image" Target="../media/image147.emf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23" Type="http://schemas.openxmlformats.org/officeDocument/2006/relationships/oleObject" Target="../embeddings/oleObject148.bin"/><Relationship Id="rId10" Type="http://schemas.openxmlformats.org/officeDocument/2006/relationships/image" Target="../media/image140.emf"/><Relationship Id="rId19" Type="http://schemas.openxmlformats.org/officeDocument/2006/relationships/oleObject" Target="../embeddings/oleObject146.bin"/><Relationship Id="rId4" Type="http://schemas.openxmlformats.org/officeDocument/2006/relationships/image" Target="../media/image137.e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42.emf"/><Relationship Id="rId22" Type="http://schemas.openxmlformats.org/officeDocument/2006/relationships/image" Target="../media/image146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50.wmf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52.wmf"/><Relationship Id="rId4" Type="http://schemas.openxmlformats.org/officeDocument/2006/relationships/image" Target="../media/image149.emf"/><Relationship Id="rId9" Type="http://schemas.openxmlformats.org/officeDocument/2006/relationships/oleObject" Target="../embeddings/oleObject15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em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4.e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0" Type="http://schemas.openxmlformats.org/officeDocument/2006/relationships/image" Target="../media/image156.wmf"/><Relationship Id="rId4" Type="http://schemas.openxmlformats.org/officeDocument/2006/relationships/image" Target="../media/image153.emf"/><Relationship Id="rId9" Type="http://schemas.openxmlformats.org/officeDocument/2006/relationships/oleObject" Target="../embeddings/oleObject157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164.bin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6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4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10" Type="http://schemas.openxmlformats.org/officeDocument/2006/relationships/image" Target="../media/image161.wmf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6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12" Type="http://schemas.openxmlformats.org/officeDocument/2006/relationships/image" Target="../media/image16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7.bin"/><Relationship Id="rId10" Type="http://schemas.openxmlformats.org/officeDocument/2006/relationships/image" Target="../media/image168.wmf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6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13" Type="http://schemas.openxmlformats.org/officeDocument/2006/relationships/image" Target="../media/image174.wmf"/><Relationship Id="rId18" Type="http://schemas.openxmlformats.org/officeDocument/2006/relationships/oleObject" Target="../embeddings/oleObject178.bin"/><Relationship Id="rId26" Type="http://schemas.openxmlformats.org/officeDocument/2006/relationships/oleObject" Target="../embeddings/oleObject182.bin"/><Relationship Id="rId3" Type="http://schemas.openxmlformats.org/officeDocument/2006/relationships/image" Target="../media/image183.png"/><Relationship Id="rId21" Type="http://schemas.openxmlformats.org/officeDocument/2006/relationships/image" Target="../media/image178.wmf"/><Relationship Id="rId7" Type="http://schemas.openxmlformats.org/officeDocument/2006/relationships/image" Target="../media/image171.wmf"/><Relationship Id="rId12" Type="http://schemas.openxmlformats.org/officeDocument/2006/relationships/oleObject" Target="../embeddings/oleObject175.bin"/><Relationship Id="rId17" Type="http://schemas.openxmlformats.org/officeDocument/2006/relationships/image" Target="../media/image176.wmf"/><Relationship Id="rId25" Type="http://schemas.openxmlformats.org/officeDocument/2006/relationships/image" Target="../media/image18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7.bin"/><Relationship Id="rId20" Type="http://schemas.openxmlformats.org/officeDocument/2006/relationships/oleObject" Target="../embeddings/oleObject179.bin"/><Relationship Id="rId29" Type="http://schemas.openxmlformats.org/officeDocument/2006/relationships/image" Target="../media/image182.wmf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72.bin"/><Relationship Id="rId11" Type="http://schemas.openxmlformats.org/officeDocument/2006/relationships/image" Target="../media/image173.wmf"/><Relationship Id="rId24" Type="http://schemas.openxmlformats.org/officeDocument/2006/relationships/oleObject" Target="../embeddings/oleObject181.bin"/><Relationship Id="rId5" Type="http://schemas.openxmlformats.org/officeDocument/2006/relationships/image" Target="../media/image170.emf"/><Relationship Id="rId15" Type="http://schemas.openxmlformats.org/officeDocument/2006/relationships/image" Target="../media/image175.wmf"/><Relationship Id="rId23" Type="http://schemas.openxmlformats.org/officeDocument/2006/relationships/image" Target="../media/image179.wmf"/><Relationship Id="rId28" Type="http://schemas.openxmlformats.org/officeDocument/2006/relationships/oleObject" Target="../embeddings/oleObject183.bin"/><Relationship Id="rId10" Type="http://schemas.openxmlformats.org/officeDocument/2006/relationships/oleObject" Target="../embeddings/oleObject174.bin"/><Relationship Id="rId19" Type="http://schemas.openxmlformats.org/officeDocument/2006/relationships/image" Target="../media/image177.wmf"/><Relationship Id="rId4" Type="http://schemas.openxmlformats.org/officeDocument/2006/relationships/oleObject" Target="../embeddings/oleObject171.bin"/><Relationship Id="rId9" Type="http://schemas.openxmlformats.org/officeDocument/2006/relationships/image" Target="../media/image172.wmf"/><Relationship Id="rId14" Type="http://schemas.openxmlformats.org/officeDocument/2006/relationships/oleObject" Target="../embeddings/oleObject176.bin"/><Relationship Id="rId22" Type="http://schemas.openxmlformats.org/officeDocument/2006/relationships/oleObject" Target="../embeddings/oleObject180.bin"/><Relationship Id="rId27" Type="http://schemas.openxmlformats.org/officeDocument/2006/relationships/image" Target="../media/image18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6.bin"/><Relationship Id="rId13" Type="http://schemas.openxmlformats.org/officeDocument/2006/relationships/image" Target="../media/image187.wmf"/><Relationship Id="rId18" Type="http://schemas.openxmlformats.org/officeDocument/2006/relationships/oleObject" Target="../embeddings/oleObject191.bin"/><Relationship Id="rId3" Type="http://schemas.openxmlformats.org/officeDocument/2006/relationships/image" Target="../media/image183.png"/><Relationship Id="rId7" Type="http://schemas.openxmlformats.org/officeDocument/2006/relationships/image" Target="../media/image184.wmf"/><Relationship Id="rId12" Type="http://schemas.openxmlformats.org/officeDocument/2006/relationships/oleObject" Target="../embeddings/oleObject188.bin"/><Relationship Id="rId17" Type="http://schemas.openxmlformats.org/officeDocument/2006/relationships/image" Target="../media/image17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0.bin"/><Relationship Id="rId20" Type="http://schemas.openxmlformats.org/officeDocument/2006/relationships/image" Target="../media/image190.png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85.bin"/><Relationship Id="rId11" Type="http://schemas.openxmlformats.org/officeDocument/2006/relationships/image" Target="../media/image186.emf"/><Relationship Id="rId5" Type="http://schemas.openxmlformats.org/officeDocument/2006/relationships/image" Target="../media/image174.wmf"/><Relationship Id="rId15" Type="http://schemas.openxmlformats.org/officeDocument/2006/relationships/image" Target="../media/image188.wmf"/><Relationship Id="rId10" Type="http://schemas.openxmlformats.org/officeDocument/2006/relationships/oleObject" Target="../embeddings/oleObject187.bin"/><Relationship Id="rId19" Type="http://schemas.openxmlformats.org/officeDocument/2006/relationships/image" Target="../media/image189.wmf"/><Relationship Id="rId4" Type="http://schemas.openxmlformats.org/officeDocument/2006/relationships/oleObject" Target="../embeddings/oleObject184.bin"/><Relationship Id="rId9" Type="http://schemas.openxmlformats.org/officeDocument/2006/relationships/image" Target="../media/image185.wmf"/><Relationship Id="rId14" Type="http://schemas.openxmlformats.org/officeDocument/2006/relationships/oleObject" Target="../embeddings/oleObject18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oleObject" Target="../embeddings/oleObject197.bin"/><Relationship Id="rId18" Type="http://schemas.openxmlformats.org/officeDocument/2006/relationships/image" Target="../media/image198.wmf"/><Relationship Id="rId3" Type="http://schemas.openxmlformats.org/officeDocument/2006/relationships/oleObject" Target="../embeddings/oleObject192.bin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195.wmf"/><Relationship Id="rId17" Type="http://schemas.openxmlformats.org/officeDocument/2006/relationships/oleObject" Target="../embeddings/oleObject1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7.wmf"/><Relationship Id="rId20" Type="http://schemas.openxmlformats.org/officeDocument/2006/relationships/image" Target="../media/image199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2.wmf"/><Relationship Id="rId11" Type="http://schemas.openxmlformats.org/officeDocument/2006/relationships/oleObject" Target="../embeddings/oleObject196.bin"/><Relationship Id="rId5" Type="http://schemas.openxmlformats.org/officeDocument/2006/relationships/oleObject" Target="../embeddings/oleObject193.bin"/><Relationship Id="rId15" Type="http://schemas.openxmlformats.org/officeDocument/2006/relationships/oleObject" Target="../embeddings/oleObject198.bin"/><Relationship Id="rId10" Type="http://schemas.openxmlformats.org/officeDocument/2006/relationships/image" Target="../media/image194.wmf"/><Relationship Id="rId19" Type="http://schemas.openxmlformats.org/officeDocument/2006/relationships/oleObject" Target="../embeddings/oleObject200.bin"/><Relationship Id="rId4" Type="http://schemas.openxmlformats.org/officeDocument/2006/relationships/image" Target="../media/image191.wmf"/><Relationship Id="rId9" Type="http://schemas.openxmlformats.org/officeDocument/2006/relationships/oleObject" Target="../embeddings/oleObject195.bin"/><Relationship Id="rId14" Type="http://schemas.openxmlformats.org/officeDocument/2006/relationships/image" Target="../media/image19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oleObject" Target="../embeddings/oleObject206.bin"/><Relationship Id="rId18" Type="http://schemas.openxmlformats.org/officeDocument/2006/relationships/image" Target="../media/image206.wmf"/><Relationship Id="rId3" Type="http://schemas.openxmlformats.org/officeDocument/2006/relationships/oleObject" Target="../embeddings/oleObject201.bin"/><Relationship Id="rId21" Type="http://schemas.openxmlformats.org/officeDocument/2006/relationships/oleObject" Target="../embeddings/oleObject210.bin"/><Relationship Id="rId7" Type="http://schemas.openxmlformats.org/officeDocument/2006/relationships/oleObject" Target="../embeddings/oleObject203.bin"/><Relationship Id="rId12" Type="http://schemas.openxmlformats.org/officeDocument/2006/relationships/image" Target="../media/image203.wmf"/><Relationship Id="rId17" Type="http://schemas.openxmlformats.org/officeDocument/2006/relationships/oleObject" Target="../embeddings/oleObject2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5.wmf"/><Relationship Id="rId20" Type="http://schemas.openxmlformats.org/officeDocument/2006/relationships/image" Target="../media/image207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1.wmf"/><Relationship Id="rId11" Type="http://schemas.openxmlformats.org/officeDocument/2006/relationships/oleObject" Target="../embeddings/oleObject205.bin"/><Relationship Id="rId5" Type="http://schemas.openxmlformats.org/officeDocument/2006/relationships/oleObject" Target="../embeddings/oleObject202.bin"/><Relationship Id="rId15" Type="http://schemas.openxmlformats.org/officeDocument/2006/relationships/oleObject" Target="../embeddings/oleObject207.bin"/><Relationship Id="rId10" Type="http://schemas.openxmlformats.org/officeDocument/2006/relationships/image" Target="../media/image202.wmf"/><Relationship Id="rId19" Type="http://schemas.openxmlformats.org/officeDocument/2006/relationships/oleObject" Target="../embeddings/oleObject209.bin"/><Relationship Id="rId4" Type="http://schemas.openxmlformats.org/officeDocument/2006/relationships/image" Target="../media/image200.w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204.wmf"/><Relationship Id="rId22" Type="http://schemas.openxmlformats.org/officeDocument/2006/relationships/image" Target="../media/image208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13" Type="http://schemas.openxmlformats.org/officeDocument/2006/relationships/oleObject" Target="../embeddings/oleObject216.bin"/><Relationship Id="rId18" Type="http://schemas.openxmlformats.org/officeDocument/2006/relationships/image" Target="../media/image216.wmf"/><Relationship Id="rId3" Type="http://schemas.openxmlformats.org/officeDocument/2006/relationships/oleObject" Target="../embeddings/oleObject211.bin"/><Relationship Id="rId21" Type="http://schemas.openxmlformats.org/officeDocument/2006/relationships/oleObject" Target="../embeddings/oleObject220.bin"/><Relationship Id="rId7" Type="http://schemas.openxmlformats.org/officeDocument/2006/relationships/oleObject" Target="../embeddings/oleObject213.bin"/><Relationship Id="rId12" Type="http://schemas.openxmlformats.org/officeDocument/2006/relationships/image" Target="../media/image213.wmf"/><Relationship Id="rId17" Type="http://schemas.openxmlformats.org/officeDocument/2006/relationships/oleObject" Target="../embeddings/oleObject2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5.wmf"/><Relationship Id="rId20" Type="http://schemas.openxmlformats.org/officeDocument/2006/relationships/image" Target="../media/image217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0.wmf"/><Relationship Id="rId11" Type="http://schemas.openxmlformats.org/officeDocument/2006/relationships/oleObject" Target="../embeddings/oleObject215.bin"/><Relationship Id="rId5" Type="http://schemas.openxmlformats.org/officeDocument/2006/relationships/oleObject" Target="../embeddings/oleObject212.bin"/><Relationship Id="rId15" Type="http://schemas.openxmlformats.org/officeDocument/2006/relationships/oleObject" Target="../embeddings/oleObject217.bin"/><Relationship Id="rId10" Type="http://schemas.openxmlformats.org/officeDocument/2006/relationships/image" Target="../media/image212.wmf"/><Relationship Id="rId19" Type="http://schemas.openxmlformats.org/officeDocument/2006/relationships/oleObject" Target="../embeddings/oleObject219.bin"/><Relationship Id="rId4" Type="http://schemas.openxmlformats.org/officeDocument/2006/relationships/image" Target="../media/image209.wmf"/><Relationship Id="rId9" Type="http://schemas.openxmlformats.org/officeDocument/2006/relationships/oleObject" Target="../embeddings/oleObject214.bin"/><Relationship Id="rId14" Type="http://schemas.openxmlformats.org/officeDocument/2006/relationships/image" Target="../media/image214.wmf"/><Relationship Id="rId22" Type="http://schemas.openxmlformats.org/officeDocument/2006/relationships/image" Target="../media/image21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第三章总复习课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3935760" y="120979"/>
            <a:ext cx="3432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第一部分  不定积分</a:t>
            </a:r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107540" y="728781"/>
            <a:ext cx="50786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．两个概念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      1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）原函数：  </a:t>
            </a:r>
            <a:endParaRPr lang="zh-CN" altLang="en-US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90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604016"/>
              </p:ext>
            </p:extLst>
          </p:nvPr>
        </p:nvGraphicFramePr>
        <p:xfrm>
          <a:off x="4879649" y="867737"/>
          <a:ext cx="17240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公式" r:id="rId3" imgW="41452800" imgH="8534400" progId="">
                  <p:embed/>
                </p:oleObj>
              </mc:Choice>
              <mc:Fallback>
                <p:oleObj name="公式" r:id="rId3" imgW="41452800" imgH="85344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649" y="867737"/>
                        <a:ext cx="1724025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5" name="Rectangle 7"/>
          <p:cNvSpPr>
            <a:spLocks noChangeArrowheads="1"/>
          </p:cNvSpPr>
          <p:nvPr/>
        </p:nvSpPr>
        <p:spPr bwMode="auto">
          <a:xfrm>
            <a:off x="2889868" y="1288586"/>
            <a:ext cx="25282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）不定积分：</a:t>
            </a:r>
            <a:endParaRPr lang="zh-CN" altLang="en-US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90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392420"/>
              </p:ext>
            </p:extLst>
          </p:nvPr>
        </p:nvGraphicFramePr>
        <p:xfrm>
          <a:off x="5160161" y="1351758"/>
          <a:ext cx="28479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公式" r:id="rId5" imgW="68275200" imgH="12496800" progId="">
                  <p:embed/>
                </p:oleObj>
              </mc:Choice>
              <mc:Fallback>
                <p:oleObj name="公式" r:id="rId5" imgW="68275200" imgH="124968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161" y="1351758"/>
                        <a:ext cx="284797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7" name="Rectangle 9"/>
          <p:cNvSpPr>
            <a:spLocks noChangeArrowheads="1"/>
          </p:cNvSpPr>
          <p:nvPr/>
        </p:nvSpPr>
        <p:spPr bwMode="auto">
          <a:xfrm>
            <a:off x="31278" y="1686254"/>
            <a:ext cx="32496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．基本积分公式：</a:t>
            </a:r>
            <a:endParaRPr lang="zh-CN" altLang="en-US" sz="1800" dirty="0">
              <a:solidFill>
                <a:srgbClr val="0000FF"/>
              </a:solidFill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9098" name="Rectangle 10"/>
          <p:cNvSpPr>
            <a:spLocks noChangeArrowheads="1"/>
          </p:cNvSpPr>
          <p:nvPr/>
        </p:nvSpPr>
        <p:spPr bwMode="auto">
          <a:xfrm>
            <a:off x="31279" y="2272041"/>
            <a:ext cx="32512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．三种主要积分法</a:t>
            </a:r>
          </a:p>
        </p:txBody>
      </p:sp>
      <p:sp>
        <p:nvSpPr>
          <p:cNvPr id="89099" name="Rectangle 11"/>
          <p:cNvSpPr>
            <a:spLocks noChangeArrowheads="1"/>
          </p:cNvSpPr>
          <p:nvPr/>
        </p:nvSpPr>
        <p:spPr bwMode="auto">
          <a:xfrm>
            <a:off x="308594" y="2787979"/>
            <a:ext cx="52341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800" b="1" dirty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）第一类换元法（凑微分法）</a:t>
            </a:r>
            <a:r>
              <a:rPr lang="zh-CN" altLang="en-US" sz="2800" dirty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graphicFrame>
        <p:nvGraphicFramePr>
          <p:cNvPr id="891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194988"/>
              </p:ext>
            </p:extLst>
          </p:nvPr>
        </p:nvGraphicFramePr>
        <p:xfrm>
          <a:off x="1169661" y="3348834"/>
          <a:ext cx="74199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公式" r:id="rId7" imgW="178003200" imgH="12496800" progId="">
                  <p:embed/>
                </p:oleObj>
              </mc:Choice>
              <mc:Fallback>
                <p:oleObj name="公式" r:id="rId7" imgW="178003200" imgH="124968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661" y="3348834"/>
                        <a:ext cx="741997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1" name="Rectangle 13"/>
          <p:cNvSpPr>
            <a:spLocks noChangeArrowheads="1"/>
          </p:cNvSpPr>
          <p:nvPr/>
        </p:nvSpPr>
        <p:spPr bwMode="auto">
          <a:xfrm>
            <a:off x="519899" y="3299769"/>
            <a:ext cx="782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/>
              <a:t> </a:t>
            </a:r>
            <a:r>
              <a:rPr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若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89102" name="Rectangle 14"/>
          <p:cNvSpPr>
            <a:spLocks noChangeArrowheads="1"/>
          </p:cNvSpPr>
          <p:nvPr/>
        </p:nvSpPr>
        <p:spPr bwMode="auto">
          <a:xfrm>
            <a:off x="276855" y="3896053"/>
            <a:ext cx="32512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2800" b="1" dirty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）第二类换元法：</a:t>
            </a:r>
          </a:p>
        </p:txBody>
      </p:sp>
      <p:graphicFrame>
        <p:nvGraphicFramePr>
          <p:cNvPr id="8910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528026"/>
              </p:ext>
            </p:extLst>
          </p:nvPr>
        </p:nvGraphicFramePr>
        <p:xfrm>
          <a:off x="588635" y="4438504"/>
          <a:ext cx="8001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公式" r:id="rId9" imgW="192024000" imgH="12801600" progId="">
                  <p:embed/>
                </p:oleObj>
              </mc:Choice>
              <mc:Fallback>
                <p:oleObj name="公式" r:id="rId9" imgW="192024000" imgH="128016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35" y="4438504"/>
                        <a:ext cx="80010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5" name="Rectangle 17"/>
          <p:cNvSpPr>
            <a:spLocks noChangeArrowheads="1"/>
          </p:cNvSpPr>
          <p:nvPr/>
        </p:nvSpPr>
        <p:spPr bwMode="auto">
          <a:xfrm>
            <a:off x="-490538" y="34522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8910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541654"/>
              </p:ext>
            </p:extLst>
          </p:nvPr>
        </p:nvGraphicFramePr>
        <p:xfrm>
          <a:off x="740561" y="4969687"/>
          <a:ext cx="726757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公式" r:id="rId11" imgW="174345600" imgH="23164800" progId="">
                  <p:embed/>
                </p:oleObj>
              </mc:Choice>
              <mc:Fallback>
                <p:oleObj name="公式" r:id="rId11" imgW="174345600" imgH="231648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561" y="4969687"/>
                        <a:ext cx="7267575" cy="973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345650" y="5915355"/>
            <a:ext cx="2771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）分部积分法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  </a:t>
            </a:r>
            <a:endParaRPr lang="zh-CN" altLang="en-US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622888"/>
              </p:ext>
            </p:extLst>
          </p:nvPr>
        </p:nvGraphicFramePr>
        <p:xfrm>
          <a:off x="2889868" y="5946166"/>
          <a:ext cx="22479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Equation" r:id="rId13" imgW="53949600" imgH="12496800" progId="">
                  <p:embed/>
                </p:oleObj>
              </mc:Choice>
              <mc:Fallback>
                <p:oleObj name="Equation" r:id="rId13" imgW="53949600" imgH="124968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868" y="5946166"/>
                        <a:ext cx="224790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4374347" y="6338888"/>
            <a:ext cx="4470400" cy="5191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适用两类不同函数相乘</a:t>
            </a:r>
            <a:r>
              <a:rPr lang="zh-CN" altLang="en-US" sz="2800" b="1" dirty="0">
                <a:latin typeface="宋体" panose="02010600030101010101" pitchFamily="2" charset="-122"/>
                <a:ea typeface="隶书" panose="02010509060101010101" pitchFamily="49" charset="-122"/>
                <a:cs typeface="Times New Roman" panose="02020603050405020304" pitchFamily="18" charset="0"/>
              </a:rPr>
              <a:t>”</a:t>
            </a:r>
            <a:endParaRPr lang="zh-CN" altLang="en-US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/>
      <p:bldP spid="89093" grpId="0"/>
      <p:bldP spid="89095" grpId="0"/>
      <p:bldP spid="89097" grpId="0"/>
      <p:bldP spid="89098" grpId="0"/>
      <p:bldP spid="89099" grpId="0"/>
      <p:bldP spid="89101" grpId="0"/>
      <p:bldP spid="89102" grpId="0"/>
      <p:bldP spid="17" grpId="0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173465" y="963147"/>
            <a:ext cx="16658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1">
                <a:solidFill>
                  <a:srgbClr val="0000FF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定义：</a:t>
            </a:r>
            <a:endParaRPr lang="zh-CN" altLang="en-US" sz="1800">
              <a:solidFill>
                <a:srgbClr val="0000FF"/>
              </a:solidFill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21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923616"/>
              </p:ext>
            </p:extLst>
          </p:nvPr>
        </p:nvGraphicFramePr>
        <p:xfrm>
          <a:off x="1705402" y="820739"/>
          <a:ext cx="378142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公式" r:id="rId3" imgW="90830400" imgH="19507200" progId="">
                  <p:embed/>
                </p:oleObj>
              </mc:Choice>
              <mc:Fallback>
                <p:oleObj name="公式" r:id="rId3" imgW="90830400" imgH="1950720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5402" y="820739"/>
                        <a:ext cx="3781425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Rectangle 6"/>
          <p:cNvSpPr>
            <a:spLocks noChangeArrowheads="1"/>
          </p:cNvSpPr>
          <p:nvPr/>
        </p:nvSpPr>
        <p:spPr bwMode="auto">
          <a:xfrm>
            <a:off x="2440414" y="4308475"/>
            <a:ext cx="2222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/>
              <a:t> </a:t>
            </a:r>
            <a:endParaRPr lang="en-US" altLang="zh-CN" sz="1800"/>
          </a:p>
        </p:txBody>
      </p:sp>
      <p:sp>
        <p:nvSpPr>
          <p:cNvPr id="92167" name="Rectangle 7"/>
          <p:cNvSpPr>
            <a:spLocks noChangeArrowheads="1"/>
          </p:cNvSpPr>
          <p:nvPr/>
        </p:nvSpPr>
        <p:spPr bwMode="auto">
          <a:xfrm>
            <a:off x="227440" y="1539409"/>
            <a:ext cx="19896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2.</a:t>
            </a:r>
            <a:r>
              <a:rPr lang="zh-CN" altLang="en-US" sz="28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可积性：</a:t>
            </a:r>
          </a:p>
        </p:txBody>
      </p:sp>
      <p:sp>
        <p:nvSpPr>
          <p:cNvPr id="92168" name="Rectangle 8"/>
          <p:cNvSpPr>
            <a:spLocks noChangeArrowheads="1"/>
          </p:cNvSpPr>
          <p:nvPr/>
        </p:nvSpPr>
        <p:spPr bwMode="auto">
          <a:xfrm>
            <a:off x="605264" y="2042647"/>
            <a:ext cx="25490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8000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rgbClr val="008000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）必要条件</a:t>
            </a:r>
            <a:r>
              <a:rPr lang="zh-CN" altLang="en-US" sz="2800" b="1">
                <a:ea typeface="隶书" panose="020105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21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144576"/>
              </p:ext>
            </p:extLst>
          </p:nvPr>
        </p:nvGraphicFramePr>
        <p:xfrm>
          <a:off x="2946827" y="2133600"/>
          <a:ext cx="676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公式" r:id="rId5" imgW="16154400" imgH="8229600" progId="">
                  <p:embed/>
                </p:oleObj>
              </mc:Choice>
              <mc:Fallback>
                <p:oleObj name="公式" r:id="rId5" imgW="16154400" imgH="82296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827" y="2133600"/>
                        <a:ext cx="6762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0" name="Rectangle 10"/>
          <p:cNvSpPr>
            <a:spLocks noChangeArrowheads="1"/>
          </p:cNvSpPr>
          <p:nvPr/>
        </p:nvSpPr>
        <p:spPr bwMode="auto">
          <a:xfrm>
            <a:off x="3534201" y="2042647"/>
            <a:ext cx="14045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ea typeface="隶书" panose="02010509060101010101" pitchFamily="49" charset="-122"/>
                <a:cs typeface="Times New Roman" panose="02020603050405020304" pitchFamily="18" charset="0"/>
              </a:rPr>
              <a:t>有界；</a:t>
            </a:r>
            <a:r>
              <a:rPr lang="zh-CN" altLang="en-US" sz="1100"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171" name="Rectangle 11"/>
          <p:cNvSpPr>
            <a:spLocks noChangeArrowheads="1"/>
          </p:cNvSpPr>
          <p:nvPr/>
        </p:nvSpPr>
        <p:spPr bwMode="auto">
          <a:xfrm>
            <a:off x="600501" y="2618909"/>
            <a:ext cx="25490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8000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008000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）充分条件</a:t>
            </a:r>
            <a:r>
              <a:rPr lang="zh-CN" altLang="en-US" sz="2800" b="1">
                <a:ea typeface="隶书" panose="020105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21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331023"/>
              </p:ext>
            </p:extLst>
          </p:nvPr>
        </p:nvGraphicFramePr>
        <p:xfrm>
          <a:off x="2981752" y="2765425"/>
          <a:ext cx="676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公式" r:id="rId7" imgW="16154400" imgH="8229600" progId="">
                  <p:embed/>
                </p:oleObj>
              </mc:Choice>
              <mc:Fallback>
                <p:oleObj name="公式" r:id="rId7" imgW="16154400" imgH="82296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752" y="2765425"/>
                        <a:ext cx="6762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3" name="Rectangle 13"/>
          <p:cNvSpPr>
            <a:spLocks noChangeArrowheads="1"/>
          </p:cNvSpPr>
          <p:nvPr/>
        </p:nvSpPr>
        <p:spPr bwMode="auto">
          <a:xfrm>
            <a:off x="3594527" y="2618909"/>
            <a:ext cx="56332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隶书" panose="02010509060101010101" pitchFamily="49" charset="-122"/>
                <a:cs typeface="Times New Roman" panose="02020603050405020304" pitchFamily="18" charset="0"/>
              </a:rPr>
              <a:t>连续或仅有有限个第一类间断点；</a:t>
            </a:r>
            <a:r>
              <a:rPr lang="zh-CN" altLang="en-US" sz="1100"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174" name="Rectangle 14"/>
          <p:cNvSpPr>
            <a:spLocks noChangeArrowheads="1"/>
          </p:cNvSpPr>
          <p:nvPr/>
        </p:nvSpPr>
        <p:spPr bwMode="auto">
          <a:xfrm>
            <a:off x="246489" y="3195172"/>
            <a:ext cx="18085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3.</a:t>
            </a:r>
            <a:r>
              <a:rPr lang="zh-CN" altLang="en-US" sz="28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计算：</a:t>
            </a:r>
            <a:r>
              <a:rPr lang="zh-CN" altLang="en-US" sz="28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92175" name="Rectangle 15"/>
          <p:cNvSpPr>
            <a:spLocks noChangeArrowheads="1"/>
          </p:cNvSpPr>
          <p:nvPr/>
        </p:nvSpPr>
        <p:spPr bwMode="auto">
          <a:xfrm>
            <a:off x="711627" y="3771434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1)</a:t>
            </a:r>
            <a:endParaRPr lang="en-US" altLang="zh-CN" sz="2800">
              <a:latin typeface="隶书" panose="02010509060101010101" pitchFamily="49" charset="-122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21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298806"/>
              </p:ext>
            </p:extLst>
          </p:nvPr>
        </p:nvGraphicFramePr>
        <p:xfrm>
          <a:off x="1332340" y="3702050"/>
          <a:ext cx="33051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公式" r:id="rId9" imgW="79248000" imgH="15544800" progId="">
                  <p:embed/>
                </p:oleObj>
              </mc:Choice>
              <mc:Fallback>
                <p:oleObj name="公式" r:id="rId9" imgW="79248000" imgH="155448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2340" y="3702050"/>
                        <a:ext cx="330517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7" name="Rectangle 17"/>
          <p:cNvSpPr>
            <a:spLocks noChangeArrowheads="1"/>
          </p:cNvSpPr>
          <p:nvPr/>
        </p:nvSpPr>
        <p:spPr bwMode="auto">
          <a:xfrm>
            <a:off x="2697589" y="4227513"/>
            <a:ext cx="2222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/>
              <a:t> </a:t>
            </a:r>
            <a:endParaRPr lang="en-US" altLang="zh-CN" sz="1800"/>
          </a:p>
        </p:txBody>
      </p:sp>
      <p:sp>
        <p:nvSpPr>
          <p:cNvPr id="92178" name="Rectangle 18"/>
          <p:cNvSpPr>
            <a:spLocks noChangeArrowheads="1"/>
          </p:cNvSpPr>
          <p:nvPr/>
        </p:nvSpPr>
        <p:spPr bwMode="auto">
          <a:xfrm>
            <a:off x="605264" y="4349751"/>
            <a:ext cx="2449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/>
              <a:t> </a:t>
            </a:r>
            <a:r>
              <a:rPr lang="en-US" altLang="zh-CN" sz="2800" b="1"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2800" b="1">
                <a:latin typeface="隶书" panose="02010509060101010101" pitchFamily="49" charset="-122"/>
                <a:ea typeface="隶书" panose="02010509060101010101" pitchFamily="49" charset="-122"/>
              </a:rPr>
              <a:t>）换元法</a:t>
            </a:r>
          </a:p>
        </p:txBody>
      </p:sp>
      <p:sp>
        <p:nvSpPr>
          <p:cNvPr id="92179" name="Rectangle 19"/>
          <p:cNvSpPr>
            <a:spLocks noChangeArrowheads="1"/>
          </p:cNvSpPr>
          <p:nvPr/>
        </p:nvSpPr>
        <p:spPr bwMode="auto">
          <a:xfrm>
            <a:off x="667177" y="4923959"/>
            <a:ext cx="34275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sz="2800" b="1">
                <a:latin typeface="隶书" panose="02010509060101010101" pitchFamily="49" charset="-122"/>
                <a:ea typeface="隶书" panose="02010509060101010101" pitchFamily="49" charset="-122"/>
              </a:rPr>
              <a:t>）分部积分法</a:t>
            </a:r>
            <a:r>
              <a:rPr lang="zh-CN" altLang="en-US" sz="2800">
                <a:latin typeface="隶书" panose="02010509060101010101" pitchFamily="49" charset="-122"/>
                <a:ea typeface="隶书" panose="02010509060101010101" pitchFamily="49" charset="-122"/>
              </a:rPr>
              <a:t>     </a:t>
            </a:r>
          </a:p>
        </p:txBody>
      </p:sp>
      <p:sp>
        <p:nvSpPr>
          <p:cNvPr id="92180" name="Rectangle 20"/>
          <p:cNvSpPr>
            <a:spLocks noChangeArrowheads="1"/>
          </p:cNvSpPr>
          <p:nvPr/>
        </p:nvSpPr>
        <p:spPr bwMode="auto">
          <a:xfrm>
            <a:off x="648127" y="5502276"/>
            <a:ext cx="4710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隶书" panose="02010509060101010101" pitchFamily="49" charset="-122"/>
                <a:ea typeface="隶书" panose="02010509060101010101" pitchFamily="49" charset="-122"/>
              </a:rPr>
              <a:t>4</a:t>
            </a:r>
            <a:r>
              <a:rPr lang="zh-CN" altLang="en-US" sz="2800" b="1">
                <a:latin typeface="隶书" panose="02010509060101010101" pitchFamily="49" charset="-122"/>
                <a:ea typeface="隶书" panose="02010509060101010101" pitchFamily="49" charset="-122"/>
              </a:rPr>
              <a:t>）利用奇偶性，周期性</a:t>
            </a:r>
          </a:p>
        </p:txBody>
      </p:sp>
      <p:sp>
        <p:nvSpPr>
          <p:cNvPr id="92181" name="Rectangle 21"/>
          <p:cNvSpPr>
            <a:spLocks noChangeArrowheads="1"/>
          </p:cNvSpPr>
          <p:nvPr/>
        </p:nvSpPr>
        <p:spPr bwMode="auto">
          <a:xfrm>
            <a:off x="625902" y="6149976"/>
            <a:ext cx="3076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lang="zh-CN" altLang="en-US" sz="2800" b="1">
                <a:latin typeface="隶书" panose="02010509060101010101" pitchFamily="49" charset="-122"/>
                <a:ea typeface="隶书" panose="02010509060101010101" pitchFamily="49" charset="-122"/>
              </a:rPr>
              <a:t>）利用公式</a:t>
            </a:r>
          </a:p>
        </p:txBody>
      </p:sp>
      <p:sp>
        <p:nvSpPr>
          <p:cNvPr id="9237" name="Text Box 23"/>
          <p:cNvSpPr txBox="1">
            <a:spLocks noChangeArrowheads="1"/>
          </p:cNvSpPr>
          <p:nvPr/>
        </p:nvSpPr>
        <p:spPr bwMode="auto">
          <a:xfrm>
            <a:off x="3973513" y="123826"/>
            <a:ext cx="45897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第二部分   定 积 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4" grpId="0"/>
      <p:bldP spid="92167" grpId="0"/>
      <p:bldP spid="92168" grpId="0"/>
      <p:bldP spid="92170" grpId="0"/>
      <p:bldP spid="92171" grpId="0"/>
      <p:bldP spid="92173" grpId="0"/>
      <p:bldP spid="92174" grpId="0"/>
      <p:bldP spid="92175" grpId="0"/>
      <p:bldP spid="92177" grpId="0"/>
      <p:bldP spid="92178" grpId="0"/>
      <p:bldP spid="92179" grpId="0"/>
      <p:bldP spid="92180" grpId="0"/>
      <p:bldP spid="921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737294"/>
              </p:ext>
            </p:extLst>
          </p:nvPr>
        </p:nvGraphicFramePr>
        <p:xfrm>
          <a:off x="617070" y="44450"/>
          <a:ext cx="7264400" cy="229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公式" r:id="rId3" imgW="174345600" imgH="55168800" progId="">
                  <p:embed/>
                </p:oleObj>
              </mc:Choice>
              <mc:Fallback>
                <p:oleObj name="公式" r:id="rId3" imgW="174345600" imgH="551688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070" y="44450"/>
                        <a:ext cx="7264400" cy="229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02244"/>
              </p:ext>
            </p:extLst>
          </p:nvPr>
        </p:nvGraphicFramePr>
        <p:xfrm>
          <a:off x="2304583" y="2349500"/>
          <a:ext cx="1295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公式" r:id="rId5" imgW="31089600" imgH="15544800" progId="">
                  <p:embed/>
                </p:oleObj>
              </mc:Choice>
              <mc:Fallback>
                <p:oleObj name="公式" r:id="rId5" imgW="31089600" imgH="155448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4583" y="2349500"/>
                        <a:ext cx="12954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273759"/>
              </p:ext>
            </p:extLst>
          </p:nvPr>
        </p:nvGraphicFramePr>
        <p:xfrm>
          <a:off x="577384" y="2997200"/>
          <a:ext cx="15716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公式" r:id="rId7" imgW="37795200" imgH="9144000" progId="">
                  <p:embed/>
                </p:oleObj>
              </mc:Choice>
              <mc:Fallback>
                <p:oleObj name="公式" r:id="rId7" imgW="37795200" imgH="91440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84" y="2997200"/>
                        <a:ext cx="15716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840729"/>
              </p:ext>
            </p:extLst>
          </p:nvPr>
        </p:nvGraphicFramePr>
        <p:xfrm>
          <a:off x="3961933" y="2924175"/>
          <a:ext cx="1295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公式" r:id="rId9" imgW="31089600" imgH="15544800" progId="">
                  <p:embed/>
                </p:oleObj>
              </mc:Choice>
              <mc:Fallback>
                <p:oleObj name="公式" r:id="rId9" imgW="31089600" imgH="155448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1933" y="2924175"/>
                        <a:ext cx="12954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131358"/>
              </p:ext>
            </p:extLst>
          </p:nvPr>
        </p:nvGraphicFramePr>
        <p:xfrm>
          <a:off x="5762158" y="3068639"/>
          <a:ext cx="6477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公式" r:id="rId11" imgW="15544800" imgH="7924800" progId="">
                  <p:embed/>
                </p:oleObj>
              </mc:Choice>
              <mc:Fallback>
                <p:oleObj name="公式" r:id="rId11" imgW="15544800" imgH="79248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158" y="3068639"/>
                        <a:ext cx="6477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874277"/>
              </p:ext>
            </p:extLst>
          </p:nvPr>
        </p:nvGraphicFramePr>
        <p:xfrm>
          <a:off x="1872784" y="3500438"/>
          <a:ext cx="26193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公式" r:id="rId13" imgW="62788800" imgH="15544800" progId="">
                  <p:embed/>
                </p:oleObj>
              </mc:Choice>
              <mc:Fallback>
                <p:oleObj name="公式" r:id="rId13" imgW="62788800" imgH="155448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784" y="3500438"/>
                        <a:ext cx="261937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7" name="Rectangle 13"/>
          <p:cNvSpPr>
            <a:spLocks noChangeArrowheads="1"/>
          </p:cNvSpPr>
          <p:nvPr/>
        </p:nvSpPr>
        <p:spPr bwMode="auto">
          <a:xfrm>
            <a:off x="-63966" y="2349501"/>
            <a:ext cx="2593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变上限积分：</a:t>
            </a:r>
            <a:endParaRPr lang="zh-CN" altLang="en-US" sz="1800">
              <a:solidFill>
                <a:srgbClr val="0000FF"/>
              </a:solidFill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202" name="Rectangle 18"/>
          <p:cNvSpPr>
            <a:spLocks noChangeArrowheads="1"/>
          </p:cNvSpPr>
          <p:nvPr/>
        </p:nvSpPr>
        <p:spPr bwMode="auto">
          <a:xfrm>
            <a:off x="2064871" y="2924176"/>
            <a:ext cx="2689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上连续，则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203" name="Rectangle 19"/>
          <p:cNvSpPr>
            <a:spLocks noChangeArrowheads="1"/>
          </p:cNvSpPr>
          <p:nvPr/>
        </p:nvSpPr>
        <p:spPr bwMode="auto">
          <a:xfrm>
            <a:off x="5220820" y="2924176"/>
            <a:ext cx="54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204" name="Rectangle 20"/>
          <p:cNvSpPr>
            <a:spLocks noChangeArrowheads="1"/>
          </p:cNvSpPr>
          <p:nvPr/>
        </p:nvSpPr>
        <p:spPr bwMode="auto">
          <a:xfrm>
            <a:off x="4177834" y="2924176"/>
            <a:ext cx="3933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3209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上可导且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206" name="Rectangle 22"/>
          <p:cNvSpPr>
            <a:spLocks noChangeArrowheads="1"/>
          </p:cNvSpPr>
          <p:nvPr/>
        </p:nvSpPr>
        <p:spPr bwMode="auto">
          <a:xfrm>
            <a:off x="-1222842" y="4037013"/>
            <a:ext cx="5541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1428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变上限求导的三个类型：</a:t>
            </a:r>
            <a:endParaRPr lang="zh-CN" altLang="en-US" sz="1800">
              <a:solidFill>
                <a:srgbClr val="CC0000"/>
              </a:solidFill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320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396127"/>
              </p:ext>
            </p:extLst>
          </p:nvPr>
        </p:nvGraphicFramePr>
        <p:xfrm>
          <a:off x="993309" y="4627564"/>
          <a:ext cx="6448425" cy="218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Equation" r:id="rId15" imgW="154838400" imgH="52425600" progId="Equation.DSMT4">
                  <p:embed/>
                </p:oleObj>
              </mc:Choice>
              <mc:Fallback>
                <p:oleObj name="Equation" r:id="rId15" imgW="154838400" imgH="52425600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309" y="4627564"/>
                        <a:ext cx="6448425" cy="2185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7" grpId="0"/>
      <p:bldP spid="93202" grpId="0"/>
      <p:bldP spid="93203" grpId="0"/>
      <p:bldP spid="93204" grpId="0"/>
      <p:bldP spid="9320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0" name="Rectangle 4"/>
          <p:cNvSpPr>
            <a:spLocks noChangeArrowheads="1"/>
          </p:cNvSpPr>
          <p:nvPr/>
        </p:nvSpPr>
        <p:spPr bwMode="auto">
          <a:xfrm>
            <a:off x="377635" y="42398"/>
            <a:ext cx="16289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5.</a:t>
            </a:r>
            <a:r>
              <a:rPr lang="zh-CN" altLang="en-US" sz="2800" b="1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性质：</a:t>
            </a:r>
          </a:p>
        </p:txBody>
      </p:sp>
      <p:sp>
        <p:nvSpPr>
          <p:cNvPr id="111621" name="Rectangle 5"/>
          <p:cNvSpPr>
            <a:spLocks noChangeArrowheads="1"/>
          </p:cNvSpPr>
          <p:nvPr/>
        </p:nvSpPr>
        <p:spPr bwMode="auto">
          <a:xfrm>
            <a:off x="666561" y="620713"/>
            <a:ext cx="2328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1) </a:t>
            </a:r>
            <a:r>
              <a:rPr lang="zh-CN" altLang="en-US" sz="2800" b="1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不等式：</a:t>
            </a:r>
            <a:r>
              <a:rPr lang="zh-CN" altLang="en-US" sz="280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graphicFrame>
        <p:nvGraphicFramePr>
          <p:cNvPr id="1116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432264"/>
              </p:ext>
            </p:extLst>
          </p:nvPr>
        </p:nvGraphicFramePr>
        <p:xfrm>
          <a:off x="2033399" y="1285875"/>
          <a:ext cx="16478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1" name="公式" r:id="rId3" imgW="39624000" imgH="8229600" progId="">
                  <p:embed/>
                </p:oleObj>
              </mc:Choice>
              <mc:Fallback>
                <p:oleObj name="公式" r:id="rId3" imgW="39624000" imgH="82296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399" y="1285875"/>
                        <a:ext cx="16478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390045"/>
              </p:ext>
            </p:extLst>
          </p:nvPr>
        </p:nvGraphicFramePr>
        <p:xfrm>
          <a:off x="4132073" y="1125538"/>
          <a:ext cx="30861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2" name="公式" r:id="rId5" imgW="74066400" imgH="15544800" progId="">
                  <p:embed/>
                </p:oleObj>
              </mc:Choice>
              <mc:Fallback>
                <p:oleObj name="公式" r:id="rId5" imgW="74066400" imgH="155448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073" y="1125538"/>
                        <a:ext cx="30861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4" name="Rectangle 8"/>
          <p:cNvSpPr>
            <a:spLocks noChangeArrowheads="1"/>
          </p:cNvSpPr>
          <p:nvPr/>
        </p:nvSpPr>
        <p:spPr bwMode="auto">
          <a:xfrm>
            <a:off x="882460" y="1196976"/>
            <a:ext cx="1174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隶书" panose="02010509060101010101" pitchFamily="49" charset="-122"/>
                <a:cs typeface="Times New Roman" panose="02020603050405020304" pitchFamily="18" charset="0"/>
              </a:rPr>
              <a:t>(1)  </a:t>
            </a:r>
            <a:r>
              <a:rPr lang="zh-CN" altLang="en-US" sz="2800" b="1">
                <a:ea typeface="隶书" panose="02010509060101010101" pitchFamily="49" charset="-122"/>
                <a:cs typeface="Times New Roman" panose="02020603050405020304" pitchFamily="18" charset="0"/>
              </a:rPr>
              <a:t>若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1625" name="Rectangle 9"/>
          <p:cNvSpPr>
            <a:spLocks noChangeArrowheads="1"/>
          </p:cNvSpPr>
          <p:nvPr/>
        </p:nvSpPr>
        <p:spPr bwMode="auto">
          <a:xfrm>
            <a:off x="3554223" y="1196976"/>
            <a:ext cx="639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ea typeface="隶书" panose="020105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1626" name="Rectangle 10"/>
          <p:cNvSpPr>
            <a:spLocks noChangeArrowheads="1"/>
          </p:cNvSpPr>
          <p:nvPr/>
        </p:nvSpPr>
        <p:spPr bwMode="auto">
          <a:xfrm>
            <a:off x="3011298" y="1649413"/>
            <a:ext cx="2222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/>
              <a:t> </a:t>
            </a:r>
            <a:endParaRPr lang="en-US" altLang="zh-CN" sz="1800"/>
          </a:p>
        </p:txBody>
      </p:sp>
      <p:graphicFrame>
        <p:nvGraphicFramePr>
          <p:cNvPr id="1116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570303"/>
              </p:ext>
            </p:extLst>
          </p:nvPr>
        </p:nvGraphicFramePr>
        <p:xfrm>
          <a:off x="1961961" y="1917700"/>
          <a:ext cx="676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3" name="公式" r:id="rId7" imgW="16154400" imgH="8229600" progId="">
                  <p:embed/>
                </p:oleObj>
              </mc:Choice>
              <mc:Fallback>
                <p:oleObj name="公式" r:id="rId7" imgW="16154400" imgH="82296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1961" y="1917700"/>
                        <a:ext cx="6762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913177"/>
              </p:ext>
            </p:extLst>
          </p:nvPr>
        </p:nvGraphicFramePr>
        <p:xfrm>
          <a:off x="3041460" y="1917701"/>
          <a:ext cx="6477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4" name="公式" r:id="rId9" imgW="15544800" imgH="7924800" progId="">
                  <p:embed/>
                </p:oleObj>
              </mc:Choice>
              <mc:Fallback>
                <p:oleObj name="公式" r:id="rId9" imgW="15544800" imgH="79248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460" y="1917701"/>
                        <a:ext cx="6477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974786"/>
              </p:ext>
            </p:extLst>
          </p:nvPr>
        </p:nvGraphicFramePr>
        <p:xfrm>
          <a:off x="1530161" y="2349500"/>
          <a:ext cx="42767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5" name="公式" r:id="rId11" imgW="102717600" imgH="15544800" progId="">
                  <p:embed/>
                </p:oleObj>
              </mc:Choice>
              <mc:Fallback>
                <p:oleObj name="公式" r:id="rId11" imgW="102717600" imgH="155448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161" y="2349500"/>
                        <a:ext cx="427672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0" name="Rectangle 14"/>
          <p:cNvSpPr>
            <a:spLocks noChangeArrowheads="1"/>
          </p:cNvSpPr>
          <p:nvPr/>
        </p:nvSpPr>
        <p:spPr bwMode="auto">
          <a:xfrm>
            <a:off x="666560" y="1773238"/>
            <a:ext cx="1373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2)  </a:t>
            </a: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若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1631" name="Rectangle 15"/>
          <p:cNvSpPr>
            <a:spLocks noChangeArrowheads="1"/>
          </p:cNvSpPr>
          <p:nvPr/>
        </p:nvSpPr>
        <p:spPr bwMode="auto">
          <a:xfrm>
            <a:off x="2573149" y="1758951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1632" name="Rectangle 16"/>
          <p:cNvSpPr>
            <a:spLocks noChangeArrowheads="1"/>
          </p:cNvSpPr>
          <p:nvPr/>
        </p:nvSpPr>
        <p:spPr bwMode="auto">
          <a:xfrm>
            <a:off x="3592324" y="1773238"/>
            <a:ext cx="1970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上连续，则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1633" name="Rectangle 17"/>
          <p:cNvSpPr>
            <a:spLocks noChangeArrowheads="1"/>
          </p:cNvSpPr>
          <p:nvPr/>
        </p:nvSpPr>
        <p:spPr bwMode="auto">
          <a:xfrm>
            <a:off x="522099" y="3070226"/>
            <a:ext cx="1055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ea typeface="隶书" panose="020105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ea typeface="隶书" panose="02010509060101010101" pitchFamily="49" charset="-122"/>
                <a:cs typeface="Times New Roman" panose="02020603050405020304" pitchFamily="18" charset="0"/>
              </a:rPr>
              <a:t>3) </a:t>
            </a:r>
            <a:endParaRPr lang="en-US" altLang="zh-CN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16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906424"/>
              </p:ext>
            </p:extLst>
          </p:nvPr>
        </p:nvGraphicFramePr>
        <p:xfrm>
          <a:off x="1601599" y="2997201"/>
          <a:ext cx="34575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6" name="公式" r:id="rId13" imgW="82905600" imgH="16764000" progId="">
                  <p:embed/>
                </p:oleObj>
              </mc:Choice>
              <mc:Fallback>
                <p:oleObj name="公式" r:id="rId13" imgW="82905600" imgH="167640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599" y="2997201"/>
                        <a:ext cx="3457575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5" name="Rectangle 19"/>
          <p:cNvSpPr>
            <a:spLocks noChangeArrowheads="1"/>
          </p:cNvSpPr>
          <p:nvPr/>
        </p:nvSpPr>
        <p:spPr bwMode="auto">
          <a:xfrm>
            <a:off x="593535" y="3646488"/>
            <a:ext cx="2686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2) </a:t>
            </a:r>
            <a:r>
              <a:rPr lang="zh-CN" altLang="en-US" sz="2800" b="1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中值定理：</a:t>
            </a:r>
            <a:r>
              <a:rPr lang="zh-CN" altLang="en-US" sz="28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graphicFrame>
        <p:nvGraphicFramePr>
          <p:cNvPr id="1116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90014"/>
              </p:ext>
            </p:extLst>
          </p:nvPr>
        </p:nvGraphicFramePr>
        <p:xfrm>
          <a:off x="2149286" y="4365625"/>
          <a:ext cx="676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7" name="公式" r:id="rId15" imgW="16154400" imgH="8229600" progId="">
                  <p:embed/>
                </p:oleObj>
              </mc:Choice>
              <mc:Fallback>
                <p:oleObj name="公式" r:id="rId15" imgW="16154400" imgH="82296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286" y="4365625"/>
                        <a:ext cx="6762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828880"/>
              </p:ext>
            </p:extLst>
          </p:nvPr>
        </p:nvGraphicFramePr>
        <p:xfrm>
          <a:off x="3185923" y="4365626"/>
          <a:ext cx="6477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" name="公式" r:id="rId17" imgW="15544800" imgH="7924800" progId="">
                  <p:embed/>
                </p:oleObj>
              </mc:Choice>
              <mc:Fallback>
                <p:oleObj name="公式" r:id="rId17" imgW="15544800" imgH="79248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5923" y="4365626"/>
                        <a:ext cx="6477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739851"/>
              </p:ext>
            </p:extLst>
          </p:nvPr>
        </p:nvGraphicFramePr>
        <p:xfrm>
          <a:off x="1385698" y="4724400"/>
          <a:ext cx="532765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" name="Equation" r:id="rId19" imgW="51511200" imgH="8534400" progId="Equation.DSMT4">
                  <p:embed/>
                </p:oleObj>
              </mc:Choice>
              <mc:Fallback>
                <p:oleObj name="Equation" r:id="rId19" imgW="51511200" imgH="853440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698" y="4724400"/>
                        <a:ext cx="5327650" cy="884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9" name="Rectangle 23"/>
          <p:cNvSpPr>
            <a:spLocks noChangeArrowheads="1"/>
          </p:cNvSpPr>
          <p:nvPr/>
        </p:nvSpPr>
        <p:spPr bwMode="auto">
          <a:xfrm>
            <a:off x="664974" y="4222751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隶书" panose="020105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ea typeface="隶书" panose="02010509060101010101" pitchFamily="49" charset="-122"/>
                <a:cs typeface="Times New Roman" panose="02020603050405020304" pitchFamily="18" charset="0"/>
              </a:rPr>
              <a:t>） 若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1640" name="Rectangle 24"/>
          <p:cNvSpPr>
            <a:spLocks noChangeArrowheads="1"/>
          </p:cNvSpPr>
          <p:nvPr/>
        </p:nvSpPr>
        <p:spPr bwMode="auto">
          <a:xfrm>
            <a:off x="2716024" y="4222751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隶书" panose="020105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1641" name="Rectangle 25"/>
          <p:cNvSpPr>
            <a:spLocks noChangeArrowheads="1"/>
          </p:cNvSpPr>
          <p:nvPr/>
        </p:nvSpPr>
        <p:spPr bwMode="auto">
          <a:xfrm>
            <a:off x="3808223" y="4222751"/>
            <a:ext cx="276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隶书" panose="02010509060101010101" pitchFamily="49" charset="-122"/>
                <a:cs typeface="Times New Roman" panose="02020603050405020304" pitchFamily="18" charset="0"/>
              </a:rPr>
              <a:t>上连续，则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164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417981"/>
              </p:ext>
            </p:extLst>
          </p:nvPr>
        </p:nvGraphicFramePr>
        <p:xfrm>
          <a:off x="2104835" y="5662613"/>
          <a:ext cx="1371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0" name="公式" r:id="rId21" imgW="32918400" imgH="8229600" progId="">
                  <p:embed/>
                </p:oleObj>
              </mc:Choice>
              <mc:Fallback>
                <p:oleObj name="公式" r:id="rId21" imgW="32918400" imgH="822960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4835" y="5662613"/>
                        <a:ext cx="1371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4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304683"/>
              </p:ext>
            </p:extLst>
          </p:nvPr>
        </p:nvGraphicFramePr>
        <p:xfrm>
          <a:off x="3906648" y="5662614"/>
          <a:ext cx="6477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" name="公式" r:id="rId23" imgW="15544800" imgH="7924800" progId="">
                  <p:embed/>
                </p:oleObj>
              </mc:Choice>
              <mc:Fallback>
                <p:oleObj name="公式" r:id="rId23" imgW="15544800" imgH="792480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6648" y="5662614"/>
                        <a:ext cx="6477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4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954010"/>
              </p:ext>
            </p:extLst>
          </p:nvPr>
        </p:nvGraphicFramePr>
        <p:xfrm>
          <a:off x="5778311" y="5662613"/>
          <a:ext cx="6381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" name="公式" r:id="rId25" imgW="15240000" imgH="8229600" progId="">
                  <p:embed/>
                </p:oleObj>
              </mc:Choice>
              <mc:Fallback>
                <p:oleObj name="公式" r:id="rId25" imgW="15240000" imgH="82296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311" y="5662613"/>
                        <a:ext cx="6381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4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727431"/>
              </p:ext>
            </p:extLst>
          </p:nvPr>
        </p:nvGraphicFramePr>
        <p:xfrm>
          <a:off x="1601599" y="6100764"/>
          <a:ext cx="5976937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3" name="Equation" r:id="rId27" imgW="67360800" imgH="8534400" progId="Equation.DSMT4">
                  <p:embed/>
                </p:oleObj>
              </mc:Choice>
              <mc:Fallback>
                <p:oleObj name="Equation" r:id="rId27" imgW="67360800" imgH="853440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599" y="6100764"/>
                        <a:ext cx="5976937" cy="757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46" name="Rectangle 30"/>
          <p:cNvSpPr>
            <a:spLocks noChangeArrowheads="1"/>
          </p:cNvSpPr>
          <p:nvPr/>
        </p:nvSpPr>
        <p:spPr bwMode="auto">
          <a:xfrm>
            <a:off x="664974" y="5575301"/>
            <a:ext cx="2160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） 若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1647" name="Rectangle 31"/>
          <p:cNvSpPr>
            <a:spLocks noChangeArrowheads="1"/>
          </p:cNvSpPr>
          <p:nvPr/>
        </p:nvSpPr>
        <p:spPr bwMode="auto">
          <a:xfrm>
            <a:off x="3436749" y="5518151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1648" name="Rectangle 32"/>
          <p:cNvSpPr>
            <a:spLocks noChangeArrowheads="1"/>
          </p:cNvSpPr>
          <p:nvPr/>
        </p:nvSpPr>
        <p:spPr bwMode="auto">
          <a:xfrm>
            <a:off x="4481324" y="5518151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上连续，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1649" name="Rectangle 33"/>
          <p:cNvSpPr>
            <a:spLocks noChangeArrowheads="1"/>
          </p:cNvSpPr>
          <p:nvPr/>
        </p:nvSpPr>
        <p:spPr bwMode="auto">
          <a:xfrm>
            <a:off x="6379974" y="5575301"/>
            <a:ext cx="3214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不变号，则              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1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1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1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1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1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11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1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1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1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/>
      <p:bldP spid="111621" grpId="0"/>
      <p:bldP spid="111624" grpId="0"/>
      <p:bldP spid="111625" grpId="0"/>
      <p:bldP spid="111626" grpId="0"/>
      <p:bldP spid="111630" grpId="0"/>
      <p:bldP spid="111631" grpId="0"/>
      <p:bldP spid="111632" grpId="0"/>
      <p:bldP spid="111633" grpId="0"/>
      <p:bldP spid="111635" grpId="0"/>
      <p:bldP spid="111639" grpId="0"/>
      <p:bldP spid="111640" grpId="0"/>
      <p:bldP spid="111641" grpId="0"/>
      <p:bldP spid="111646" grpId="0"/>
      <p:bldP spid="111647" grpId="0"/>
      <p:bldP spid="111648" grpId="0"/>
      <p:bldP spid="1116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Rectangle 4"/>
          <p:cNvSpPr>
            <a:spLocks noChangeArrowheads="1"/>
          </p:cNvSpPr>
          <p:nvPr/>
        </p:nvSpPr>
        <p:spPr bwMode="auto">
          <a:xfrm>
            <a:off x="430397" y="760920"/>
            <a:ext cx="272222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/>
              <a:t> </a:t>
            </a:r>
            <a:r>
              <a:rPr lang="zh-CN" altLang="en-US" b="1" dirty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</a:t>
            </a:r>
            <a:r>
              <a:rPr lang="en-US" altLang="zh-CN" b="1" dirty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.</a:t>
            </a:r>
            <a:r>
              <a:rPr lang="zh-CN" altLang="en-US" b="1" dirty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几何应用</a:t>
            </a:r>
            <a:r>
              <a:rPr lang="en-US" altLang="zh-CN" b="1" dirty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;</a:t>
            </a:r>
          </a:p>
        </p:txBody>
      </p:sp>
      <p:sp>
        <p:nvSpPr>
          <p:cNvPr id="128005" name="Rectangle 5"/>
          <p:cNvSpPr>
            <a:spLocks noChangeArrowheads="1"/>
          </p:cNvSpPr>
          <p:nvPr/>
        </p:nvSpPr>
        <p:spPr bwMode="auto">
          <a:xfrm>
            <a:off x="700272" y="1337797"/>
            <a:ext cx="776045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1.</a:t>
            </a:r>
            <a:r>
              <a:rPr lang="zh-CN" altLang="en-US" sz="28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平面域的面积：（直角；极坐标；参数方程）</a:t>
            </a:r>
          </a:p>
        </p:txBody>
      </p:sp>
      <p:sp>
        <p:nvSpPr>
          <p:cNvPr id="128006" name="Rectangle 6"/>
          <p:cNvSpPr>
            <a:spLocks noChangeArrowheads="1"/>
          </p:cNvSpPr>
          <p:nvPr/>
        </p:nvSpPr>
        <p:spPr bwMode="auto">
          <a:xfrm>
            <a:off x="430397" y="1914059"/>
            <a:ext cx="24352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667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．体积：</a:t>
            </a: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   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8007" name="Rectangle 7"/>
          <p:cNvSpPr>
            <a:spLocks noChangeArrowheads="1"/>
          </p:cNvSpPr>
          <p:nvPr/>
        </p:nvSpPr>
        <p:spPr bwMode="auto">
          <a:xfrm>
            <a:off x="646297" y="2490322"/>
            <a:ext cx="49600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667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）已知横截面面积的体积    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80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478572"/>
              </p:ext>
            </p:extLst>
          </p:nvPr>
        </p:nvGraphicFramePr>
        <p:xfrm>
          <a:off x="5615173" y="2492375"/>
          <a:ext cx="17621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公式" r:id="rId3" imgW="42367200" imgH="15544800" progId="">
                  <p:embed/>
                </p:oleObj>
              </mc:Choice>
              <mc:Fallback>
                <p:oleObj name="公式" r:id="rId3" imgW="42367200" imgH="155448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5173" y="2492375"/>
                        <a:ext cx="176212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057506"/>
              </p:ext>
            </p:extLst>
          </p:nvPr>
        </p:nvGraphicFramePr>
        <p:xfrm>
          <a:off x="2230622" y="3644900"/>
          <a:ext cx="2247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公式" r:id="rId5" imgW="53949600" imgH="15544800" progId="">
                  <p:embed/>
                </p:oleObj>
              </mc:Choice>
              <mc:Fallback>
                <p:oleObj name="公式" r:id="rId5" imgW="53949600" imgH="1554480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622" y="3644900"/>
                        <a:ext cx="22479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32357"/>
              </p:ext>
            </p:extLst>
          </p:nvPr>
        </p:nvGraphicFramePr>
        <p:xfrm>
          <a:off x="5183372" y="3644900"/>
          <a:ext cx="23622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公式" r:id="rId7" imgW="56692800" imgH="15544800" progId="">
                  <p:embed/>
                </p:oleObj>
              </mc:Choice>
              <mc:Fallback>
                <p:oleObj name="公式" r:id="rId7" imgW="56692800" imgH="155448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3372" y="3644900"/>
                        <a:ext cx="23622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11" name="Rectangle 11"/>
          <p:cNvSpPr>
            <a:spLocks noChangeArrowheads="1"/>
          </p:cNvSpPr>
          <p:nvPr/>
        </p:nvSpPr>
        <p:spPr bwMode="auto">
          <a:xfrm>
            <a:off x="862197" y="3066584"/>
            <a:ext cx="39661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2</a:t>
            </a: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）旋转体的体积           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8012" name="Rectangle 12"/>
          <p:cNvSpPr>
            <a:spLocks noChangeArrowheads="1"/>
          </p:cNvSpPr>
          <p:nvPr/>
        </p:nvSpPr>
        <p:spPr bwMode="auto">
          <a:xfrm>
            <a:off x="430398" y="4292600"/>
            <a:ext cx="34559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CC0000"/>
                </a:solidFill>
                <a:ea typeface="隶书" panose="02010509060101010101" pitchFamily="49" charset="-122"/>
              </a:rPr>
              <a:t>二．物理应用</a:t>
            </a:r>
          </a:p>
        </p:txBody>
      </p:sp>
      <p:sp>
        <p:nvSpPr>
          <p:cNvPr id="128013" name="Rectangle 13"/>
          <p:cNvSpPr>
            <a:spLocks noChangeArrowheads="1"/>
          </p:cNvSpPr>
          <p:nvPr/>
        </p:nvSpPr>
        <p:spPr bwMode="auto">
          <a:xfrm>
            <a:off x="935222" y="4925547"/>
            <a:ext cx="18085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1.</a:t>
            </a:r>
            <a:r>
              <a:rPr lang="zh-CN" altLang="en-US" sz="28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压力；</a:t>
            </a:r>
            <a:r>
              <a:rPr lang="zh-CN" altLang="en-US" sz="280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128014" name="Rectangle 14"/>
          <p:cNvSpPr>
            <a:spLocks noChangeArrowheads="1"/>
          </p:cNvSpPr>
          <p:nvPr/>
        </p:nvSpPr>
        <p:spPr bwMode="auto">
          <a:xfrm>
            <a:off x="790759" y="6076484"/>
            <a:ext cx="15776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/>
              <a:t> </a:t>
            </a:r>
            <a:r>
              <a:rPr lang="en-US" altLang="zh-CN" sz="1800" b="1" dirty="0"/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引力</a:t>
            </a:r>
            <a:r>
              <a:rPr lang="en-US" altLang="zh-CN" sz="2800" b="1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.</a:t>
            </a:r>
            <a:endParaRPr lang="zh-CN" altLang="en-US" sz="2800" b="1" dirty="0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28015" name="Rectangle 15"/>
          <p:cNvSpPr>
            <a:spLocks noChangeArrowheads="1"/>
          </p:cNvSpPr>
          <p:nvPr/>
        </p:nvSpPr>
        <p:spPr bwMode="auto">
          <a:xfrm>
            <a:off x="816160" y="5500222"/>
            <a:ext cx="4289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/>
              <a:t>  </a:t>
            </a:r>
            <a:r>
              <a:rPr lang="en-US" altLang="zh-CN" sz="28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2.</a:t>
            </a:r>
            <a:r>
              <a:rPr lang="zh-CN" altLang="en-US" sz="28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变力做功；          </a:t>
            </a:r>
          </a:p>
        </p:txBody>
      </p:sp>
      <p:sp>
        <p:nvSpPr>
          <p:cNvPr id="128016" name="Rectangle 16"/>
          <p:cNvSpPr>
            <a:spLocks noChangeArrowheads="1"/>
          </p:cNvSpPr>
          <p:nvPr/>
        </p:nvSpPr>
        <p:spPr bwMode="auto">
          <a:xfrm>
            <a:off x="3863976" y="121336"/>
            <a:ext cx="48189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第三部分  定积分应用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8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8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8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8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4" grpId="0"/>
      <p:bldP spid="128005" grpId="0"/>
      <p:bldP spid="128006" grpId="0"/>
      <p:bldP spid="128011" grpId="0"/>
      <p:bldP spid="128012" grpId="0"/>
      <p:bldP spid="128014" grpId="0"/>
      <p:bldP spid="128015" grpId="0"/>
      <p:bldP spid="1280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Rectangle 4"/>
          <p:cNvSpPr>
            <a:spLocks noChangeArrowheads="1"/>
          </p:cNvSpPr>
          <p:nvPr/>
        </p:nvSpPr>
        <p:spPr bwMode="auto">
          <a:xfrm>
            <a:off x="4014788" y="82550"/>
            <a:ext cx="4673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第四节  反常积分</a:t>
            </a:r>
          </a:p>
        </p:txBody>
      </p:sp>
      <p:graphicFrame>
        <p:nvGraphicFramePr>
          <p:cNvPr id="1259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332608"/>
              </p:ext>
            </p:extLst>
          </p:nvPr>
        </p:nvGraphicFramePr>
        <p:xfrm>
          <a:off x="774610" y="1125539"/>
          <a:ext cx="40068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" name="公式" r:id="rId3" imgW="96012000" imgH="14935200" progId="">
                  <p:embed/>
                </p:oleObj>
              </mc:Choice>
              <mc:Fallback>
                <p:oleObj name="公式" r:id="rId3" imgW="96012000" imgH="149352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610" y="1125539"/>
                        <a:ext cx="4006850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474679"/>
              </p:ext>
            </p:extLst>
          </p:nvPr>
        </p:nvGraphicFramePr>
        <p:xfrm>
          <a:off x="774611" y="1844676"/>
          <a:ext cx="40036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" name="公式" r:id="rId5" imgW="96012000" imgH="14935200" progId="">
                  <p:embed/>
                </p:oleObj>
              </mc:Choice>
              <mc:Fallback>
                <p:oleObj name="公式" r:id="rId5" imgW="96012000" imgH="149352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611" y="1844676"/>
                        <a:ext cx="4003675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59" name="Rectangle 7"/>
          <p:cNvSpPr>
            <a:spLocks noChangeArrowheads="1"/>
          </p:cNvSpPr>
          <p:nvPr/>
        </p:nvSpPr>
        <p:spPr bwMode="auto">
          <a:xfrm>
            <a:off x="125323" y="618659"/>
            <a:ext cx="22573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．无穷区间 </a:t>
            </a:r>
            <a:endParaRPr lang="zh-CN" altLang="en-US" sz="1800" dirty="0">
              <a:solidFill>
                <a:srgbClr val="0000FF"/>
              </a:solidFill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59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468609"/>
              </p:ext>
            </p:extLst>
          </p:nvPr>
        </p:nvGraphicFramePr>
        <p:xfrm>
          <a:off x="1709647" y="2492376"/>
          <a:ext cx="14287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公式" r:id="rId7" imgW="34442400" imgH="14630400" progId="">
                  <p:embed/>
                </p:oleObj>
              </mc:Choice>
              <mc:Fallback>
                <p:oleObj name="公式" r:id="rId7" imgW="34442400" imgH="146304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647" y="2492376"/>
                        <a:ext cx="1428750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07449"/>
              </p:ext>
            </p:extLst>
          </p:nvPr>
        </p:nvGraphicFramePr>
        <p:xfrm>
          <a:off x="3654336" y="2541589"/>
          <a:ext cx="13811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" name="公式" r:id="rId9" imgW="33223200" imgH="14325600" progId="">
                  <p:embed/>
                </p:oleObj>
              </mc:Choice>
              <mc:Fallback>
                <p:oleObj name="公式" r:id="rId9" imgW="33223200" imgH="143256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4336" y="2541589"/>
                        <a:ext cx="1381125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466639"/>
              </p:ext>
            </p:extLst>
          </p:nvPr>
        </p:nvGraphicFramePr>
        <p:xfrm>
          <a:off x="7326223" y="2565401"/>
          <a:ext cx="13811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5" name="公式" r:id="rId11" imgW="33223200" imgH="14325600" progId="">
                  <p:embed/>
                </p:oleObj>
              </mc:Choice>
              <mc:Fallback>
                <p:oleObj name="公式" r:id="rId11" imgW="33223200" imgH="143256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223" y="2565401"/>
                        <a:ext cx="1381125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3" name="Rectangle 11"/>
          <p:cNvSpPr>
            <a:spLocks noChangeArrowheads="1"/>
          </p:cNvSpPr>
          <p:nvPr/>
        </p:nvSpPr>
        <p:spPr bwMode="auto">
          <a:xfrm>
            <a:off x="630148" y="2565401"/>
            <a:ext cx="1800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）若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64" name="Rectangle 12"/>
          <p:cNvSpPr>
            <a:spLocks noChangeArrowheads="1"/>
          </p:cNvSpPr>
          <p:nvPr/>
        </p:nvSpPr>
        <p:spPr bwMode="auto">
          <a:xfrm>
            <a:off x="3114585" y="2563347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和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65" name="Rectangle 13"/>
          <p:cNvSpPr>
            <a:spLocks noChangeArrowheads="1"/>
          </p:cNvSpPr>
          <p:nvPr/>
        </p:nvSpPr>
        <p:spPr bwMode="auto">
          <a:xfrm>
            <a:off x="5008473" y="2565401"/>
            <a:ext cx="2822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都收敛，则称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66" name="Rectangle 14"/>
          <p:cNvSpPr>
            <a:spLocks noChangeArrowheads="1"/>
          </p:cNvSpPr>
          <p:nvPr/>
        </p:nvSpPr>
        <p:spPr bwMode="auto">
          <a:xfrm>
            <a:off x="846048" y="3139609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收敛。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596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189033"/>
              </p:ext>
            </p:extLst>
          </p:nvPr>
        </p:nvGraphicFramePr>
        <p:xfrm>
          <a:off x="2501811" y="3573463"/>
          <a:ext cx="305752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6" name="公式" r:id="rId13" imgW="73456800" imgH="20421600" progId="">
                  <p:embed/>
                </p:oleObj>
              </mc:Choice>
              <mc:Fallback>
                <p:oleObj name="公式" r:id="rId13" imgW="73456800" imgH="204216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811" y="3573463"/>
                        <a:ext cx="3057525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899898"/>
              </p:ext>
            </p:extLst>
          </p:nvPr>
        </p:nvGraphicFramePr>
        <p:xfrm>
          <a:off x="6030823" y="3860800"/>
          <a:ext cx="8858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7" name="公式" r:id="rId15" imgW="21336000" imgH="8229600" progId="">
                  <p:embed/>
                </p:oleObj>
              </mc:Choice>
              <mc:Fallback>
                <p:oleObj name="公式" r:id="rId15" imgW="21336000" imgH="82296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0823" y="3860800"/>
                        <a:ext cx="8858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9" name="Rectangle 17"/>
          <p:cNvSpPr>
            <a:spLocks noChangeArrowheads="1"/>
          </p:cNvSpPr>
          <p:nvPr/>
        </p:nvSpPr>
        <p:spPr bwMode="auto">
          <a:xfrm>
            <a:off x="307886" y="3714284"/>
            <a:ext cx="20778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常用结论： </a:t>
            </a:r>
            <a:endParaRPr lang="zh-CN" altLang="en-US" sz="1800">
              <a:solidFill>
                <a:srgbClr val="CC0000"/>
              </a:solidFill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70" name="Rectangle 18"/>
          <p:cNvSpPr>
            <a:spLocks noChangeArrowheads="1"/>
          </p:cNvSpPr>
          <p:nvPr/>
        </p:nvSpPr>
        <p:spPr bwMode="auto">
          <a:xfrm>
            <a:off x="74522" y="4435009"/>
            <a:ext cx="21691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2.</a:t>
            </a:r>
            <a:r>
              <a:rPr lang="zh-CN" altLang="en-US" sz="28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无界函数</a:t>
            </a:r>
            <a:r>
              <a:rPr lang="zh-CN" altLang="en-US" sz="280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graphicFrame>
        <p:nvGraphicFramePr>
          <p:cNvPr id="12597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726458"/>
              </p:ext>
            </p:extLst>
          </p:nvPr>
        </p:nvGraphicFramePr>
        <p:xfrm>
          <a:off x="1493748" y="5229226"/>
          <a:ext cx="200025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8" name="公式" r:id="rId17" imgW="4876800" imgH="5181600" progId="">
                  <p:embed/>
                </p:oleObj>
              </mc:Choice>
              <mc:Fallback>
                <p:oleObj name="公式" r:id="rId17" imgW="4876800" imgH="51816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748" y="5229226"/>
                        <a:ext cx="200025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7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357658"/>
              </p:ext>
            </p:extLst>
          </p:nvPr>
        </p:nvGraphicFramePr>
        <p:xfrm>
          <a:off x="2214473" y="5157788"/>
          <a:ext cx="676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9" name="公式" r:id="rId19" imgW="16154400" imgH="8229600" progId="">
                  <p:embed/>
                </p:oleObj>
              </mc:Choice>
              <mc:Fallback>
                <p:oleObj name="公式" r:id="rId19" imgW="16154400" imgH="82296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473" y="5157788"/>
                        <a:ext cx="6762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7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633215"/>
              </p:ext>
            </p:extLst>
          </p:nvPr>
        </p:nvGraphicFramePr>
        <p:xfrm>
          <a:off x="4878298" y="5022851"/>
          <a:ext cx="347662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0" name="公式" r:id="rId21" imgW="83515200" imgH="15240000" progId="">
                  <p:embed/>
                </p:oleObj>
              </mc:Choice>
              <mc:Fallback>
                <p:oleObj name="公式" r:id="rId21" imgW="83515200" imgH="152400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8298" y="5022851"/>
                        <a:ext cx="3476625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74" name="Rectangle 22"/>
          <p:cNvSpPr>
            <a:spLocks noChangeArrowheads="1"/>
          </p:cNvSpPr>
          <p:nvPr/>
        </p:nvSpPr>
        <p:spPr bwMode="auto">
          <a:xfrm>
            <a:off x="917486" y="5013326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隶书" panose="020105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75" name="Rectangle 23"/>
          <p:cNvSpPr>
            <a:spLocks noChangeArrowheads="1"/>
          </p:cNvSpPr>
          <p:nvPr/>
        </p:nvSpPr>
        <p:spPr bwMode="auto">
          <a:xfrm>
            <a:off x="1673136" y="5013326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隶书" panose="02010509060101010101" pitchFamily="49" charset="-122"/>
                <a:cs typeface="Times New Roman" panose="02020603050405020304" pitchFamily="18" charset="0"/>
              </a:rPr>
              <a:t>为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76" name="Rectangle 24"/>
          <p:cNvSpPr>
            <a:spLocks noChangeArrowheads="1"/>
          </p:cNvSpPr>
          <p:nvPr/>
        </p:nvSpPr>
        <p:spPr bwMode="auto">
          <a:xfrm>
            <a:off x="2874872" y="5013326"/>
            <a:ext cx="2363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隶书" panose="02010509060101010101" pitchFamily="49" charset="-122"/>
                <a:cs typeface="Times New Roman" panose="02020603050405020304" pitchFamily="18" charset="0"/>
              </a:rPr>
              <a:t>的无界点，    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77" name="Rectangle 25"/>
          <p:cNvSpPr>
            <a:spLocks noChangeArrowheads="1"/>
          </p:cNvSpPr>
          <p:nvPr/>
        </p:nvSpPr>
        <p:spPr bwMode="auto">
          <a:xfrm>
            <a:off x="307886" y="5874872"/>
            <a:ext cx="20778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常用结论：</a:t>
            </a: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597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52635"/>
              </p:ext>
            </p:extLst>
          </p:nvPr>
        </p:nvGraphicFramePr>
        <p:xfrm>
          <a:off x="2501810" y="5805488"/>
          <a:ext cx="36957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1" name="公式" r:id="rId23" imgW="88696800" imgH="20421600" progId="">
                  <p:embed/>
                </p:oleObj>
              </mc:Choice>
              <mc:Fallback>
                <p:oleObj name="公式" r:id="rId23" imgW="88696800" imgH="204216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810" y="5805488"/>
                        <a:ext cx="3695700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5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5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5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5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5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25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25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6" grpId="0"/>
      <p:bldP spid="125959" grpId="0"/>
      <p:bldP spid="125963" grpId="0"/>
      <p:bldP spid="125964" grpId="0"/>
      <p:bldP spid="125965" grpId="0"/>
      <p:bldP spid="125966" grpId="0"/>
      <p:bldP spid="125969" grpId="0"/>
      <p:bldP spid="125970" grpId="0"/>
      <p:bldP spid="125974" grpId="0"/>
      <p:bldP spid="125975" grpId="0"/>
      <p:bldP spid="125976" grpId="0"/>
      <p:bldP spid="1259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042236"/>
              </p:ext>
            </p:extLst>
          </p:nvPr>
        </p:nvGraphicFramePr>
        <p:xfrm>
          <a:off x="3343742" y="3141664"/>
          <a:ext cx="5229225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公式" r:id="rId3" imgW="125577600" imgH="35356800" progId="">
                  <p:embed/>
                </p:oleObj>
              </mc:Choice>
              <mc:Fallback>
                <p:oleObj name="公式" r:id="rId3" imgW="125577600" imgH="353568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742" y="3141664"/>
                        <a:ext cx="5229225" cy="147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311389"/>
              </p:ext>
            </p:extLst>
          </p:nvPr>
        </p:nvGraphicFramePr>
        <p:xfrm>
          <a:off x="2696041" y="6092825"/>
          <a:ext cx="2133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公式" r:id="rId5" imgW="51206400" imgH="17373600" progId="">
                  <p:embed/>
                </p:oleObj>
              </mc:Choice>
              <mc:Fallback>
                <p:oleObj name="公式" r:id="rId5" imgW="51206400" imgH="173736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6041" y="6092825"/>
                        <a:ext cx="21336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9" name="Rectangle 9"/>
          <p:cNvSpPr>
            <a:spLocks noChangeArrowheads="1"/>
          </p:cNvSpPr>
          <p:nvPr/>
        </p:nvSpPr>
        <p:spPr bwMode="auto">
          <a:xfrm>
            <a:off x="1800692" y="6147922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原式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2890" name="Rectangle 10"/>
          <p:cNvSpPr>
            <a:spLocks noChangeArrowheads="1"/>
          </p:cNvSpPr>
          <p:nvPr/>
        </p:nvSpPr>
        <p:spPr bwMode="auto">
          <a:xfrm>
            <a:off x="268753" y="564833"/>
            <a:ext cx="1891665" cy="51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求极限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28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494990"/>
              </p:ext>
            </p:extLst>
          </p:nvPr>
        </p:nvGraphicFramePr>
        <p:xfrm>
          <a:off x="2253700" y="137647"/>
          <a:ext cx="4635500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公式" r:id="rId7" imgW="111252000" imgH="35356800" progId="">
                  <p:embed/>
                </p:oleObj>
              </mc:Choice>
              <mc:Fallback>
                <p:oleObj name="公式" r:id="rId7" imgW="111252000" imgH="353568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3700" y="137647"/>
                        <a:ext cx="4635500" cy="147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2" name="Rectangle 12"/>
          <p:cNvSpPr>
            <a:spLocks noChangeArrowheads="1"/>
          </p:cNvSpPr>
          <p:nvPr/>
        </p:nvSpPr>
        <p:spPr bwMode="auto">
          <a:xfrm>
            <a:off x="3126253" y="693738"/>
            <a:ext cx="2222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/>
              <a:t> </a:t>
            </a:r>
            <a:endParaRPr lang="en-US" altLang="zh-CN" sz="1800"/>
          </a:p>
        </p:txBody>
      </p:sp>
      <p:sp>
        <p:nvSpPr>
          <p:cNvPr id="122893" name="Rectangle 13"/>
          <p:cNvSpPr>
            <a:spLocks noChangeArrowheads="1"/>
          </p:cNvSpPr>
          <p:nvPr/>
        </p:nvSpPr>
        <p:spPr bwMode="auto">
          <a:xfrm>
            <a:off x="-591672" y="2015306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7143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28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953277"/>
              </p:ext>
            </p:extLst>
          </p:nvPr>
        </p:nvGraphicFramePr>
        <p:xfrm>
          <a:off x="1084728" y="1628776"/>
          <a:ext cx="8991600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" name="公式" r:id="rId9" imgW="215798400" imgH="35356800" progId="">
                  <p:embed/>
                </p:oleObj>
              </mc:Choice>
              <mc:Fallback>
                <p:oleObj name="公式" r:id="rId9" imgW="215798400" imgH="353568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728" y="1628776"/>
                        <a:ext cx="8991600" cy="147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841212"/>
              </p:ext>
            </p:extLst>
          </p:nvPr>
        </p:nvGraphicFramePr>
        <p:xfrm>
          <a:off x="3416767" y="4581526"/>
          <a:ext cx="5584825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公式" r:id="rId11" imgW="134112000" imgH="35356800" progId="">
                  <p:embed/>
                </p:oleObj>
              </mc:Choice>
              <mc:Fallback>
                <p:oleObj name="公式" r:id="rId11" imgW="134112000" imgH="353568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767" y="4581526"/>
                        <a:ext cx="5584825" cy="147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2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2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2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2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9" grpId="0"/>
      <p:bldP spid="122890" grpId="0"/>
      <p:bldP spid="12289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8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464538"/>
              </p:ext>
            </p:extLst>
          </p:nvPr>
        </p:nvGraphicFramePr>
        <p:xfrm>
          <a:off x="2302808" y="1151872"/>
          <a:ext cx="36734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" r:id="rId3" imgW="3670300" imgH="723900" progId="">
                  <p:embed/>
                </p:oleObj>
              </mc:Choice>
              <mc:Fallback>
                <p:oleObj r:id="rId3" imgW="3670300" imgH="7239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2808" y="1151872"/>
                        <a:ext cx="367347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674450"/>
              </p:ext>
            </p:extLst>
          </p:nvPr>
        </p:nvGraphicFramePr>
        <p:xfrm>
          <a:off x="862946" y="2159934"/>
          <a:ext cx="73818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r:id="rId5" imgW="7378700" imgH="787400" progId="">
                  <p:embed/>
                </p:oleObj>
              </mc:Choice>
              <mc:Fallback>
                <p:oleObj r:id="rId5" imgW="7378700" imgH="7874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946" y="2159934"/>
                        <a:ext cx="738187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486604"/>
              </p:ext>
            </p:extLst>
          </p:nvPr>
        </p:nvGraphicFramePr>
        <p:xfrm>
          <a:off x="1982133" y="3242609"/>
          <a:ext cx="55784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" r:id="rId7" imgW="5575300" imgH="787400" progId="">
                  <p:embed/>
                </p:oleObj>
              </mc:Choice>
              <mc:Fallback>
                <p:oleObj r:id="rId7" imgW="5575300" imgH="7874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133" y="3242609"/>
                        <a:ext cx="557847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3" name="Rectangle 7"/>
          <p:cNvSpPr/>
          <p:nvPr/>
        </p:nvSpPr>
        <p:spPr>
          <a:xfrm>
            <a:off x="359708" y="1265696"/>
            <a:ext cx="2873375" cy="54864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解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令</a:t>
            </a:r>
            <a:endParaRPr lang="zh-CN" altLang="en-US" sz="1800" dirty="0">
              <a:ea typeface="隶书" panose="02010509060101010101" pitchFamily="49" charset="-122"/>
            </a:endParaRPr>
          </a:p>
        </p:txBody>
      </p:sp>
      <p:sp>
        <p:nvSpPr>
          <p:cNvPr id="121864" name="Rectangle 8"/>
          <p:cNvSpPr/>
          <p:nvPr/>
        </p:nvSpPr>
        <p:spPr>
          <a:xfrm>
            <a:off x="5514321" y="1265696"/>
            <a:ext cx="1252855" cy="54864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714375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则</a:t>
            </a:r>
            <a:endParaRPr lang="zh-CN" altLang="en-US" sz="1800" dirty="0">
              <a:ea typeface="隶书" panose="02010509060101010101" pitchFamily="49" charset="-122"/>
            </a:endParaRPr>
          </a:p>
        </p:txBody>
      </p:sp>
      <p:graphicFrame>
        <p:nvGraphicFramePr>
          <p:cNvPr id="1218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122378"/>
              </p:ext>
            </p:extLst>
          </p:nvPr>
        </p:nvGraphicFramePr>
        <p:xfrm>
          <a:off x="2015471" y="4464984"/>
          <a:ext cx="1943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2" r:id="rId9" imgW="1943100" imgH="609600" progId="">
                  <p:embed/>
                </p:oleObj>
              </mc:Choice>
              <mc:Fallback>
                <p:oleObj r:id="rId9" imgW="1943100" imgH="6096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5471" y="4464984"/>
                        <a:ext cx="1943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131047"/>
              </p:ext>
            </p:extLst>
          </p:nvPr>
        </p:nvGraphicFramePr>
        <p:xfrm>
          <a:off x="4031596" y="4607859"/>
          <a:ext cx="132397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r:id="rId11" imgW="1320227" imgH="266584" progId="">
                  <p:embed/>
                </p:oleObj>
              </mc:Choice>
              <mc:Fallback>
                <p:oleObj r:id="rId11" imgW="1320227" imgH="266584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596" y="4607859"/>
                        <a:ext cx="1323975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680201"/>
              </p:ext>
            </p:extLst>
          </p:nvPr>
        </p:nvGraphicFramePr>
        <p:xfrm>
          <a:off x="2961621" y="5473047"/>
          <a:ext cx="12858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4" r:id="rId13" imgW="1282700" imgH="723900" progId="">
                  <p:embed/>
                </p:oleObj>
              </mc:Choice>
              <mc:Fallback>
                <p:oleObj r:id="rId13" imgW="1282700" imgH="7239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1621" y="5473047"/>
                        <a:ext cx="128587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70" name="Rectangle 14"/>
          <p:cNvSpPr/>
          <p:nvPr/>
        </p:nvSpPr>
        <p:spPr>
          <a:xfrm>
            <a:off x="1262996" y="5515433"/>
            <a:ext cx="2016125" cy="54864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则  原式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=</a:t>
            </a:r>
            <a:endParaRPr lang="en-US" altLang="zh-CN" sz="1800" dirty="0">
              <a:ea typeface="隶书" panose="02010509060101010101" pitchFamily="49" charset="-122"/>
            </a:endParaRPr>
          </a:p>
        </p:txBody>
      </p:sp>
      <p:sp>
        <p:nvSpPr>
          <p:cNvPr id="121876" name="Rectangle 20"/>
          <p:cNvSpPr/>
          <p:nvPr/>
        </p:nvSpPr>
        <p:spPr>
          <a:xfrm>
            <a:off x="286683" y="162701"/>
            <a:ext cx="1929130" cy="61468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b="1" dirty="0">
                <a:ea typeface="隶书" panose="02010509060101010101" pitchFamily="49" charset="-122"/>
              </a:rPr>
              <a:t> </a:t>
            </a:r>
            <a:r>
              <a:rPr lang="zh-CN" altLang="en-US" sz="2800" b="1" dirty="0">
                <a:ea typeface="隶书" panose="02010509060101010101" pitchFamily="49" charset="-122"/>
              </a:rPr>
              <a:t>求极限</a:t>
            </a:r>
            <a:endParaRPr lang="zh-CN" altLang="en-US" sz="1800" dirty="0">
              <a:ea typeface="隶书" panose="02010509060101010101" pitchFamily="49" charset="-122"/>
            </a:endParaRPr>
          </a:p>
        </p:txBody>
      </p:sp>
      <p:graphicFrame>
        <p:nvGraphicFramePr>
          <p:cNvPr id="12187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576654"/>
              </p:ext>
            </p:extLst>
          </p:nvPr>
        </p:nvGraphicFramePr>
        <p:xfrm>
          <a:off x="3039408" y="143809"/>
          <a:ext cx="39433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" r:id="rId15" imgW="3949700" imgH="723900" progId="">
                  <p:embed/>
                </p:oleObj>
              </mc:Choice>
              <mc:Fallback>
                <p:oleObj r:id="rId15" imgW="3949700" imgH="7239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9408" y="143809"/>
                        <a:ext cx="394335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3" grpId="0"/>
      <p:bldP spid="121864" grpId="0"/>
      <p:bldP spid="121870" grpId="0"/>
      <p:bldP spid="12187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Rectangle 4"/>
          <p:cNvSpPr>
            <a:spLocks noChangeArrowheads="1"/>
          </p:cNvSpPr>
          <p:nvPr/>
        </p:nvSpPr>
        <p:spPr bwMode="auto">
          <a:xfrm>
            <a:off x="210767" y="549464"/>
            <a:ext cx="208903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dirty="0"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求极限 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39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2764302"/>
              </p:ext>
            </p:extLst>
          </p:nvPr>
        </p:nvGraphicFramePr>
        <p:xfrm>
          <a:off x="2432424" y="115889"/>
          <a:ext cx="282257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name="公式" r:id="rId3" imgW="67665600" imgH="26822400" progId="">
                  <p:embed/>
                </p:oleObj>
              </mc:Choice>
              <mc:Fallback>
                <p:oleObj name="公式" r:id="rId3" imgW="67665600" imgH="268224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424" y="115889"/>
                        <a:ext cx="2822575" cy="1114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444389"/>
              </p:ext>
            </p:extLst>
          </p:nvPr>
        </p:nvGraphicFramePr>
        <p:xfrm>
          <a:off x="2041899" y="1514475"/>
          <a:ext cx="269557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6" name="公式" r:id="rId5" imgW="64617600" imgH="33832800" progId="">
                  <p:embed/>
                </p:oleObj>
              </mc:Choice>
              <mc:Fallback>
                <p:oleObj name="公式" r:id="rId5" imgW="64617600" imgH="338328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899" y="1514475"/>
                        <a:ext cx="2695575" cy="1409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744192"/>
              </p:ext>
            </p:extLst>
          </p:nvPr>
        </p:nvGraphicFramePr>
        <p:xfrm>
          <a:off x="1978399" y="3284538"/>
          <a:ext cx="38385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公式" r:id="rId7" imgW="92049600" imgH="27432000" progId="">
                  <p:embed/>
                </p:oleObj>
              </mc:Choice>
              <mc:Fallback>
                <p:oleObj name="公式" r:id="rId7" imgW="92049600" imgH="2743200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399" y="3284538"/>
                        <a:ext cx="3838575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417043"/>
              </p:ext>
            </p:extLst>
          </p:nvPr>
        </p:nvGraphicFramePr>
        <p:xfrm>
          <a:off x="1929186" y="4724400"/>
          <a:ext cx="20955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name="公式" r:id="rId9" imgW="50292000" imgH="27432000" progId="">
                  <p:embed/>
                </p:oleObj>
              </mc:Choice>
              <mc:Fallback>
                <p:oleObj name="公式" r:id="rId9" imgW="50292000" imgH="274320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9186" y="4724400"/>
                        <a:ext cx="20955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3" name="Rectangle 9"/>
          <p:cNvSpPr>
            <a:spLocks noChangeArrowheads="1"/>
          </p:cNvSpPr>
          <p:nvPr/>
        </p:nvSpPr>
        <p:spPr bwMode="auto">
          <a:xfrm>
            <a:off x="532169" y="1957715"/>
            <a:ext cx="14462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原式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" grpId="0"/>
      <p:bldP spid="1239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584436"/>
              </p:ext>
            </p:extLst>
          </p:nvPr>
        </p:nvGraphicFramePr>
        <p:xfrm>
          <a:off x="1602068" y="310499"/>
          <a:ext cx="6762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4" name="公式" r:id="rId3" imgW="16154400" imgH="8229600" progId="">
                  <p:embed/>
                </p:oleObj>
              </mc:Choice>
              <mc:Fallback>
                <p:oleObj name="公式" r:id="rId3" imgW="16154400" imgH="82296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2068" y="310499"/>
                        <a:ext cx="6762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699774"/>
              </p:ext>
            </p:extLst>
          </p:nvPr>
        </p:nvGraphicFramePr>
        <p:xfrm>
          <a:off x="2754593" y="310498"/>
          <a:ext cx="56197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5" name="公式" r:id="rId5" imgW="13411200" imgH="7924800" progId="">
                  <p:embed/>
                </p:oleObj>
              </mc:Choice>
              <mc:Fallback>
                <p:oleObj name="公式" r:id="rId5" imgW="13411200" imgH="79248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593" y="310498"/>
                        <a:ext cx="561975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835124"/>
              </p:ext>
            </p:extLst>
          </p:nvPr>
        </p:nvGraphicFramePr>
        <p:xfrm>
          <a:off x="4948517" y="156511"/>
          <a:ext cx="177165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6" name="公式" r:id="rId7" imgW="42672000" imgH="15544800" progId="">
                  <p:embed/>
                </p:oleObj>
              </mc:Choice>
              <mc:Fallback>
                <p:oleObj name="公式" r:id="rId7" imgW="42672000" imgH="155448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517" y="156511"/>
                        <a:ext cx="1771650" cy="65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7" name="Rectangle 7"/>
          <p:cNvSpPr>
            <a:spLocks noChangeArrowheads="1"/>
          </p:cNvSpPr>
          <p:nvPr/>
        </p:nvSpPr>
        <p:spPr bwMode="auto">
          <a:xfrm>
            <a:off x="415213" y="206612"/>
            <a:ext cx="12682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408" name="Rectangle 8"/>
          <p:cNvSpPr>
            <a:spLocks noChangeArrowheads="1"/>
          </p:cNvSpPr>
          <p:nvPr/>
        </p:nvSpPr>
        <p:spPr bwMode="auto">
          <a:xfrm>
            <a:off x="2214842" y="149694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409" name="Rectangle 9"/>
          <p:cNvSpPr>
            <a:spLocks noChangeArrowheads="1"/>
          </p:cNvSpPr>
          <p:nvPr/>
        </p:nvSpPr>
        <p:spPr bwMode="auto">
          <a:xfrm>
            <a:off x="3291168" y="163982"/>
            <a:ext cx="17171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上连续</a:t>
            </a:r>
            <a:r>
              <a:rPr lang="en-US" altLang="zh-CN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且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24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829630"/>
              </p:ext>
            </p:extLst>
          </p:nvPr>
        </p:nvGraphicFramePr>
        <p:xfrm>
          <a:off x="281268" y="958199"/>
          <a:ext cx="13366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7" name="公式" r:id="rId9" imgW="32004000" imgH="8229600" progId="">
                  <p:embed/>
                </p:oleObj>
              </mc:Choice>
              <mc:Fallback>
                <p:oleObj name="公式" r:id="rId9" imgW="32004000" imgH="82296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268" y="958199"/>
                        <a:ext cx="13366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736425"/>
              </p:ext>
            </p:extLst>
          </p:nvPr>
        </p:nvGraphicFramePr>
        <p:xfrm>
          <a:off x="2106892" y="813735"/>
          <a:ext cx="372935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8" name="公式" r:id="rId11" imgW="61264800" imgH="15544800" progId="">
                  <p:embed/>
                </p:oleObj>
              </mc:Choice>
              <mc:Fallback>
                <p:oleObj name="公式" r:id="rId11" imgW="61264800" imgH="155448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892" y="813735"/>
                        <a:ext cx="3729355" cy="65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2" name="Rectangle 12"/>
          <p:cNvSpPr>
            <a:spLocks noChangeArrowheads="1"/>
          </p:cNvSpPr>
          <p:nvPr/>
        </p:nvSpPr>
        <p:spPr bwMode="auto">
          <a:xfrm>
            <a:off x="6709056" y="163982"/>
            <a:ext cx="10262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求证</a:t>
            </a:r>
            <a:r>
              <a:rPr lang="en-US" altLang="zh-CN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:</a:t>
            </a:r>
            <a:endParaRPr lang="en-US" altLang="zh-CN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413" name="Rectangle 13"/>
          <p:cNvSpPr>
            <a:spLocks noChangeArrowheads="1"/>
          </p:cNvSpPr>
          <p:nvPr/>
        </p:nvSpPr>
        <p:spPr bwMode="auto">
          <a:xfrm>
            <a:off x="1567142" y="811682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使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24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353263"/>
              </p:ext>
            </p:extLst>
          </p:nvPr>
        </p:nvGraphicFramePr>
        <p:xfrm>
          <a:off x="2738717" y="1521760"/>
          <a:ext cx="321119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9" name="公式" r:id="rId13" imgW="66141600" imgH="15544800" progId="">
                  <p:embed/>
                </p:oleObj>
              </mc:Choice>
              <mc:Fallback>
                <p:oleObj name="公式" r:id="rId13" imgW="66141600" imgH="155448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717" y="1521760"/>
                        <a:ext cx="321119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12356"/>
              </p:ext>
            </p:extLst>
          </p:nvPr>
        </p:nvGraphicFramePr>
        <p:xfrm>
          <a:off x="2106892" y="2312335"/>
          <a:ext cx="23622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0" name="公式" r:id="rId15" imgW="56692800" imgH="15544800" progId="">
                  <p:embed/>
                </p:oleObj>
              </mc:Choice>
              <mc:Fallback>
                <p:oleObj name="公式" r:id="rId15" imgW="56692800" imgH="155448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892" y="2312335"/>
                        <a:ext cx="23622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094820"/>
              </p:ext>
            </p:extLst>
          </p:nvPr>
        </p:nvGraphicFramePr>
        <p:xfrm>
          <a:off x="2184681" y="3177523"/>
          <a:ext cx="20097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1" name="公式" r:id="rId17" imgW="48158400" imgH="8229600" progId="">
                  <p:embed/>
                </p:oleObj>
              </mc:Choice>
              <mc:Fallback>
                <p:oleObj name="公式" r:id="rId17" imgW="48158400" imgH="82296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681" y="3177523"/>
                        <a:ext cx="20097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901637"/>
              </p:ext>
            </p:extLst>
          </p:nvPr>
        </p:nvGraphicFramePr>
        <p:xfrm>
          <a:off x="3160993" y="3825223"/>
          <a:ext cx="13366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2" name="公式" r:id="rId19" imgW="32004000" imgH="8229600" progId="">
                  <p:embed/>
                </p:oleObj>
              </mc:Choice>
              <mc:Fallback>
                <p:oleObj name="公式" r:id="rId19" imgW="32004000" imgH="82296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993" y="3825223"/>
                        <a:ext cx="13366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658010"/>
              </p:ext>
            </p:extLst>
          </p:nvPr>
        </p:nvGraphicFramePr>
        <p:xfrm>
          <a:off x="4915181" y="3825224"/>
          <a:ext cx="12477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3" name="公式" r:id="rId21" imgW="29870400" imgH="8534400" progId="">
                  <p:embed/>
                </p:oleObj>
              </mc:Choice>
              <mc:Fallback>
                <p:oleObj name="公式" r:id="rId21" imgW="29870400" imgH="85344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5181" y="3825224"/>
                        <a:ext cx="1247775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613152"/>
              </p:ext>
            </p:extLst>
          </p:nvPr>
        </p:nvGraphicFramePr>
        <p:xfrm>
          <a:off x="2178647" y="4328460"/>
          <a:ext cx="337756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4" name="公式" r:id="rId23" imgW="66141600" imgH="15544800" progId="">
                  <p:embed/>
                </p:oleObj>
              </mc:Choice>
              <mc:Fallback>
                <p:oleObj name="公式" r:id="rId23" imgW="66141600" imgH="155448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647" y="4328460"/>
                        <a:ext cx="337756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20" name="Rectangle 20"/>
          <p:cNvSpPr>
            <a:spLocks noChangeArrowheads="1"/>
          </p:cNvSpPr>
          <p:nvPr/>
        </p:nvSpPr>
        <p:spPr bwMode="auto">
          <a:xfrm>
            <a:off x="281268" y="1555847"/>
            <a:ext cx="216758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只要证明 </a:t>
            </a:r>
            <a:endParaRPr lang="zh-CN" altLang="en-US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421" name="Rectangle 21"/>
          <p:cNvSpPr>
            <a:spLocks noChangeArrowheads="1"/>
          </p:cNvSpPr>
          <p:nvPr/>
        </p:nvSpPr>
        <p:spPr bwMode="auto">
          <a:xfrm>
            <a:off x="738467" y="2310282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令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422" name="Rectangle 22"/>
          <p:cNvSpPr>
            <a:spLocks noChangeArrowheads="1"/>
          </p:cNvSpPr>
          <p:nvPr/>
        </p:nvSpPr>
        <p:spPr bwMode="auto">
          <a:xfrm>
            <a:off x="738467" y="3031007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423" name="Rectangle 23"/>
          <p:cNvSpPr>
            <a:spLocks noChangeArrowheads="1"/>
          </p:cNvSpPr>
          <p:nvPr/>
        </p:nvSpPr>
        <p:spPr bwMode="auto">
          <a:xfrm>
            <a:off x="581305" y="3678707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由罗尔定理知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424" name="Rectangle 24"/>
          <p:cNvSpPr>
            <a:spLocks noChangeArrowheads="1"/>
          </p:cNvSpPr>
          <p:nvPr/>
        </p:nvSpPr>
        <p:spPr bwMode="auto">
          <a:xfrm>
            <a:off x="4446867" y="3678707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使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425" name="Rectangle 25"/>
          <p:cNvSpPr>
            <a:spLocks noChangeArrowheads="1"/>
          </p:cNvSpPr>
          <p:nvPr/>
        </p:nvSpPr>
        <p:spPr bwMode="auto">
          <a:xfrm>
            <a:off x="738467" y="4383557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即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7" grpId="0"/>
      <p:bldP spid="102408" grpId="0"/>
      <p:bldP spid="102409" grpId="0"/>
      <p:bldP spid="102412" grpId="0"/>
      <p:bldP spid="102413" grpId="0"/>
      <p:bldP spid="102420" grpId="0"/>
      <p:bldP spid="102421" grpId="0"/>
      <p:bldP spid="102422" grpId="0"/>
      <p:bldP spid="102423" grpId="0"/>
      <p:bldP spid="102424" grpId="0"/>
      <p:bldP spid="1024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30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119522"/>
              </p:ext>
            </p:extLst>
          </p:nvPr>
        </p:nvGraphicFramePr>
        <p:xfrm>
          <a:off x="1703759" y="317035"/>
          <a:ext cx="676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8" name="公式" r:id="rId3" imgW="16154400" imgH="8229600" progId="">
                  <p:embed/>
                </p:oleObj>
              </mc:Choice>
              <mc:Fallback>
                <p:oleObj name="公式" r:id="rId3" imgW="16154400" imgH="82296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759" y="317035"/>
                        <a:ext cx="6762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887439"/>
              </p:ext>
            </p:extLst>
          </p:nvPr>
        </p:nvGraphicFramePr>
        <p:xfrm>
          <a:off x="2972172" y="352469"/>
          <a:ext cx="6381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9" name="公式" r:id="rId5" imgW="15240000" imgH="7924800" progId="">
                  <p:embed/>
                </p:oleObj>
              </mc:Choice>
              <mc:Fallback>
                <p:oleObj name="公式" r:id="rId5" imgW="15240000" imgH="79248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2172" y="352469"/>
                        <a:ext cx="6381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562223"/>
              </p:ext>
            </p:extLst>
          </p:nvPr>
        </p:nvGraphicFramePr>
        <p:xfrm>
          <a:off x="4988297" y="352468"/>
          <a:ext cx="16605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0" name="公式" r:id="rId7" imgW="39928800" imgH="8229600" progId="">
                  <p:embed/>
                </p:oleObj>
              </mc:Choice>
              <mc:Fallback>
                <p:oleObj name="公式" r:id="rId7" imgW="39928800" imgH="82296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8297" y="352468"/>
                        <a:ext cx="16605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377710"/>
              </p:ext>
            </p:extLst>
          </p:nvPr>
        </p:nvGraphicFramePr>
        <p:xfrm>
          <a:off x="2041897" y="808038"/>
          <a:ext cx="442277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1" name="公式" r:id="rId9" imgW="106070400" imgH="17983200" progId="">
                  <p:embed/>
                </p:oleObj>
              </mc:Choice>
              <mc:Fallback>
                <p:oleObj name="公式" r:id="rId9" imgW="106070400" imgH="179832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897" y="808038"/>
                        <a:ext cx="4422775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562472"/>
              </p:ext>
            </p:extLst>
          </p:nvPr>
        </p:nvGraphicFramePr>
        <p:xfrm>
          <a:off x="1038596" y="1773238"/>
          <a:ext cx="1219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2" name="公式" r:id="rId11" imgW="29260800" imgH="8229600" progId="">
                  <p:embed/>
                </p:oleObj>
              </mc:Choice>
              <mc:Fallback>
                <p:oleObj name="公式" r:id="rId11" imgW="29260800" imgH="82296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596" y="1773238"/>
                        <a:ext cx="1219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348671"/>
              </p:ext>
            </p:extLst>
          </p:nvPr>
        </p:nvGraphicFramePr>
        <p:xfrm>
          <a:off x="2978521" y="1773239"/>
          <a:ext cx="2590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3" name="公式" r:id="rId13" imgW="62179200" imgH="8534400" progId="">
                  <p:embed/>
                </p:oleObj>
              </mc:Choice>
              <mc:Fallback>
                <p:oleObj name="公式" r:id="rId13" imgW="62179200" imgH="85344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521" y="1773239"/>
                        <a:ext cx="2590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07" name="Rectangle 19"/>
          <p:cNvSpPr>
            <a:spLocks noChangeArrowheads="1"/>
          </p:cNvSpPr>
          <p:nvPr/>
        </p:nvSpPr>
        <p:spPr bwMode="auto">
          <a:xfrm>
            <a:off x="417884" y="186859"/>
            <a:ext cx="13564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0308" name="Rectangle 20"/>
          <p:cNvSpPr>
            <a:spLocks noChangeArrowheads="1"/>
          </p:cNvSpPr>
          <p:nvPr/>
        </p:nvSpPr>
        <p:spPr bwMode="auto">
          <a:xfrm>
            <a:off x="2432421" y="190077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0309" name="Rectangle 21"/>
          <p:cNvSpPr>
            <a:spLocks noChangeArrowheads="1"/>
          </p:cNvSpPr>
          <p:nvPr/>
        </p:nvSpPr>
        <p:spPr bwMode="auto">
          <a:xfrm>
            <a:off x="3665909" y="190077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上可导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0310" name="Rectangle 22"/>
          <p:cNvSpPr>
            <a:spLocks noChangeArrowheads="1"/>
          </p:cNvSpPr>
          <p:nvPr/>
        </p:nvSpPr>
        <p:spPr bwMode="auto">
          <a:xfrm>
            <a:off x="790947" y="905997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且满足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0311" name="Rectangle 23"/>
          <p:cNvSpPr>
            <a:spLocks noChangeArrowheads="1"/>
          </p:cNvSpPr>
          <p:nvPr/>
        </p:nvSpPr>
        <p:spPr bwMode="auto">
          <a:xfrm>
            <a:off x="5837609" y="908051"/>
            <a:ext cx="2684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7143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证明：存在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0312" name="Rectangle 24"/>
          <p:cNvSpPr>
            <a:spLocks noChangeArrowheads="1"/>
          </p:cNvSpPr>
          <p:nvPr/>
        </p:nvSpPr>
        <p:spPr bwMode="auto">
          <a:xfrm>
            <a:off x="2365746" y="1626722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使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61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4630424"/>
              </p:ext>
            </p:extLst>
          </p:nvPr>
        </p:nvGraphicFramePr>
        <p:xfrm>
          <a:off x="4832721" y="3244850"/>
          <a:ext cx="177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4" name="公式" r:id="rId15" imgW="4267200" imgH="8839200" progId="">
                  <p:embed/>
                </p:oleObj>
              </mc:Choice>
              <mc:Fallback>
                <p:oleObj name="公式" r:id="rId15" imgW="4267200" imgH="88392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2721" y="3244850"/>
                        <a:ext cx="177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1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24348"/>
              </p:ext>
            </p:extLst>
          </p:nvPr>
        </p:nvGraphicFramePr>
        <p:xfrm>
          <a:off x="2400671" y="2492375"/>
          <a:ext cx="2095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5" name="公式" r:id="rId17" imgW="50292000" imgH="10668000" progId="">
                  <p:embed/>
                </p:oleObj>
              </mc:Choice>
              <mc:Fallback>
                <p:oleObj name="公式" r:id="rId17" imgW="50292000" imgH="1066800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671" y="2492375"/>
                        <a:ext cx="20955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16" name="Rectangle 28"/>
          <p:cNvSpPr>
            <a:spLocks noChangeArrowheads="1"/>
          </p:cNvSpPr>
          <p:nvPr/>
        </p:nvSpPr>
        <p:spPr bwMode="auto">
          <a:xfrm>
            <a:off x="529009" y="2418884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令</a:t>
            </a:r>
            <a:endParaRPr lang="zh-CN" altLang="en-US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031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879537"/>
              </p:ext>
            </p:extLst>
          </p:nvPr>
        </p:nvGraphicFramePr>
        <p:xfrm>
          <a:off x="2041897" y="3141663"/>
          <a:ext cx="409257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6" name="公式" r:id="rId19" imgW="98145600" imgH="18592800" progId="">
                  <p:embed/>
                </p:oleObj>
              </mc:Choice>
              <mc:Fallback>
                <p:oleObj name="公式" r:id="rId19" imgW="98145600" imgH="1859280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897" y="3141663"/>
                        <a:ext cx="4092575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1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952858"/>
              </p:ext>
            </p:extLst>
          </p:nvPr>
        </p:nvGraphicFramePr>
        <p:xfrm>
          <a:off x="5027984" y="4138613"/>
          <a:ext cx="177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7" name="公式" r:id="rId21" imgW="4267200" imgH="8839200" progId="">
                  <p:embed/>
                </p:oleObj>
              </mc:Choice>
              <mc:Fallback>
                <p:oleObj name="公式" r:id="rId21" imgW="4267200" imgH="88392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7984" y="4138613"/>
                        <a:ext cx="177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1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401789"/>
              </p:ext>
            </p:extLst>
          </p:nvPr>
        </p:nvGraphicFramePr>
        <p:xfrm>
          <a:off x="2329235" y="4208463"/>
          <a:ext cx="25050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8" name="公式" r:id="rId22" imgW="60045600" imgH="10668000" progId="">
                  <p:embed/>
                </p:oleObj>
              </mc:Choice>
              <mc:Fallback>
                <p:oleObj name="公式" r:id="rId22" imgW="60045600" imgH="106680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9235" y="4208463"/>
                        <a:ext cx="2505075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893818"/>
              </p:ext>
            </p:extLst>
          </p:nvPr>
        </p:nvGraphicFramePr>
        <p:xfrm>
          <a:off x="5464547" y="4108450"/>
          <a:ext cx="158432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9" name="公式" r:id="rId24" imgW="38100000" imgH="17068800" progId="">
                  <p:embed/>
                </p:oleObj>
              </mc:Choice>
              <mc:Fallback>
                <p:oleObj name="公式" r:id="rId24" imgW="38100000" imgH="17068800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547" y="4108450"/>
                        <a:ext cx="158432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386365"/>
              </p:ext>
            </p:extLst>
          </p:nvPr>
        </p:nvGraphicFramePr>
        <p:xfrm>
          <a:off x="3049960" y="5013325"/>
          <a:ext cx="15716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0" name="公式" r:id="rId26" imgW="37795200" imgH="8229600" progId="">
                  <p:embed/>
                </p:oleObj>
              </mc:Choice>
              <mc:Fallback>
                <p:oleObj name="公式" r:id="rId26" imgW="37795200" imgH="8229600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960" y="5013325"/>
                        <a:ext cx="15716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136820"/>
              </p:ext>
            </p:extLst>
          </p:nvPr>
        </p:nvGraphicFramePr>
        <p:xfrm>
          <a:off x="2100634" y="5791200"/>
          <a:ext cx="1409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1" name="公式" r:id="rId28" imgW="33832800" imgH="8229600" progId="">
                  <p:embed/>
                </p:oleObj>
              </mc:Choice>
              <mc:Fallback>
                <p:oleObj name="公式" r:id="rId28" imgW="33832800" imgH="822960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634" y="5791200"/>
                        <a:ext cx="1409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144497"/>
              </p:ext>
            </p:extLst>
          </p:nvPr>
        </p:nvGraphicFramePr>
        <p:xfrm>
          <a:off x="4134221" y="5807076"/>
          <a:ext cx="12192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2" name="公式" r:id="rId30" imgW="29260800" imgH="8534400" progId="">
                  <p:embed/>
                </p:oleObj>
              </mc:Choice>
              <mc:Fallback>
                <p:oleObj name="公式" r:id="rId30" imgW="29260800" imgH="853440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4221" y="5807076"/>
                        <a:ext cx="12192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24" name="Rectangle 36"/>
          <p:cNvSpPr>
            <a:spLocks noChangeArrowheads="1"/>
          </p:cNvSpPr>
          <p:nvPr/>
        </p:nvSpPr>
        <p:spPr bwMode="auto">
          <a:xfrm>
            <a:off x="3523034" y="5644684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使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0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0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0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0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0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0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0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0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07" grpId="0"/>
      <p:bldP spid="140308" grpId="0"/>
      <p:bldP spid="140309" grpId="0"/>
      <p:bldP spid="140310" grpId="0"/>
      <p:bldP spid="140311" grpId="0"/>
      <p:bldP spid="140312" grpId="0"/>
      <p:bldP spid="140316" grpId="0"/>
      <p:bldP spid="1403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4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11051"/>
              </p:ext>
            </p:extLst>
          </p:nvPr>
        </p:nvGraphicFramePr>
        <p:xfrm>
          <a:off x="1411149" y="152914"/>
          <a:ext cx="2255416" cy="961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3" name="Equation" r:id="rId3" imgW="1803240" imgH="774360" progId="Equation.DSMT4">
                  <p:embed/>
                </p:oleObj>
              </mc:Choice>
              <mc:Fallback>
                <p:oleObj name="Equation" r:id="rId3" imgW="1803240" imgH="77436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149" y="152914"/>
                        <a:ext cx="2255416" cy="9613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47" name="Rectangle 35"/>
          <p:cNvSpPr>
            <a:spLocks noChangeArrowheads="1"/>
          </p:cNvSpPr>
          <p:nvPr/>
        </p:nvSpPr>
        <p:spPr bwMode="auto">
          <a:xfrm>
            <a:off x="306480" y="279132"/>
            <a:ext cx="1368425" cy="51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90148" name="Rectangle 36"/>
          <p:cNvSpPr>
            <a:spLocks noChangeArrowheads="1"/>
          </p:cNvSpPr>
          <p:nvPr/>
        </p:nvSpPr>
        <p:spPr bwMode="auto">
          <a:xfrm>
            <a:off x="355582" y="1341160"/>
            <a:ext cx="6351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1800" dirty="0">
              <a:solidFill>
                <a:srgbClr val="0000FF"/>
              </a:solidFill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32">
            <a:extLst>
              <a:ext uri="{FF2B5EF4-FFF2-40B4-BE49-F238E27FC236}">
                <a16:creationId xmlns:a16="http://schemas.microsoft.com/office/drawing/2014/main" id="{CC5DADB9-7C93-4CF4-9B10-A82ABD63D7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517731"/>
              </p:ext>
            </p:extLst>
          </p:nvPr>
        </p:nvGraphicFramePr>
        <p:xfrm>
          <a:off x="1123671" y="1240458"/>
          <a:ext cx="2382837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4" name="Equation" r:id="rId5" imgW="1904760" imgH="761760" progId="Equation.DSMT4">
                  <p:embed/>
                </p:oleObj>
              </mc:Choice>
              <mc:Fallback>
                <p:oleObj name="Equation" r:id="rId5" imgW="1904760" imgH="761760" progId="Equation.DSMT4">
                  <p:embed/>
                  <p:pic>
                    <p:nvPicPr>
                      <p:cNvPr id="9014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671" y="1240458"/>
                        <a:ext cx="2382837" cy="944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2">
            <a:extLst>
              <a:ext uri="{FF2B5EF4-FFF2-40B4-BE49-F238E27FC236}">
                <a16:creationId xmlns:a16="http://schemas.microsoft.com/office/drawing/2014/main" id="{E1881A44-A69C-4CCD-AF21-00082B30FA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772010"/>
              </p:ext>
            </p:extLst>
          </p:nvPr>
        </p:nvGraphicFramePr>
        <p:xfrm>
          <a:off x="3506508" y="1313987"/>
          <a:ext cx="1874838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5" name="Equation" r:id="rId7" imgW="1498320" imgH="622080" progId="Equation.DSMT4">
                  <p:embed/>
                </p:oleObj>
              </mc:Choice>
              <mc:Fallback>
                <p:oleObj name="Equation" r:id="rId7" imgW="1498320" imgH="622080" progId="Equation.DSMT4">
                  <p:embed/>
                  <p:pic>
                    <p:nvPicPr>
                      <p:cNvPr id="10" name="Object 32">
                        <a:extLst>
                          <a:ext uri="{FF2B5EF4-FFF2-40B4-BE49-F238E27FC236}">
                            <a16:creationId xmlns:a16="http://schemas.microsoft.com/office/drawing/2014/main" id="{CC5DADB9-7C93-4CF4-9B10-A82ABD63D7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508" y="1313987"/>
                        <a:ext cx="1874838" cy="771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2">
            <a:extLst>
              <a:ext uri="{FF2B5EF4-FFF2-40B4-BE49-F238E27FC236}">
                <a16:creationId xmlns:a16="http://schemas.microsoft.com/office/drawing/2014/main" id="{913054CA-8F9E-487E-BD89-7B7957398A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514354"/>
              </p:ext>
            </p:extLst>
          </p:nvPr>
        </p:nvGraphicFramePr>
        <p:xfrm>
          <a:off x="5613587" y="1279351"/>
          <a:ext cx="284321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6" name="Equation" r:id="rId9" imgW="2273040" imgH="698400" progId="Equation.DSMT4">
                  <p:embed/>
                </p:oleObj>
              </mc:Choice>
              <mc:Fallback>
                <p:oleObj name="Equation" r:id="rId9" imgW="2273040" imgH="698400" progId="Equation.DSMT4">
                  <p:embed/>
                  <p:pic>
                    <p:nvPicPr>
                      <p:cNvPr id="11" name="Object 32">
                        <a:extLst>
                          <a:ext uri="{FF2B5EF4-FFF2-40B4-BE49-F238E27FC236}">
                            <a16:creationId xmlns:a16="http://schemas.microsoft.com/office/drawing/2014/main" id="{E1881A44-A69C-4CCD-AF21-00082B30FA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587" y="1279351"/>
                        <a:ext cx="2843213" cy="866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2">
            <a:extLst>
              <a:ext uri="{FF2B5EF4-FFF2-40B4-BE49-F238E27FC236}">
                <a16:creationId xmlns:a16="http://schemas.microsoft.com/office/drawing/2014/main" id="{F9426912-110D-473D-8F23-09CE014278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810963"/>
              </p:ext>
            </p:extLst>
          </p:nvPr>
        </p:nvGraphicFramePr>
        <p:xfrm>
          <a:off x="1260125" y="2384767"/>
          <a:ext cx="2557463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7" name="Equation" r:id="rId11" imgW="2044440" imgH="622080" progId="Equation.DSMT4">
                  <p:embed/>
                </p:oleObj>
              </mc:Choice>
              <mc:Fallback>
                <p:oleObj name="Equation" r:id="rId11" imgW="2044440" imgH="622080" progId="Equation.DSMT4">
                  <p:embed/>
                  <p:pic>
                    <p:nvPicPr>
                      <p:cNvPr id="12" name="Object 32">
                        <a:extLst>
                          <a:ext uri="{FF2B5EF4-FFF2-40B4-BE49-F238E27FC236}">
                            <a16:creationId xmlns:a16="http://schemas.microsoft.com/office/drawing/2014/main" id="{913054CA-8F9E-487E-BD89-7B7957398A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125" y="2384767"/>
                        <a:ext cx="2557463" cy="771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2">
            <a:extLst>
              <a:ext uri="{FF2B5EF4-FFF2-40B4-BE49-F238E27FC236}">
                <a16:creationId xmlns:a16="http://schemas.microsoft.com/office/drawing/2014/main" id="{F7320B99-FB4C-414C-9B87-F60B19BD31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77374"/>
              </p:ext>
            </p:extLst>
          </p:nvPr>
        </p:nvGraphicFramePr>
        <p:xfrm>
          <a:off x="4047052" y="2418411"/>
          <a:ext cx="266858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8" name="Equation" r:id="rId13" imgW="2133360" imgH="634680" progId="Equation.DSMT4">
                  <p:embed/>
                </p:oleObj>
              </mc:Choice>
              <mc:Fallback>
                <p:oleObj name="Equation" r:id="rId13" imgW="2133360" imgH="634680" progId="Equation.DSMT4">
                  <p:embed/>
                  <p:pic>
                    <p:nvPicPr>
                      <p:cNvPr id="13" name="Object 32">
                        <a:extLst>
                          <a:ext uri="{FF2B5EF4-FFF2-40B4-BE49-F238E27FC236}">
                            <a16:creationId xmlns:a16="http://schemas.microsoft.com/office/drawing/2014/main" id="{F9426912-110D-473D-8F23-09CE014278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7052" y="2418411"/>
                        <a:ext cx="2668587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2">
            <a:extLst>
              <a:ext uri="{FF2B5EF4-FFF2-40B4-BE49-F238E27FC236}">
                <a16:creationId xmlns:a16="http://schemas.microsoft.com/office/drawing/2014/main" id="{C1DF8364-F357-4CD0-A7AD-5162B50350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475695"/>
              </p:ext>
            </p:extLst>
          </p:nvPr>
        </p:nvGraphicFramePr>
        <p:xfrm>
          <a:off x="870978" y="3500372"/>
          <a:ext cx="2795587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9" name="Equation" r:id="rId15" imgW="2234880" imgH="622080" progId="Equation.DSMT4">
                  <p:embed/>
                </p:oleObj>
              </mc:Choice>
              <mc:Fallback>
                <p:oleObj name="Equation" r:id="rId15" imgW="2234880" imgH="622080" progId="Equation.DSMT4">
                  <p:embed/>
                  <p:pic>
                    <p:nvPicPr>
                      <p:cNvPr id="14" name="Object 32">
                        <a:extLst>
                          <a:ext uri="{FF2B5EF4-FFF2-40B4-BE49-F238E27FC236}">
                            <a16:creationId xmlns:a16="http://schemas.microsoft.com/office/drawing/2014/main" id="{F7320B99-FB4C-414C-9B87-F60B19BD31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978" y="3500372"/>
                        <a:ext cx="2795587" cy="771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2">
            <a:extLst>
              <a:ext uri="{FF2B5EF4-FFF2-40B4-BE49-F238E27FC236}">
                <a16:creationId xmlns:a16="http://schemas.microsoft.com/office/drawing/2014/main" id="{5CDD7943-2473-446F-A255-CB0D23444D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877873"/>
              </p:ext>
            </p:extLst>
          </p:nvPr>
        </p:nvGraphicFramePr>
        <p:xfrm>
          <a:off x="6818919" y="2464592"/>
          <a:ext cx="3509963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0" name="Equation" r:id="rId17" imgW="2806560" imgH="622080" progId="Equation.DSMT4">
                  <p:embed/>
                </p:oleObj>
              </mc:Choice>
              <mc:Fallback>
                <p:oleObj name="Equation" r:id="rId17" imgW="2806560" imgH="622080" progId="Equation.DSMT4">
                  <p:embed/>
                  <p:pic>
                    <p:nvPicPr>
                      <p:cNvPr id="14" name="Object 32">
                        <a:extLst>
                          <a:ext uri="{FF2B5EF4-FFF2-40B4-BE49-F238E27FC236}">
                            <a16:creationId xmlns:a16="http://schemas.microsoft.com/office/drawing/2014/main" id="{F7320B99-FB4C-414C-9B87-F60B19BD31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8919" y="2464592"/>
                        <a:ext cx="3509963" cy="771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2">
            <a:extLst>
              <a:ext uri="{FF2B5EF4-FFF2-40B4-BE49-F238E27FC236}">
                <a16:creationId xmlns:a16="http://schemas.microsoft.com/office/drawing/2014/main" id="{C57DC05B-526E-44E7-A345-0D15B77FC5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957337"/>
              </p:ext>
            </p:extLst>
          </p:nvPr>
        </p:nvGraphicFramePr>
        <p:xfrm>
          <a:off x="3817588" y="3522921"/>
          <a:ext cx="28098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1" name="Equation" r:id="rId19" imgW="2247840" imgH="634680" progId="Equation.DSMT4">
                  <p:embed/>
                </p:oleObj>
              </mc:Choice>
              <mc:Fallback>
                <p:oleObj name="Equation" r:id="rId19" imgW="2247840" imgH="634680" progId="Equation.DSMT4">
                  <p:embed/>
                  <p:pic>
                    <p:nvPicPr>
                      <p:cNvPr id="15" name="Object 32">
                        <a:extLst>
                          <a:ext uri="{FF2B5EF4-FFF2-40B4-BE49-F238E27FC236}">
                            <a16:creationId xmlns:a16="http://schemas.microsoft.com/office/drawing/2014/main" id="{C1DF8364-F357-4CD0-A7AD-5162B50350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588" y="3522921"/>
                        <a:ext cx="2809875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2">
            <a:extLst>
              <a:ext uri="{FF2B5EF4-FFF2-40B4-BE49-F238E27FC236}">
                <a16:creationId xmlns:a16="http://schemas.microsoft.com/office/drawing/2014/main" id="{34F7DEC2-65D3-4BDF-B879-9F4ABF8812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282124"/>
              </p:ext>
            </p:extLst>
          </p:nvPr>
        </p:nvGraphicFramePr>
        <p:xfrm>
          <a:off x="6627463" y="3539148"/>
          <a:ext cx="2619375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2" name="Equation" r:id="rId21" imgW="2095200" imgH="622080" progId="Equation.DSMT4">
                  <p:embed/>
                </p:oleObj>
              </mc:Choice>
              <mc:Fallback>
                <p:oleObj name="Equation" r:id="rId21" imgW="2095200" imgH="622080" progId="Equation.DSMT4">
                  <p:embed/>
                  <p:pic>
                    <p:nvPicPr>
                      <p:cNvPr id="17" name="Object 32">
                        <a:extLst>
                          <a:ext uri="{FF2B5EF4-FFF2-40B4-BE49-F238E27FC236}">
                            <a16:creationId xmlns:a16="http://schemas.microsoft.com/office/drawing/2014/main" id="{C57DC05B-526E-44E7-A345-0D15B77FC5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7463" y="3539148"/>
                        <a:ext cx="2619375" cy="773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2">
            <a:extLst>
              <a:ext uri="{FF2B5EF4-FFF2-40B4-BE49-F238E27FC236}">
                <a16:creationId xmlns:a16="http://schemas.microsoft.com/office/drawing/2014/main" id="{4063CC02-128D-4EF8-B70E-8D37194467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990580"/>
              </p:ext>
            </p:extLst>
          </p:nvPr>
        </p:nvGraphicFramePr>
        <p:xfrm>
          <a:off x="1123671" y="4615977"/>
          <a:ext cx="36512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3" name="Equation" r:id="rId23" imgW="2920680" imgH="698400" progId="Equation.DSMT4">
                  <p:embed/>
                </p:oleObj>
              </mc:Choice>
              <mc:Fallback>
                <p:oleObj name="Equation" r:id="rId23" imgW="2920680" imgH="698400" progId="Equation.DSMT4">
                  <p:embed/>
                  <p:pic>
                    <p:nvPicPr>
                      <p:cNvPr id="18" name="Object 32">
                        <a:extLst>
                          <a:ext uri="{FF2B5EF4-FFF2-40B4-BE49-F238E27FC236}">
                            <a16:creationId xmlns:a16="http://schemas.microsoft.com/office/drawing/2014/main" id="{34F7DEC2-65D3-4BDF-B879-9F4ABF8812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671" y="4615977"/>
                        <a:ext cx="3651250" cy="868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2">
            <a:extLst>
              <a:ext uri="{FF2B5EF4-FFF2-40B4-BE49-F238E27FC236}">
                <a16:creationId xmlns:a16="http://schemas.microsoft.com/office/drawing/2014/main" id="{19B77E13-E009-483E-A359-A221C3345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951617"/>
              </p:ext>
            </p:extLst>
          </p:nvPr>
        </p:nvGraphicFramePr>
        <p:xfrm>
          <a:off x="5087938" y="4722813"/>
          <a:ext cx="307975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4" name="Equation" r:id="rId25" imgW="2463480" imgH="622080" progId="Equation.DSMT4">
                  <p:embed/>
                </p:oleObj>
              </mc:Choice>
              <mc:Fallback>
                <p:oleObj name="Equation" r:id="rId25" imgW="2463480" imgH="622080" progId="Equation.DSMT4">
                  <p:embed/>
                  <p:pic>
                    <p:nvPicPr>
                      <p:cNvPr id="19" name="Object 32">
                        <a:extLst>
                          <a:ext uri="{FF2B5EF4-FFF2-40B4-BE49-F238E27FC236}">
                            <a16:creationId xmlns:a16="http://schemas.microsoft.com/office/drawing/2014/main" id="{4063CC02-128D-4EF8-B70E-8D37194467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4722813"/>
                        <a:ext cx="3079750" cy="773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2">
            <a:extLst>
              <a:ext uri="{FF2B5EF4-FFF2-40B4-BE49-F238E27FC236}">
                <a16:creationId xmlns:a16="http://schemas.microsoft.com/office/drawing/2014/main" id="{09487BC4-DCA9-4E64-A2C5-2CBA5391CF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144849"/>
              </p:ext>
            </p:extLst>
          </p:nvPr>
        </p:nvGraphicFramePr>
        <p:xfrm>
          <a:off x="5087938" y="5906478"/>
          <a:ext cx="3889375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5" name="Equation" r:id="rId27" imgW="3111480" imgH="622080" progId="Equation.DSMT4">
                  <p:embed/>
                </p:oleObj>
              </mc:Choice>
              <mc:Fallback>
                <p:oleObj name="Equation" r:id="rId27" imgW="3111480" imgH="622080" progId="Equation.DSMT4">
                  <p:embed/>
                  <p:pic>
                    <p:nvPicPr>
                      <p:cNvPr id="20" name="Object 32">
                        <a:extLst>
                          <a:ext uri="{FF2B5EF4-FFF2-40B4-BE49-F238E27FC236}">
                            <a16:creationId xmlns:a16="http://schemas.microsoft.com/office/drawing/2014/main" id="{19B77E13-E009-483E-A359-A221C33459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5906478"/>
                        <a:ext cx="3889375" cy="773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0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0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47" grpId="0"/>
      <p:bldP spid="901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4114800" y="5434013"/>
          <a:ext cx="2768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3" name="Equation" r:id="rId3" imgW="3429000" imgH="1038135" progId="">
                  <p:embed/>
                </p:oleObj>
              </mc:Choice>
              <mc:Fallback>
                <p:oleObj name="Equation" r:id="rId3" imgW="3429000" imgH="1038135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434013"/>
                        <a:ext cx="2768600" cy="850900"/>
                      </a:xfrm>
                      <a:prstGeom prst="rect">
                        <a:avLst/>
                      </a:prstGeom>
                      <a:solidFill>
                        <a:srgbClr val="969696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39750" y="1447800"/>
            <a:ext cx="1184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70485" y="281416"/>
            <a:ext cx="7264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914400" y="248396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131156"/>
              </p:ext>
            </p:extLst>
          </p:nvPr>
        </p:nvGraphicFramePr>
        <p:xfrm>
          <a:off x="1362075" y="153146"/>
          <a:ext cx="57245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4" name="Equation" r:id="rId5" imgW="7134157" imgH="942975" progId="">
                  <p:embed/>
                </p:oleObj>
              </mc:Choice>
              <mc:Fallback>
                <p:oleObj name="Equation" r:id="rId5" imgW="7134157" imgH="942975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153146"/>
                        <a:ext cx="5724525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7080250" y="221409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954737"/>
              </p:ext>
            </p:extLst>
          </p:nvPr>
        </p:nvGraphicFramePr>
        <p:xfrm>
          <a:off x="7569200" y="318246"/>
          <a:ext cx="81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5" name="Equation" r:id="rId7" imgW="990600" imgH="476340" progId="">
                  <p:embed/>
                </p:oleObj>
              </mc:Choice>
              <mc:Fallback>
                <p:oleObj name="Equation" r:id="rId7" imgW="990600" imgH="47634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9200" y="318246"/>
                        <a:ext cx="812800" cy="406400"/>
                      </a:xfrm>
                      <a:prstGeom prst="rect">
                        <a:avLst/>
                      </a:prstGeom>
                      <a:solidFill>
                        <a:srgbClr val="969696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162050" y="1462088"/>
            <a:ext cx="2495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定积分为常数 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143000" y="2041525"/>
          <a:ext cx="2273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6" name="Equation" r:id="rId9" imgW="2809943" imgH="942975" progId="">
                  <p:embed/>
                </p:oleObj>
              </mc:Choice>
              <mc:Fallback>
                <p:oleObj name="Equation" r:id="rId9" imgW="2809943" imgH="942975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041525"/>
                        <a:ext cx="2273300" cy="774700"/>
                      </a:xfrm>
                      <a:prstGeom prst="rect">
                        <a:avLst/>
                      </a:prstGeom>
                      <a:solidFill>
                        <a:srgbClr val="969696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39750" y="2147888"/>
            <a:ext cx="590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3606800" y="2041525"/>
          <a:ext cx="2095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7" name="Equation" r:id="rId11" imgW="2590800" imgH="942975" progId="">
                  <p:embed/>
                </p:oleObj>
              </mc:Choice>
              <mc:Fallback>
                <p:oleObj name="Equation" r:id="rId11" imgW="2590800" imgH="942975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0" y="2041525"/>
                        <a:ext cx="2095500" cy="774700"/>
                      </a:xfrm>
                      <a:prstGeom prst="rect">
                        <a:avLst/>
                      </a:prstGeom>
                      <a:solidFill>
                        <a:srgbClr val="969696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1752600" y="2844800"/>
          <a:ext cx="2857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8" name="Equation" r:id="rId13" imgW="3543300" imgH="609510" progId="">
                  <p:embed/>
                </p:oleObj>
              </mc:Choice>
              <mc:Fallback>
                <p:oleObj name="Equation" r:id="rId13" imgW="3543300" imgH="60951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844800"/>
                        <a:ext cx="28575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5715000" y="20716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927100" y="3565525"/>
          <a:ext cx="2108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9" name="Equation" r:id="rId15" imgW="2609985" imgH="942975" progId="">
                  <p:embed/>
                </p:oleObj>
              </mc:Choice>
              <mc:Fallback>
                <p:oleObj name="Equation" r:id="rId15" imgW="2609985" imgH="942975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3565525"/>
                        <a:ext cx="21082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3048000" y="3429000"/>
          <a:ext cx="889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0" name="Equation" r:id="rId17" imgW="1085985" imgH="1143000" progId="Equation.DSMT4">
                  <p:embed/>
                </p:oleObj>
              </mc:Choice>
              <mc:Fallback>
                <p:oleObj name="Equation" r:id="rId17" imgW="1085985" imgH="1143000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429000"/>
                        <a:ext cx="889000" cy="939800"/>
                      </a:xfrm>
                      <a:prstGeom prst="rect">
                        <a:avLst/>
                      </a:prstGeom>
                      <a:solidFill>
                        <a:srgbClr val="969696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3998913" y="3463925"/>
          <a:ext cx="850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1" name="Equation" r:id="rId19" imgW="1038157" imgH="1143000" progId="">
                  <p:embed/>
                </p:oleObj>
              </mc:Choice>
              <mc:Fallback>
                <p:oleObj name="Equation" r:id="rId19" imgW="1038157" imgH="114300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3463925"/>
                        <a:ext cx="8509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4876800" y="3794125"/>
          <a:ext cx="1016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2" name="Equation" r:id="rId21" imgW="1238385" imgH="514350" progId="">
                  <p:embed/>
                </p:oleObj>
              </mc:Choice>
              <mc:Fallback>
                <p:oleObj name="Equation" r:id="rId21" imgW="1238385" imgH="51435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794125"/>
                        <a:ext cx="10160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5980113" y="3559175"/>
          <a:ext cx="18097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3" name="Equation" r:id="rId23" imgW="228600" imgH="1143000" progId="">
                  <p:embed/>
                </p:oleObj>
              </mc:Choice>
              <mc:Fallback>
                <p:oleObj name="Equation" r:id="rId23" imgW="228600" imgH="114300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0113" y="3559175"/>
                        <a:ext cx="180975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939800" y="4572000"/>
          <a:ext cx="2044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4" name="Equation" r:id="rId25" imgW="2524057" imgH="942975" progId="">
                  <p:embed/>
                </p:oleObj>
              </mc:Choice>
              <mc:Fallback>
                <p:oleObj name="Equation" r:id="rId25" imgW="2524057" imgH="942975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4572000"/>
                        <a:ext cx="20447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3048000" y="4470400"/>
          <a:ext cx="889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5" name="Equation" r:id="rId27" imgW="1085985" imgH="1143000" progId="">
                  <p:embed/>
                </p:oleObj>
              </mc:Choice>
              <mc:Fallback>
                <p:oleObj name="Equation" r:id="rId27" imgW="1085985" imgH="11430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70400"/>
                        <a:ext cx="889000" cy="939800"/>
                      </a:xfrm>
                      <a:prstGeom prst="rect">
                        <a:avLst/>
                      </a:prstGeom>
                      <a:solidFill>
                        <a:srgbClr val="969696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4038600" y="4495800"/>
          <a:ext cx="850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6" name="Equation" r:id="rId29" imgW="1038157" imgH="1143000" progId="">
                  <p:embed/>
                </p:oleObj>
              </mc:Choice>
              <mc:Fallback>
                <p:oleObj name="Equation" r:id="rId29" imgW="1038157" imgH="1143000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495800"/>
                        <a:ext cx="8509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4953000" y="4800600"/>
          <a:ext cx="1016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7" name="Equation" r:id="rId31" imgW="1238385" imgH="514350" progId="">
                  <p:embed/>
                </p:oleObj>
              </mc:Choice>
              <mc:Fallback>
                <p:oleObj name="Equation" r:id="rId31" imgW="1238385" imgH="514350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800600"/>
                        <a:ext cx="10160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6019800" y="4584700"/>
          <a:ext cx="19367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8" name="Equation" r:id="rId33" imgW="238057" imgH="1143000" progId="">
                  <p:embed/>
                </p:oleObj>
              </mc:Choice>
              <mc:Fallback>
                <p:oleObj name="Equation" r:id="rId33" imgW="238057" imgH="1143000" progId="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584700"/>
                        <a:ext cx="193675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6248400" y="3565525"/>
          <a:ext cx="1752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9" name="Equation" r:id="rId35" imgW="2162243" imgH="1038135" progId="">
                  <p:embed/>
                </p:oleObj>
              </mc:Choice>
              <mc:Fallback>
                <p:oleObj name="Equation" r:id="rId35" imgW="2162243" imgH="1038135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565525"/>
                        <a:ext cx="17526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6324600" y="4572000"/>
          <a:ext cx="1917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0" name="Equation" r:id="rId37" imgW="2371657" imgH="1038135" progId="">
                  <p:embed/>
                </p:oleObj>
              </mc:Choice>
              <mc:Fallback>
                <p:oleObj name="Equation" r:id="rId37" imgW="2371657" imgH="1038135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572000"/>
                        <a:ext cx="19177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AutoShape 28"/>
          <p:cNvSpPr>
            <a:spLocks noChangeArrowheads="1"/>
          </p:cNvSpPr>
          <p:nvPr/>
        </p:nvSpPr>
        <p:spPr bwMode="auto">
          <a:xfrm>
            <a:off x="441325" y="5764213"/>
            <a:ext cx="719138" cy="179387"/>
          </a:xfrm>
          <a:prstGeom prst="rightArrow">
            <a:avLst>
              <a:gd name="adj1" fmla="val 50000"/>
              <a:gd name="adj2" fmla="val 10022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" name="Object 29"/>
          <p:cNvGraphicFramePr>
            <a:graphicFrameLocks noChangeAspect="1"/>
          </p:cNvGraphicFramePr>
          <p:nvPr/>
        </p:nvGraphicFramePr>
        <p:xfrm>
          <a:off x="1295400" y="5410200"/>
          <a:ext cx="901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1" name="Equation" r:id="rId39" imgW="1095443" imgH="1038135" progId="">
                  <p:embed/>
                </p:oleObj>
              </mc:Choice>
              <mc:Fallback>
                <p:oleObj name="Equation" r:id="rId39" imgW="1095443" imgH="1038135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410200"/>
                        <a:ext cx="9017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2336800" y="5410200"/>
          <a:ext cx="787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2" name="Equation" r:id="rId41" imgW="952500" imgH="1038135" progId="">
                  <p:embed/>
                </p:oleObj>
              </mc:Choice>
              <mc:Fallback>
                <p:oleObj name="Equation" r:id="rId41" imgW="952500" imgH="1038135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5410200"/>
                        <a:ext cx="7874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AutoShape 31"/>
          <p:cNvSpPr>
            <a:spLocks noChangeArrowheads="1"/>
          </p:cNvSpPr>
          <p:nvPr/>
        </p:nvSpPr>
        <p:spPr bwMode="auto">
          <a:xfrm>
            <a:off x="3319463" y="5764213"/>
            <a:ext cx="719137" cy="179387"/>
          </a:xfrm>
          <a:prstGeom prst="rightArrow">
            <a:avLst>
              <a:gd name="adj1" fmla="val 50000"/>
              <a:gd name="adj2" fmla="val 10022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3549650" y="1476375"/>
            <a:ext cx="3917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故应用积分法定此常数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1" grpId="0" build="p" autoUpdateAnimBg="0"/>
      <p:bldP spid="13" grpId="0" build="p" autoUpdateAnimBg="0"/>
      <p:bldP spid="16" grpId="0" build="p" autoUpdateAnimBg="0"/>
      <p:bldP spid="29" grpId="0" animBg="1"/>
      <p:bldP spid="32" grpId="0" animBg="1"/>
      <p:bldP spid="33" grpId="0" build="p" autoUpdateAnimBg="0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2838" y="187839"/>
            <a:ext cx="5403850" cy="533400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8.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求多项式 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f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使它满足方程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698125" y="1752601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126141"/>
              </p:ext>
            </p:extLst>
          </p:nvPr>
        </p:nvGraphicFramePr>
        <p:xfrm>
          <a:off x="1758575" y="1905000"/>
          <a:ext cx="1016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7" name="Equation" r:id="rId3" imgW="1238385" imgH="419190" progId="">
                  <p:embed/>
                </p:oleObj>
              </mc:Choice>
              <mc:Fallback>
                <p:oleObj name="Equation" r:id="rId3" imgW="1238385" imgH="41919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575" y="1905000"/>
                        <a:ext cx="1016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728179"/>
              </p:ext>
            </p:extLst>
          </p:nvPr>
        </p:nvGraphicFramePr>
        <p:xfrm>
          <a:off x="1860175" y="876300"/>
          <a:ext cx="5194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8" name="Equation" r:id="rId5" imgW="6467543" imgH="1000125" progId="">
                  <p:embed/>
                </p:oleObj>
              </mc:Choice>
              <mc:Fallback>
                <p:oleObj name="Equation" r:id="rId5" imgW="6467543" imgH="1000125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175" y="876300"/>
                        <a:ext cx="51943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2749175" y="1752601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</a:p>
        </p:txBody>
      </p:sp>
      <p:graphicFrame>
        <p:nvGraphicFramePr>
          <p:cNvPr id="327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345338"/>
              </p:ext>
            </p:extLst>
          </p:nvPr>
        </p:nvGraphicFramePr>
        <p:xfrm>
          <a:off x="3339725" y="1638300"/>
          <a:ext cx="1892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9" name="Equation" r:id="rId7" imgW="2333557" imgH="1000125" progId="">
                  <p:embed/>
                </p:oleObj>
              </mc:Choice>
              <mc:Fallback>
                <p:oleObj name="Equation" r:id="rId7" imgW="2333557" imgH="1000125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9725" y="1638300"/>
                        <a:ext cx="18923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597136"/>
              </p:ext>
            </p:extLst>
          </p:nvPr>
        </p:nvGraphicFramePr>
        <p:xfrm>
          <a:off x="5233613" y="1611313"/>
          <a:ext cx="1790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0" name="Equation" r:id="rId9" imgW="2209800" imgH="1000125" progId="">
                  <p:embed/>
                </p:oleObj>
              </mc:Choice>
              <mc:Fallback>
                <p:oleObj name="Equation" r:id="rId9" imgW="2209800" imgH="1000125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3613" y="1611313"/>
                        <a:ext cx="17907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309188" y="2528888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代入</a:t>
            </a: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原方程得</a:t>
            </a:r>
          </a:p>
        </p:txBody>
      </p:sp>
      <p:graphicFrame>
        <p:nvGraphicFramePr>
          <p:cNvPr id="327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603358"/>
              </p:ext>
            </p:extLst>
          </p:nvPr>
        </p:nvGraphicFramePr>
        <p:xfrm>
          <a:off x="2852363" y="2400300"/>
          <a:ext cx="1524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1" name="Equation" r:id="rId11" imgW="1876357" imgH="1000125" progId="">
                  <p:embed/>
                </p:oleObj>
              </mc:Choice>
              <mc:Fallback>
                <p:oleObj name="Equation" r:id="rId11" imgW="1876357" imgH="1000125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363" y="2400300"/>
                        <a:ext cx="15240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052524"/>
              </p:ext>
            </p:extLst>
          </p:nvPr>
        </p:nvGraphicFramePr>
        <p:xfrm>
          <a:off x="4362075" y="2400300"/>
          <a:ext cx="2298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2" name="Equation" r:id="rId13" imgW="2848043" imgH="1000125" progId="">
                  <p:embed/>
                </p:oleObj>
              </mc:Choice>
              <mc:Fallback>
                <p:oleObj name="Equation" r:id="rId13" imgW="2848043" imgH="1000125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2075" y="2400300"/>
                        <a:ext cx="22987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430515"/>
              </p:ext>
            </p:extLst>
          </p:nvPr>
        </p:nvGraphicFramePr>
        <p:xfrm>
          <a:off x="6711575" y="2489200"/>
          <a:ext cx="153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3" name="Equation" r:id="rId15" imgW="1895543" imgH="514350" progId="">
                  <p:embed/>
                </p:oleObj>
              </mc:Choice>
              <mc:Fallback>
                <p:oleObj name="Equation" r:id="rId15" imgW="1895543" imgH="51435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1575" y="2489200"/>
                        <a:ext cx="1536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309188" y="3352801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两边求导</a:t>
            </a:r>
            <a:r>
              <a:rPr kumimoji="1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327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620239"/>
              </p:ext>
            </p:extLst>
          </p:nvPr>
        </p:nvGraphicFramePr>
        <p:xfrm>
          <a:off x="2268163" y="3441700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4" name="Equation" r:id="rId17" imgW="895485" imgH="476340" progId="">
                  <p:embed/>
                </p:oleObj>
              </mc:Choice>
              <mc:Fallback>
                <p:oleObj name="Equation" r:id="rId17" imgW="895485" imgH="47634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163" y="3441700"/>
                        <a:ext cx="736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91453"/>
              </p:ext>
            </p:extLst>
          </p:nvPr>
        </p:nvGraphicFramePr>
        <p:xfrm>
          <a:off x="3034925" y="3175000"/>
          <a:ext cx="2095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5" name="Equation" r:id="rId19" imgW="2590800" imgH="1000125" progId="">
                  <p:embed/>
                </p:oleObj>
              </mc:Choice>
              <mc:Fallback>
                <p:oleObj name="Equation" r:id="rId19" imgW="2590800" imgH="1000125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4925" y="3175000"/>
                        <a:ext cx="20955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1011"/>
              </p:ext>
            </p:extLst>
          </p:nvPr>
        </p:nvGraphicFramePr>
        <p:xfrm>
          <a:off x="5136775" y="3403600"/>
          <a:ext cx="167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6" name="Equation" r:id="rId21" imgW="2066857" imgH="476340" progId="">
                  <p:embed/>
                </p:oleObj>
              </mc:Choice>
              <mc:Fallback>
                <p:oleObj name="Equation" r:id="rId21" imgW="2066857" imgH="476340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6775" y="3403600"/>
                        <a:ext cx="1676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176588"/>
              </p:ext>
            </p:extLst>
          </p:nvPr>
        </p:nvGraphicFramePr>
        <p:xfrm>
          <a:off x="6889375" y="3314700"/>
          <a:ext cx="157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7" name="Equation" r:id="rId23" imgW="1943100" imgH="514350" progId="">
                  <p:embed/>
                </p:oleObj>
              </mc:Choice>
              <mc:Fallback>
                <p:oleObj name="Equation" r:id="rId23" imgW="1943100" imgH="51435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375" y="3314700"/>
                        <a:ext cx="1574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103319"/>
              </p:ext>
            </p:extLst>
          </p:nvPr>
        </p:nvGraphicFramePr>
        <p:xfrm>
          <a:off x="2363413" y="4114800"/>
          <a:ext cx="825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8" name="Equation" r:id="rId25" imgW="1000057" imgH="495210" progId="">
                  <p:embed/>
                </p:oleObj>
              </mc:Choice>
              <mc:Fallback>
                <p:oleObj name="Equation" r:id="rId25" imgW="1000057" imgH="49521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413" y="4114800"/>
                        <a:ext cx="8255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656185"/>
              </p:ext>
            </p:extLst>
          </p:nvPr>
        </p:nvGraphicFramePr>
        <p:xfrm>
          <a:off x="3206375" y="4121150"/>
          <a:ext cx="167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9" name="Equation" r:id="rId27" imgW="2066857" imgH="476340" progId="">
                  <p:embed/>
                </p:oleObj>
              </mc:Choice>
              <mc:Fallback>
                <p:oleObj name="Equation" r:id="rId27" imgW="2066857" imgH="47634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375" y="4121150"/>
                        <a:ext cx="1676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691394"/>
              </p:ext>
            </p:extLst>
          </p:nvPr>
        </p:nvGraphicFramePr>
        <p:xfrm>
          <a:off x="4882775" y="4114800"/>
          <a:ext cx="1765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0" name="Equation" r:id="rId29" imgW="2181157" imgH="495210" progId="">
                  <p:embed/>
                </p:oleObj>
              </mc:Choice>
              <mc:Fallback>
                <p:oleObj name="Equation" r:id="rId29" imgW="2181157" imgH="49521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2775" y="4114800"/>
                        <a:ext cx="1765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2129302"/>
              </p:ext>
            </p:extLst>
          </p:nvPr>
        </p:nvGraphicFramePr>
        <p:xfrm>
          <a:off x="6711575" y="4014788"/>
          <a:ext cx="153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1" name="Equation" r:id="rId31" imgW="1895543" imgH="514350" progId="">
                  <p:embed/>
                </p:oleObj>
              </mc:Choice>
              <mc:Fallback>
                <p:oleObj name="Equation" r:id="rId31" imgW="1895543" imgH="51435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1575" y="4014788"/>
                        <a:ext cx="1536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0" name="Text Box 22"/>
          <p:cNvSpPr txBox="1">
            <a:spLocks noChangeArrowheads="1"/>
          </p:cNvSpPr>
          <p:nvPr/>
        </p:nvSpPr>
        <p:spPr bwMode="auto">
          <a:xfrm>
            <a:off x="309188" y="4662488"/>
            <a:ext cx="472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可见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应为二次多项式 </a:t>
            </a: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32791" name="Text Box 23"/>
          <p:cNvSpPr txBox="1">
            <a:spLocks noChangeArrowheads="1"/>
          </p:cNvSpPr>
          <p:nvPr/>
        </p:nvSpPr>
        <p:spPr bwMode="auto">
          <a:xfrm>
            <a:off x="4577975" y="4678363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</a:p>
        </p:txBody>
      </p:sp>
      <p:graphicFrame>
        <p:nvGraphicFramePr>
          <p:cNvPr id="3279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939660"/>
              </p:ext>
            </p:extLst>
          </p:nvPr>
        </p:nvGraphicFramePr>
        <p:xfrm>
          <a:off x="5149475" y="4654550"/>
          <a:ext cx="2844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2" name="Equation" r:id="rId33" imgW="3524385" imgH="590640" progId="">
                  <p:embed/>
                </p:oleObj>
              </mc:Choice>
              <mc:Fallback>
                <p:oleObj name="Equation" r:id="rId33" imgW="3524385" imgH="590640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9475" y="4654550"/>
                        <a:ext cx="28448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3" name="Text Box 25"/>
          <p:cNvSpPr txBox="1">
            <a:spLocks noChangeArrowheads="1"/>
          </p:cNvSpPr>
          <p:nvPr/>
        </p:nvSpPr>
        <p:spPr bwMode="auto">
          <a:xfrm>
            <a:off x="309188" y="5257801"/>
            <a:ext cx="495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代入①</a:t>
            </a:r>
            <a:r>
              <a:rPr kumimoji="1"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式比较同次幂系数 </a:t>
            </a:r>
            <a:r>
              <a:rPr kumimoji="1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</a:p>
        </p:txBody>
      </p:sp>
      <p:graphicFrame>
        <p:nvGraphicFramePr>
          <p:cNvPr id="3279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179146"/>
              </p:ext>
            </p:extLst>
          </p:nvPr>
        </p:nvGraphicFramePr>
        <p:xfrm>
          <a:off x="5136775" y="5332413"/>
          <a:ext cx="2540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3" name="Equation" r:id="rId35" imgW="3143385" imgH="476340" progId="">
                  <p:embed/>
                </p:oleObj>
              </mc:Choice>
              <mc:Fallback>
                <p:oleObj name="Equation" r:id="rId35" imgW="3143385" imgH="476340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6775" y="5332413"/>
                        <a:ext cx="2540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5" name="Text Box 27"/>
          <p:cNvSpPr txBox="1">
            <a:spLocks noChangeArrowheads="1"/>
          </p:cNvSpPr>
          <p:nvPr/>
        </p:nvSpPr>
        <p:spPr bwMode="auto">
          <a:xfrm>
            <a:off x="309188" y="5791201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</a:p>
        </p:txBody>
      </p:sp>
      <p:graphicFrame>
        <p:nvGraphicFramePr>
          <p:cNvPr id="3279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988305"/>
              </p:ext>
            </p:extLst>
          </p:nvPr>
        </p:nvGraphicFramePr>
        <p:xfrm>
          <a:off x="2349125" y="5791200"/>
          <a:ext cx="2997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4" name="Equation" r:id="rId37" imgW="3714885" imgH="609510" progId="">
                  <p:embed/>
                </p:oleObj>
              </mc:Choice>
              <mc:Fallback>
                <p:oleObj name="Equation" r:id="rId37" imgW="3714885" imgH="609510" progId="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125" y="5791200"/>
                        <a:ext cx="29972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7" name="Text Box 29"/>
          <p:cNvSpPr txBox="1">
            <a:spLocks noChangeArrowheads="1"/>
          </p:cNvSpPr>
          <p:nvPr/>
        </p:nvSpPr>
        <p:spPr bwMode="auto">
          <a:xfrm>
            <a:off x="8559425" y="4014788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</a:p>
        </p:txBody>
      </p:sp>
      <p:sp>
        <p:nvSpPr>
          <p:cNvPr id="32798" name="Line 30"/>
          <p:cNvSpPr>
            <a:spLocks noChangeShapeType="1"/>
          </p:cNvSpPr>
          <p:nvPr/>
        </p:nvSpPr>
        <p:spPr bwMode="auto">
          <a:xfrm>
            <a:off x="1910975" y="1600200"/>
            <a:ext cx="1524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99" name="Text Box 31"/>
          <p:cNvSpPr txBox="1">
            <a:spLocks noChangeArrowheads="1"/>
          </p:cNvSpPr>
          <p:nvPr/>
        </p:nvSpPr>
        <p:spPr bwMode="auto">
          <a:xfrm>
            <a:off x="309189" y="4052888"/>
            <a:ext cx="15255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再求导</a:t>
            </a:r>
            <a:r>
              <a:rPr kumimoji="1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2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2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utoUpdateAnimBg="0"/>
      <p:bldP spid="32774" grpId="0" autoUpdateAnimBg="0"/>
      <p:bldP spid="32777" grpId="0" autoUpdateAnimBg="0"/>
      <p:bldP spid="32781" grpId="0" autoUpdateAnimBg="0"/>
      <p:bldP spid="32790" grpId="0" autoUpdateAnimBg="0"/>
      <p:bldP spid="32791" grpId="0" autoUpdateAnimBg="0"/>
      <p:bldP spid="32793" grpId="0" autoUpdateAnimBg="0"/>
      <p:bldP spid="32795" grpId="0" autoUpdateAnimBg="0"/>
      <p:bldP spid="32797" grpId="0" build="p" autoUpdateAnimBg="0"/>
      <p:bldP spid="3279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1082" y="234366"/>
            <a:ext cx="2420018" cy="609600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en-US" altLang="zh-CN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630506"/>
              </p:ext>
            </p:extLst>
          </p:nvPr>
        </p:nvGraphicFramePr>
        <p:xfrm>
          <a:off x="1422400" y="145758"/>
          <a:ext cx="3276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1" name="Equation" r:id="rId3" imgW="4067243" imgH="1000125" progId="">
                  <p:embed/>
                </p:oleObj>
              </mc:Choice>
              <mc:Fallback>
                <p:oleObj name="Equation" r:id="rId3" imgW="4067243" imgH="1000125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145758"/>
                        <a:ext cx="32766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39750" y="1166813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473946"/>
              </p:ext>
            </p:extLst>
          </p:nvPr>
        </p:nvGraphicFramePr>
        <p:xfrm>
          <a:off x="4747106" y="127082"/>
          <a:ext cx="3073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2" name="Equation" r:id="rId5" imgW="3810000" imgH="1000125" progId="">
                  <p:embed/>
                </p:oleObj>
              </mc:Choice>
              <mc:Fallback>
                <p:oleObj name="Equation" r:id="rId5" imgW="3810000" imgH="1000125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7106" y="127082"/>
                        <a:ext cx="30734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1663700" y="1098550"/>
          <a:ext cx="2552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3" name="Equation" r:id="rId7" imgW="3162300" imgH="1000125" progId="">
                  <p:embed/>
                </p:oleObj>
              </mc:Choice>
              <mc:Fallback>
                <p:oleObj name="Equation" r:id="rId7" imgW="3162300" imgH="1000125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1098550"/>
                        <a:ext cx="25527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1422400" y="1905000"/>
          <a:ext cx="2679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4" name="Equation" r:id="rId9" imgW="3324157" imgH="1181010" progId="">
                  <p:embed/>
                </p:oleObj>
              </mc:Choice>
              <mc:Fallback>
                <p:oleObj name="Equation" r:id="rId9" imgW="3324157" imgH="118101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1905000"/>
                        <a:ext cx="26797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4102100" y="1974850"/>
          <a:ext cx="3111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5" name="Equation" r:id="rId11" imgW="3857557" imgH="1038135" progId="">
                  <p:embed/>
                </p:oleObj>
              </mc:Choice>
              <mc:Fallback>
                <p:oleObj name="Equation" r:id="rId11" imgW="3857557" imgH="1038135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0" y="1974850"/>
                        <a:ext cx="31115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/>
        </p:nvGraphicFramePr>
        <p:xfrm>
          <a:off x="1422400" y="3041650"/>
          <a:ext cx="37941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6" name="Equation" r:id="rId13" imgW="4714943" imgH="1038135" progId="">
                  <p:embed/>
                </p:oleObj>
              </mc:Choice>
              <mc:Fallback>
                <p:oleObj name="Equation" r:id="rId13" imgW="4714943" imgH="1038135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3041650"/>
                        <a:ext cx="3794125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/>
          <p:cNvGraphicFramePr>
            <a:graphicFrameLocks noChangeAspect="1"/>
          </p:cNvGraphicFramePr>
          <p:nvPr/>
        </p:nvGraphicFramePr>
        <p:xfrm>
          <a:off x="1422400" y="4032250"/>
          <a:ext cx="4978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7" name="Equation" r:id="rId15" imgW="6191385" imgH="1038135" progId="">
                  <p:embed/>
                </p:oleObj>
              </mc:Choice>
              <mc:Fallback>
                <p:oleObj name="Equation" r:id="rId15" imgW="6191385" imgH="1038135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4032250"/>
                        <a:ext cx="49784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/>
        </p:nvGraphicFramePr>
        <p:xfrm>
          <a:off x="1422400" y="5022850"/>
          <a:ext cx="2057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8" name="Equation" r:id="rId17" imgW="2543243" imgH="1038135" progId="">
                  <p:embed/>
                </p:oleObj>
              </mc:Choice>
              <mc:Fallback>
                <p:oleObj name="Equation" r:id="rId17" imgW="2543243" imgH="1038135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5022850"/>
                        <a:ext cx="20574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/>
        </p:nvGraphicFramePr>
        <p:xfrm>
          <a:off x="3543300" y="5003800"/>
          <a:ext cx="2578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9" name="Equation" r:id="rId19" imgW="3190943" imgH="1143000" progId="">
                  <p:embed/>
                </p:oleObj>
              </mc:Choice>
              <mc:Fallback>
                <p:oleObj name="Equation" r:id="rId19" imgW="3190943" imgH="11430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5003800"/>
                        <a:ext cx="25781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3"/>
          <p:cNvGraphicFramePr>
            <a:graphicFrameLocks noChangeAspect="1"/>
          </p:cNvGraphicFramePr>
          <p:nvPr/>
        </p:nvGraphicFramePr>
        <p:xfrm>
          <a:off x="6108700" y="5029200"/>
          <a:ext cx="1435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0" name="Equation" r:id="rId21" imgW="1762057" imgH="1038135" progId="">
                  <p:embed/>
                </p:oleObj>
              </mc:Choice>
              <mc:Fallback>
                <p:oleObj name="Equation" r:id="rId21" imgW="1762057" imgH="1038135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5029200"/>
                        <a:ext cx="14351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4"/>
          <p:cNvGraphicFramePr>
            <a:graphicFrameLocks noChangeAspect="1"/>
          </p:cNvGraphicFramePr>
          <p:nvPr/>
        </p:nvGraphicFramePr>
        <p:xfrm>
          <a:off x="6756400" y="4140200"/>
          <a:ext cx="231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1" name="Equation" r:id="rId23" imgW="2857500" imgH="609510" progId="">
                  <p:embed/>
                </p:oleObj>
              </mc:Choice>
              <mc:Fallback>
                <p:oleObj name="Equation" r:id="rId23" imgW="2857500" imgH="60951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4140200"/>
                        <a:ext cx="23114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5"/>
          <p:cNvGrpSpPr/>
          <p:nvPr/>
        </p:nvGrpSpPr>
        <p:grpSpPr bwMode="auto">
          <a:xfrm>
            <a:off x="4648200" y="2857500"/>
            <a:ext cx="3879850" cy="846138"/>
            <a:chOff x="2928" y="1800"/>
            <a:chExt cx="2444" cy="533"/>
          </a:xfrm>
        </p:grpSpPr>
        <p:graphicFrame>
          <p:nvGraphicFramePr>
            <p:cNvPr id="18" name="Object 16"/>
            <p:cNvGraphicFramePr>
              <a:graphicFrameLocks noChangeAspect="1"/>
            </p:cNvGraphicFramePr>
            <p:nvPr/>
          </p:nvGraphicFramePr>
          <p:xfrm>
            <a:off x="3860" y="1800"/>
            <a:ext cx="1512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02" name="Equation" r:id="rId25" imgW="3305243" imgH="1143000" progId="">
                    <p:embed/>
                  </p:oleObj>
                </mc:Choice>
                <mc:Fallback>
                  <p:oleObj name="Equation" r:id="rId25" imgW="3305243" imgH="1143000" progId="">
                    <p:embed/>
                    <p:pic>
                      <p:nvPicPr>
                        <p:cNvPr id="0" name="Picture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0" y="1800"/>
                          <a:ext cx="1512" cy="533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ED7D3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Freeform 17"/>
            <p:cNvSpPr/>
            <p:nvPr/>
          </p:nvSpPr>
          <p:spPr bwMode="auto">
            <a:xfrm>
              <a:off x="2928" y="1808"/>
              <a:ext cx="912" cy="256"/>
            </a:xfrm>
            <a:custGeom>
              <a:avLst/>
              <a:gdLst>
                <a:gd name="T0" fmla="*/ 0 w 912"/>
                <a:gd name="T1" fmla="*/ 160 h 256"/>
                <a:gd name="T2" fmla="*/ 336 w 912"/>
                <a:gd name="T3" fmla="*/ 16 h 256"/>
                <a:gd name="T4" fmla="*/ 912 w 912"/>
                <a:gd name="T5" fmla="*/ 256 h 2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2" h="256">
                  <a:moveTo>
                    <a:pt x="0" y="160"/>
                  </a:moveTo>
                  <a:cubicBezTo>
                    <a:pt x="92" y="80"/>
                    <a:pt x="184" y="0"/>
                    <a:pt x="336" y="16"/>
                  </a:cubicBezTo>
                  <a:cubicBezTo>
                    <a:pt x="488" y="32"/>
                    <a:pt x="700" y="144"/>
                    <a:pt x="912" y="256"/>
                  </a:cubicBezTo>
                </a:path>
              </a:pathLst>
            </a:custGeom>
            <a:noFill/>
            <a:ln w="9525">
              <a:solidFill>
                <a:schemeClr val="accent2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56067" y="449075"/>
            <a:ext cx="990600" cy="51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10</a:t>
            </a:r>
            <a:endParaRPr lang="en-US" altLang="zh-CN" sz="28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777480"/>
              </p:ext>
            </p:extLst>
          </p:nvPr>
        </p:nvGraphicFramePr>
        <p:xfrm>
          <a:off x="1402229" y="282387"/>
          <a:ext cx="4406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r:id="rId3" imgW="5486400" imgH="1200150" progId="">
                  <p:embed/>
                </p:oleObj>
              </mc:Choice>
              <mc:Fallback>
                <p:oleObj r:id="rId3" imgW="5486400" imgH="120015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229" y="282387"/>
                        <a:ext cx="440690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564776" y="1590488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6600"/>
                </a:solidFill>
              </a:rPr>
              <a:t>解</a:t>
            </a:r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536954"/>
              </p:ext>
            </p:extLst>
          </p:nvPr>
        </p:nvGraphicFramePr>
        <p:xfrm>
          <a:off x="1402976" y="1438087"/>
          <a:ext cx="3721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4" r:id="rId5" imgW="89306400" imgH="23469600" progId="">
                  <p:embed/>
                </p:oleObj>
              </mc:Choice>
              <mc:Fallback>
                <p:oleObj r:id="rId5" imgW="89306400" imgH="234696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976" y="1438087"/>
                        <a:ext cx="372110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734281"/>
              </p:ext>
            </p:extLst>
          </p:nvPr>
        </p:nvGraphicFramePr>
        <p:xfrm>
          <a:off x="2190376" y="2504887"/>
          <a:ext cx="4622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5" r:id="rId7" imgW="110947200" imgH="23469600" progId="">
                  <p:embed/>
                </p:oleObj>
              </mc:Choice>
              <mc:Fallback>
                <p:oleObj r:id="rId7" imgW="110947200" imgH="234696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376" y="2504887"/>
                        <a:ext cx="462280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31748"/>
              </p:ext>
            </p:extLst>
          </p:nvPr>
        </p:nvGraphicFramePr>
        <p:xfrm>
          <a:off x="2203076" y="3800287"/>
          <a:ext cx="2095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6" r:id="rId9" imgW="50292000" imgH="19812000" progId="">
                  <p:embed/>
                </p:oleObj>
              </mc:Choice>
              <mc:Fallback>
                <p:oleObj r:id="rId9" imgW="50292000" imgH="198120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076" y="3800287"/>
                        <a:ext cx="20955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23243" y="258156"/>
            <a:ext cx="990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11</a:t>
            </a: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559717"/>
              </p:ext>
            </p:extLst>
          </p:nvPr>
        </p:nvGraphicFramePr>
        <p:xfrm>
          <a:off x="1189225" y="374278"/>
          <a:ext cx="6300787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6" name="Equation" r:id="rId3" imgW="7858057" imgH="1743075" progId="Equation.DSMT4">
                  <p:embed/>
                </p:oleObj>
              </mc:Choice>
              <mc:Fallback>
                <p:oleObj name="Equation" r:id="rId3" imgW="7858057" imgH="1743075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225" y="374278"/>
                        <a:ext cx="6300787" cy="1409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936812" y="2088779"/>
            <a:ext cx="754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1546411" y="2103066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宋体" panose="02010600030101010101" pitchFamily="2" charset="-122"/>
              </a:rPr>
              <a:t>(1)</a:t>
            </a:r>
          </a:p>
        </p:txBody>
      </p:sp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494383"/>
              </p:ext>
            </p:extLst>
          </p:nvPr>
        </p:nvGraphicFramePr>
        <p:xfrm>
          <a:off x="2232211" y="2012578"/>
          <a:ext cx="57165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7" r:id="rId5" imgW="7124700" imgH="1028700" progId="">
                  <p:embed/>
                </p:oleObj>
              </mc:Choice>
              <mc:Fallback>
                <p:oleObj r:id="rId5" imgW="7124700" imgH="10287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211" y="2012578"/>
                        <a:ext cx="5716588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229340"/>
              </p:ext>
            </p:extLst>
          </p:nvPr>
        </p:nvGraphicFramePr>
        <p:xfrm>
          <a:off x="1927411" y="3003178"/>
          <a:ext cx="5892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8" r:id="rId7" imgW="7343843" imgH="1123860" progId="">
                  <p:embed/>
                </p:oleObj>
              </mc:Choice>
              <mc:Fallback>
                <p:oleObj r:id="rId7" imgW="7343843" imgH="112386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411" y="3003178"/>
                        <a:ext cx="5892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515369"/>
              </p:ext>
            </p:extLst>
          </p:nvPr>
        </p:nvGraphicFramePr>
        <p:xfrm>
          <a:off x="1546411" y="4069978"/>
          <a:ext cx="696118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9" r:id="rId9" imgW="167030400" imgH="20421600" progId="">
                  <p:embed/>
                </p:oleObj>
              </mc:Choice>
              <mc:Fallback>
                <p:oleObj r:id="rId9" imgW="167030400" imgH="204216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411" y="4069978"/>
                        <a:ext cx="6961188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945789"/>
              </p:ext>
            </p:extLst>
          </p:nvPr>
        </p:nvGraphicFramePr>
        <p:xfrm>
          <a:off x="1565461" y="4908178"/>
          <a:ext cx="901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0" r:id="rId11" imgW="21640800" imgH="20421600" progId="">
                  <p:embed/>
                </p:oleObj>
              </mc:Choice>
              <mc:Fallback>
                <p:oleObj r:id="rId11" imgW="21640800" imgH="204216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461" y="4908178"/>
                        <a:ext cx="9017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utoUpdateAnimBg="0"/>
      <p:bldP spid="16389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8689887"/>
              </p:ext>
            </p:extLst>
          </p:nvPr>
        </p:nvGraphicFramePr>
        <p:xfrm>
          <a:off x="1162331" y="1039907"/>
          <a:ext cx="55387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1" r:id="rId3" imgW="132892800" imgH="21031200" progId="">
                  <p:embed/>
                </p:oleObj>
              </mc:Choice>
              <mc:Fallback>
                <p:oleObj r:id="rId3" imgW="132892800" imgH="210312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331" y="1039907"/>
                        <a:ext cx="5538787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797997"/>
              </p:ext>
            </p:extLst>
          </p:nvPr>
        </p:nvGraphicFramePr>
        <p:xfrm>
          <a:off x="1138517" y="2068608"/>
          <a:ext cx="34925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2" r:id="rId5" imgW="83820000" imgH="10363200" progId="">
                  <p:embed/>
                </p:oleObj>
              </mc:Choice>
              <mc:Fallback>
                <p:oleObj r:id="rId5" imgW="83820000" imgH="103632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517" y="2068608"/>
                        <a:ext cx="34925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238307"/>
              </p:ext>
            </p:extLst>
          </p:nvPr>
        </p:nvGraphicFramePr>
        <p:xfrm>
          <a:off x="528917" y="2602007"/>
          <a:ext cx="44831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3" r:id="rId7" imgW="107594400" imgH="21031200" progId="">
                  <p:embed/>
                </p:oleObj>
              </mc:Choice>
              <mc:Fallback>
                <p:oleObj r:id="rId7" imgW="107594400" imgH="210312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917" y="2602007"/>
                        <a:ext cx="448310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6669884"/>
              </p:ext>
            </p:extLst>
          </p:nvPr>
        </p:nvGraphicFramePr>
        <p:xfrm>
          <a:off x="1324255" y="3554507"/>
          <a:ext cx="38735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4" r:id="rId9" imgW="92964000" imgH="41148000" progId="">
                  <p:embed/>
                </p:oleObj>
              </mc:Choice>
              <mc:Fallback>
                <p:oleObj r:id="rId9" imgW="92964000" imgH="411480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4255" y="3554507"/>
                        <a:ext cx="3873500" cy="171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078922"/>
              </p:ext>
            </p:extLst>
          </p:nvPr>
        </p:nvGraphicFramePr>
        <p:xfrm>
          <a:off x="1290917" y="5116607"/>
          <a:ext cx="3352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5" r:id="rId11" imgW="80467200" imgH="29260800" progId="">
                  <p:embed/>
                </p:oleObj>
              </mc:Choice>
              <mc:Fallback>
                <p:oleObj r:id="rId11" imgW="80467200" imgH="292608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917" y="5116607"/>
                        <a:ext cx="335280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844226"/>
              </p:ext>
            </p:extLst>
          </p:nvPr>
        </p:nvGraphicFramePr>
        <p:xfrm>
          <a:off x="4656417" y="5491257"/>
          <a:ext cx="2171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6" r:id="rId13" imgW="52120800" imgH="20116800" progId="">
                  <p:embed/>
                </p:oleObj>
              </mc:Choice>
              <mc:Fallback>
                <p:oleObj r:id="rId13" imgW="52120800" imgH="201168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417" y="5491257"/>
                        <a:ext cx="21717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EAACCFFB-8B94-4DE4-9BC2-9800604207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361418"/>
              </p:ext>
            </p:extLst>
          </p:nvPr>
        </p:nvGraphicFramePr>
        <p:xfrm>
          <a:off x="284163" y="95250"/>
          <a:ext cx="303053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7" name="Equation" r:id="rId15" imgW="2349360" imgH="672840" progId="Equation.DSMT4">
                  <p:embed/>
                </p:oleObj>
              </mc:Choice>
              <mc:Fallback>
                <p:oleObj name="Equation" r:id="rId15" imgW="2349360" imgH="672840" progId="Equation.DSMT4">
                  <p:embed/>
                  <p:pic>
                    <p:nvPicPr>
                      <p:cNvPr id="133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3" y="95250"/>
                        <a:ext cx="3030537" cy="876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Rectangle 4"/>
          <p:cNvSpPr>
            <a:spLocks noChangeArrowheads="1"/>
          </p:cNvSpPr>
          <p:nvPr/>
        </p:nvSpPr>
        <p:spPr bwMode="auto">
          <a:xfrm>
            <a:off x="173317" y="305921"/>
            <a:ext cx="33425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12 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判定反常积分 </a:t>
            </a:r>
            <a:endParaRPr lang="zh-CN" altLang="en-US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82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400163"/>
              </p:ext>
            </p:extLst>
          </p:nvPr>
        </p:nvGraphicFramePr>
        <p:xfrm>
          <a:off x="3808692" y="219075"/>
          <a:ext cx="1512888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6" name="公式" r:id="rId3" imgW="36271200" imgH="17678400" progId="">
                  <p:embed/>
                </p:oleObj>
              </mc:Choice>
              <mc:Fallback>
                <p:oleObj name="公式" r:id="rId3" imgW="36271200" imgH="176784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692" y="219075"/>
                        <a:ext cx="1512888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6" name="Rectangle 6"/>
          <p:cNvSpPr>
            <a:spLocks noChangeArrowheads="1"/>
          </p:cNvSpPr>
          <p:nvPr/>
        </p:nvSpPr>
        <p:spPr bwMode="auto">
          <a:xfrm>
            <a:off x="5307293" y="305921"/>
            <a:ext cx="17171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的敛散性</a:t>
            </a:r>
            <a:r>
              <a:rPr lang="en-US" altLang="zh-CN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82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360213"/>
              </p:ext>
            </p:extLst>
          </p:nvPr>
        </p:nvGraphicFramePr>
        <p:xfrm>
          <a:off x="125692" y="792163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7" name="公式" r:id="rId5" imgW="2743200" imgH="5181600" progId="">
                  <p:embed/>
                </p:oleObj>
              </mc:Choice>
              <mc:Fallback>
                <p:oleObj name="公式" r:id="rId5" imgW="2743200" imgH="51816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692" y="792163"/>
                        <a:ext cx="11430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Text Box 10"/>
          <p:cNvSpPr txBox="1">
            <a:spLocks noChangeArrowheads="1"/>
          </p:cNvSpPr>
          <p:nvPr/>
        </p:nvSpPr>
        <p:spPr bwMode="auto">
          <a:xfrm>
            <a:off x="306668" y="1371600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</a:p>
        </p:txBody>
      </p:sp>
      <p:graphicFrame>
        <p:nvGraphicFramePr>
          <p:cNvPr id="1382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891904"/>
              </p:ext>
            </p:extLst>
          </p:nvPr>
        </p:nvGraphicFramePr>
        <p:xfrm>
          <a:off x="1025805" y="1298574"/>
          <a:ext cx="6119812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8" name="Equation" r:id="rId7" imgW="54864000" imgH="10058400" progId="Equation.DSMT4">
                  <p:embed/>
                </p:oleObj>
              </mc:Choice>
              <mc:Fallback>
                <p:oleObj name="Equation" r:id="rId7" imgW="54864000" imgH="100584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805" y="1298574"/>
                        <a:ext cx="6119812" cy="1112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Text Box 12"/>
          <p:cNvSpPr txBox="1">
            <a:spLocks noChangeArrowheads="1"/>
          </p:cNvSpPr>
          <p:nvPr/>
        </p:nvSpPr>
        <p:spPr bwMode="auto">
          <a:xfrm>
            <a:off x="1294092" y="2960687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39946" name="Text Box 14"/>
          <p:cNvSpPr txBox="1">
            <a:spLocks noChangeArrowheads="1"/>
          </p:cNvSpPr>
          <p:nvPr/>
        </p:nvSpPr>
        <p:spPr bwMode="auto">
          <a:xfrm>
            <a:off x="286030" y="310515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aphicFrame>
        <p:nvGraphicFramePr>
          <p:cNvPr id="399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4867654"/>
              </p:ext>
            </p:extLst>
          </p:nvPr>
        </p:nvGraphicFramePr>
        <p:xfrm>
          <a:off x="812244" y="2548403"/>
          <a:ext cx="5168482" cy="931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9" name="公式" r:id="rId9" imgW="82905600" imgH="14935200" progId="">
                  <p:embed/>
                </p:oleObj>
              </mc:Choice>
              <mc:Fallback>
                <p:oleObj name="公式" r:id="rId9" imgW="82905600" imgH="149352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244" y="2548403"/>
                        <a:ext cx="5168482" cy="9311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8" name="Text Box 16"/>
          <p:cNvSpPr txBox="1">
            <a:spLocks noChangeArrowheads="1"/>
          </p:cNvSpPr>
          <p:nvPr/>
        </p:nvSpPr>
        <p:spPr bwMode="auto">
          <a:xfrm>
            <a:off x="790855" y="4113212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39950" name="Text Box 18"/>
          <p:cNvSpPr txBox="1">
            <a:spLocks noChangeArrowheads="1"/>
          </p:cNvSpPr>
          <p:nvPr/>
        </p:nvSpPr>
        <p:spPr bwMode="auto">
          <a:xfrm>
            <a:off x="1151217" y="4846637"/>
            <a:ext cx="304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故原反常积分收敛</a:t>
            </a:r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25384"/>
              </p:ext>
            </p:extLst>
          </p:nvPr>
        </p:nvGraphicFramePr>
        <p:xfrm>
          <a:off x="812244" y="3609975"/>
          <a:ext cx="3306762" cy="838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0" name="Equation" r:id="rId11" imgW="65836800" imgH="16764000" progId="Equation.DSMT4">
                  <p:embed/>
                </p:oleObj>
              </mc:Choice>
              <mc:Fallback>
                <p:oleObj name="Equation" r:id="rId11" imgW="65836800" imgH="167640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244" y="3609975"/>
                        <a:ext cx="3306762" cy="8381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137889" y="376742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进行比较绝对收敛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/>
      <p:bldP spid="138246" grpId="0"/>
      <p:bldP spid="39943" grpId="0"/>
      <p:bldP spid="39950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Arc 2" descr="浅色竖线"/>
          <p:cNvSpPr/>
          <p:nvPr/>
        </p:nvSpPr>
        <p:spPr bwMode="auto">
          <a:xfrm rot="16200000" flipV="1">
            <a:off x="336177" y="1803400"/>
            <a:ext cx="1066800" cy="15240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blipFill dpi="0" rotWithShape="0">
            <a:blip r:embed="rId3" cstate="print"/>
            <a:srcRect/>
            <a:tile tx="0" ty="0" sx="100000" sy="100000" flip="none" algn="tl"/>
          </a:blipFill>
          <a:ln w="9525" cmpd="sng">
            <a:solidFill>
              <a:schemeClr val="tx1"/>
            </a:solidFill>
            <a:bevel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3" name="Arc 3" descr="浅色竖线"/>
          <p:cNvSpPr/>
          <p:nvPr/>
        </p:nvSpPr>
        <p:spPr bwMode="auto">
          <a:xfrm rot="5400000" flipH="1" flipV="1">
            <a:off x="2012577" y="1651000"/>
            <a:ext cx="1066800" cy="1828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blipFill dpi="0" rotWithShape="0">
            <a:blip r:embed="rId3" cstate="print"/>
            <a:srcRect/>
            <a:tile tx="0" ty="0" sx="100000" sy="100000" flip="none" algn="tl"/>
          </a:blipFill>
          <a:ln w="9525" cmpd="sng">
            <a:solidFill>
              <a:schemeClr val="tx1"/>
            </a:solidFill>
            <a:bevel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399428" y="344489"/>
            <a:ext cx="1219200" cy="51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</a:rPr>
              <a:t>13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127821"/>
              </p:ext>
            </p:extLst>
          </p:nvPr>
        </p:nvGraphicFramePr>
        <p:xfrm>
          <a:off x="1479177" y="379413"/>
          <a:ext cx="635158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4" r:id="rId4" imgW="11772900" imgH="790665" progId="">
                  <p:embed/>
                </p:oleObj>
              </mc:Choice>
              <mc:Fallback>
                <p:oleObj r:id="rId4" imgW="11772900" imgH="790665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177" y="379413"/>
                        <a:ext cx="6351588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402977" y="836613"/>
            <a:ext cx="754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</a:rPr>
              <a:t>绕</a:t>
            </a:r>
            <a:r>
              <a:rPr lang="zh-CN" altLang="en-US" sz="2800" b="1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800" b="1" i="1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zh-CN" altLang="en-US" sz="2800" b="1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0000FF"/>
                </a:solidFill>
              </a:rPr>
              <a:t>轴与</a:t>
            </a:r>
            <a:r>
              <a:rPr lang="zh-CN" altLang="en-US" sz="2800" b="1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800" b="1" i="1">
                <a:solidFill>
                  <a:srgbClr val="0000FF"/>
                </a:solidFill>
                <a:ea typeface="宋体" panose="02010600030101010101" pitchFamily="2" charset="-122"/>
              </a:rPr>
              <a:t>y</a:t>
            </a:r>
            <a:r>
              <a:rPr lang="zh-CN" altLang="en-US" sz="2800" b="1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0000FF"/>
                </a:solidFill>
              </a:rPr>
              <a:t>轴旋转所得立体的体积</a:t>
            </a:r>
            <a:r>
              <a:rPr lang="zh-CN" altLang="en-US" sz="2800" b="1">
                <a:solidFill>
                  <a:srgbClr val="0000FF"/>
                </a:solidFill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3688977" y="1346201"/>
            <a:ext cx="9144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解：</a:t>
            </a:r>
          </a:p>
        </p:txBody>
      </p:sp>
      <p:grpSp>
        <p:nvGrpSpPr>
          <p:cNvPr id="2" name="Group 8"/>
          <p:cNvGrpSpPr/>
          <p:nvPr/>
        </p:nvGrpSpPr>
        <p:grpSpPr bwMode="auto">
          <a:xfrm>
            <a:off x="1174377" y="1574800"/>
            <a:ext cx="3632200" cy="1892300"/>
            <a:chOff x="0" y="0"/>
            <a:chExt cx="2288" cy="1192"/>
          </a:xfrm>
        </p:grpSpPr>
        <p:sp>
          <p:nvSpPr>
            <p:cNvPr id="21552" name="Line 9"/>
            <p:cNvSpPr>
              <a:spLocks noChangeShapeType="1"/>
            </p:cNvSpPr>
            <p:nvPr/>
          </p:nvSpPr>
          <p:spPr bwMode="auto">
            <a:xfrm>
              <a:off x="0" y="960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553" name="Group 10"/>
            <p:cNvGrpSpPr/>
            <p:nvPr/>
          </p:nvGrpSpPr>
          <p:grpSpPr bwMode="auto">
            <a:xfrm>
              <a:off x="96" y="0"/>
              <a:ext cx="2192" cy="1192"/>
              <a:chOff x="0" y="0"/>
              <a:chExt cx="2192" cy="1217"/>
            </a:xfrm>
          </p:grpSpPr>
          <p:sp>
            <p:nvSpPr>
              <p:cNvPr id="21554" name="Line 11"/>
              <p:cNvSpPr>
                <a:spLocks noChangeShapeType="1"/>
              </p:cNvSpPr>
              <p:nvPr/>
            </p:nvSpPr>
            <p:spPr bwMode="auto">
              <a:xfrm flipV="1">
                <a:off x="192" y="0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555" name="Object 12"/>
              <p:cNvGraphicFramePr>
                <a:graphicFrameLocks noChangeAspect="1"/>
              </p:cNvGraphicFramePr>
              <p:nvPr/>
            </p:nvGraphicFramePr>
            <p:xfrm>
              <a:off x="2031" y="1063"/>
              <a:ext cx="161" cy="1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765" r:id="rId6" imgW="6400800" imgH="6096000" progId="">
                      <p:embed/>
                    </p:oleObj>
                  </mc:Choice>
                  <mc:Fallback>
                    <p:oleObj r:id="rId6" imgW="6400800" imgH="6096000" progId="">
                      <p:embed/>
                      <p:pic>
                        <p:nvPicPr>
                          <p:cNvPr id="0" name="Picture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31" y="1063"/>
                            <a:ext cx="161" cy="15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56" name="Object 13"/>
              <p:cNvGraphicFramePr>
                <a:graphicFrameLocks noChangeAspect="1"/>
              </p:cNvGraphicFramePr>
              <p:nvPr/>
            </p:nvGraphicFramePr>
            <p:xfrm>
              <a:off x="0" y="48"/>
              <a:ext cx="159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766" r:id="rId8" imgW="7315200" imgH="8839200" progId="">
                      <p:embed/>
                    </p:oleObj>
                  </mc:Choice>
                  <mc:Fallback>
                    <p:oleObj r:id="rId8" imgW="7315200" imgH="8839200" progId="">
                      <p:embed/>
                      <p:pic>
                        <p:nvPicPr>
                          <p:cNvPr id="0" name="Picture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48"/>
                            <a:ext cx="159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57" name="Object 14"/>
              <p:cNvGraphicFramePr>
                <a:graphicFrameLocks noChangeAspect="1"/>
              </p:cNvGraphicFramePr>
              <p:nvPr/>
            </p:nvGraphicFramePr>
            <p:xfrm>
              <a:off x="48" y="1008"/>
              <a:ext cx="128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767" r:id="rId10" imgW="6096000" imgH="9144000" progId="">
                      <p:embed/>
                    </p:oleObj>
                  </mc:Choice>
                  <mc:Fallback>
                    <p:oleObj r:id="rId10" imgW="6096000" imgH="9144000" progId="">
                      <p:embed/>
                      <p:pic>
                        <p:nvPicPr>
                          <p:cNvPr id="0" name="Picture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" y="1008"/>
                            <a:ext cx="128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0735" name="Line 15"/>
          <p:cNvSpPr>
            <a:spLocks noChangeShapeType="1"/>
          </p:cNvSpPr>
          <p:nvPr/>
        </p:nvSpPr>
        <p:spPr bwMode="auto">
          <a:xfrm>
            <a:off x="3460377" y="2032000"/>
            <a:ext cx="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6" name="Text Box 16"/>
          <p:cNvSpPr txBox="1">
            <a:spLocks noChangeArrowheads="1"/>
          </p:cNvSpPr>
          <p:nvPr/>
        </p:nvSpPr>
        <p:spPr bwMode="auto">
          <a:xfrm>
            <a:off x="3231777" y="3022601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 flipH="1">
            <a:off x="1631577" y="2032000"/>
            <a:ext cx="18288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8" name="AutoShape 18"/>
          <p:cNvSpPr>
            <a:spLocks noChangeArrowheads="1"/>
          </p:cNvSpPr>
          <p:nvPr/>
        </p:nvSpPr>
        <p:spPr bwMode="auto">
          <a:xfrm>
            <a:off x="3917577" y="2870200"/>
            <a:ext cx="457200" cy="457200"/>
          </a:xfrm>
          <a:prstGeom prst="curvedUpArrow">
            <a:avLst>
              <a:gd name="adj1" fmla="val 20213"/>
              <a:gd name="adj2" fmla="val 4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9" name="Arc 19"/>
          <p:cNvSpPr/>
          <p:nvPr/>
        </p:nvSpPr>
        <p:spPr bwMode="auto">
          <a:xfrm flipH="1">
            <a:off x="1631578" y="2032000"/>
            <a:ext cx="1865313" cy="1066800"/>
          </a:xfrm>
          <a:custGeom>
            <a:avLst/>
            <a:gdLst>
              <a:gd name="T0" fmla="*/ 0 w 22024"/>
              <a:gd name="T1" fmla="*/ 2147483647 h 21600"/>
              <a:gd name="T2" fmla="*/ 2147483647 w 22024"/>
              <a:gd name="T3" fmla="*/ 2147483647 h 21600"/>
              <a:gd name="T4" fmla="*/ 2147483647 w 22024"/>
              <a:gd name="T5" fmla="*/ 2147483647 h 21600"/>
              <a:gd name="T6" fmla="*/ 0 60000 65536"/>
              <a:gd name="T7" fmla="*/ 0 60000 65536"/>
              <a:gd name="T8" fmla="*/ 0 60000 65536"/>
              <a:gd name="T9" fmla="*/ 0 w 22024"/>
              <a:gd name="T10" fmla="*/ 0 h 21600"/>
              <a:gd name="T11" fmla="*/ 22024 w 2202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024" h="21600" fill="none" extrusionOk="0">
                <a:moveTo>
                  <a:pt x="0" y="4"/>
                </a:moveTo>
                <a:cubicBezTo>
                  <a:pt x="141" y="1"/>
                  <a:pt x="282" y="-1"/>
                  <a:pt x="424" y="0"/>
                </a:cubicBezTo>
                <a:cubicBezTo>
                  <a:pt x="12353" y="0"/>
                  <a:pt x="22024" y="9670"/>
                  <a:pt x="22024" y="21600"/>
                </a:cubicBezTo>
              </a:path>
              <a:path w="22024" h="21600" stroke="0" extrusionOk="0">
                <a:moveTo>
                  <a:pt x="0" y="4"/>
                </a:moveTo>
                <a:cubicBezTo>
                  <a:pt x="141" y="1"/>
                  <a:pt x="282" y="-1"/>
                  <a:pt x="424" y="0"/>
                </a:cubicBezTo>
                <a:cubicBezTo>
                  <a:pt x="12353" y="0"/>
                  <a:pt x="22024" y="9670"/>
                  <a:pt x="22024" y="21600"/>
                </a:cubicBezTo>
                <a:lnTo>
                  <a:pt x="424" y="21600"/>
                </a:lnTo>
                <a:lnTo>
                  <a:pt x="0" y="4"/>
                </a:lnTo>
                <a:close/>
              </a:path>
            </a:pathLst>
          </a:custGeom>
          <a:noFill/>
          <a:ln w="28575" cmpd="sng">
            <a:solidFill>
              <a:srgbClr val="FF3300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74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15468"/>
              </p:ext>
            </p:extLst>
          </p:nvPr>
        </p:nvGraphicFramePr>
        <p:xfrm>
          <a:off x="1707777" y="1727200"/>
          <a:ext cx="3810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8" r:id="rId12" imgW="14020800" imgH="10972800" progId="">
                  <p:embed/>
                </p:oleObj>
              </mc:Choice>
              <mc:Fallback>
                <p:oleObj r:id="rId12" imgW="14020800" imgH="109728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7777" y="1727200"/>
                        <a:ext cx="381000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1" name="Text Box 21"/>
          <p:cNvSpPr txBox="1">
            <a:spLocks noChangeArrowheads="1"/>
          </p:cNvSpPr>
          <p:nvPr/>
        </p:nvSpPr>
        <p:spPr bwMode="auto">
          <a:xfrm>
            <a:off x="4374777" y="1346201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宋体" panose="02010600030101010101" pitchFamily="2" charset="-122"/>
              </a:rPr>
              <a:t>(1)  </a:t>
            </a:r>
            <a:r>
              <a:rPr lang="zh-CN" altLang="en-US" sz="2800" b="1"/>
              <a:t>绕</a:t>
            </a:r>
            <a:r>
              <a:rPr lang="zh-CN" altLang="en-US" sz="2800" b="1">
                <a:ea typeface="宋体" panose="02010600030101010101" pitchFamily="2" charset="-122"/>
              </a:rPr>
              <a:t> </a:t>
            </a:r>
            <a:r>
              <a:rPr lang="zh-CN" altLang="en-US" sz="2800" b="1" i="1">
                <a:solidFill>
                  <a:srgbClr val="FF3300"/>
                </a:solidFill>
                <a:ea typeface="宋体" panose="02010600030101010101" pitchFamily="2" charset="-122"/>
              </a:rPr>
              <a:t>x</a:t>
            </a:r>
            <a:r>
              <a:rPr lang="zh-CN" altLang="en-US" sz="2800" b="1">
                <a:ea typeface="宋体" panose="02010600030101010101" pitchFamily="2" charset="-122"/>
              </a:rPr>
              <a:t> </a:t>
            </a:r>
            <a:r>
              <a:rPr lang="zh-CN" altLang="en-US" sz="2800" b="1"/>
              <a:t>轴</a:t>
            </a:r>
            <a:r>
              <a:rPr lang="zh-CN" altLang="en-US" sz="2800" b="1"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3074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916822"/>
              </p:ext>
            </p:extLst>
          </p:nvPr>
        </p:nvGraphicFramePr>
        <p:xfrm>
          <a:off x="4519241" y="1890713"/>
          <a:ext cx="20161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9" r:id="rId14" imgW="58216800" imgH="14630400" progId="">
                  <p:embed/>
                </p:oleObj>
              </mc:Choice>
              <mc:Fallback>
                <p:oleObj r:id="rId14" imgW="58216800" imgH="146304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9241" y="1890713"/>
                        <a:ext cx="2016125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138530"/>
              </p:ext>
            </p:extLst>
          </p:nvPr>
        </p:nvGraphicFramePr>
        <p:xfrm>
          <a:off x="6606802" y="2035175"/>
          <a:ext cx="1296988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0" r:id="rId16" imgW="37490400" imgH="11277600" progId="">
                  <p:embed/>
                </p:oleObj>
              </mc:Choice>
              <mc:Fallback>
                <p:oleObj r:id="rId16" imgW="37490400" imgH="112776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6802" y="2035175"/>
                        <a:ext cx="1296988" cy="38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997955"/>
              </p:ext>
            </p:extLst>
          </p:nvPr>
        </p:nvGraphicFramePr>
        <p:xfrm>
          <a:off x="4951040" y="2466975"/>
          <a:ext cx="2438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1" r:id="rId18" imgW="69494400" imgH="23164800" progId="">
                  <p:embed/>
                </p:oleObj>
              </mc:Choice>
              <mc:Fallback>
                <p:oleObj r:id="rId18" imgW="69494400" imgH="231648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040" y="2466975"/>
                        <a:ext cx="24384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834161"/>
              </p:ext>
            </p:extLst>
          </p:nvPr>
        </p:nvGraphicFramePr>
        <p:xfrm>
          <a:off x="7398965" y="2682876"/>
          <a:ext cx="83820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2" r:id="rId20" imgW="25298400" imgH="11277600" progId="">
                  <p:embed/>
                </p:oleObj>
              </mc:Choice>
              <mc:Fallback>
                <p:oleObj r:id="rId20" imgW="25298400" imgH="112776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8965" y="2682876"/>
                        <a:ext cx="838200" cy="373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6" name="Rectangle 26"/>
          <p:cNvSpPr>
            <a:spLocks noChangeArrowheads="1"/>
          </p:cNvSpPr>
          <p:nvPr/>
        </p:nvSpPr>
        <p:spPr bwMode="auto">
          <a:xfrm>
            <a:off x="2317377" y="2260600"/>
            <a:ext cx="1524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2164977" y="30226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b="1" i="1">
                <a:solidFill>
                  <a:schemeClr val="accent2"/>
                </a:solidFill>
                <a:ea typeface="宋体" panose="02010600030101010101" pitchFamily="2" charset="-122"/>
              </a:rPr>
              <a:t>dx</a:t>
            </a:r>
          </a:p>
        </p:txBody>
      </p:sp>
      <p:sp>
        <p:nvSpPr>
          <p:cNvPr id="30748" name="Rectangle 28"/>
          <p:cNvSpPr>
            <a:spLocks noChangeArrowheads="1"/>
          </p:cNvSpPr>
          <p:nvPr/>
        </p:nvSpPr>
        <p:spPr bwMode="auto">
          <a:xfrm>
            <a:off x="3798516" y="3644901"/>
            <a:ext cx="2376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800" b="1">
                <a:ea typeface="宋体" panose="02010600030101010101" pitchFamily="2" charset="-122"/>
              </a:rPr>
              <a:t>(2)  </a:t>
            </a:r>
            <a:r>
              <a:rPr lang="zh-CN" altLang="en-US" sz="2800" b="1"/>
              <a:t>绕</a:t>
            </a:r>
            <a:r>
              <a:rPr lang="zh-CN" altLang="en-US" sz="2800" b="1">
                <a:ea typeface="宋体" panose="02010600030101010101" pitchFamily="2" charset="-122"/>
              </a:rPr>
              <a:t> </a:t>
            </a:r>
            <a:r>
              <a:rPr lang="zh-CN" altLang="en-US" sz="2800" b="1" i="1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en-US" sz="2800" b="1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800" b="1"/>
              <a:t>轴</a:t>
            </a:r>
            <a:r>
              <a:rPr lang="zh-CN" altLang="en-US" sz="2800" b="1"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1631577" y="2184400"/>
            <a:ext cx="685800" cy="76200"/>
          </a:xfrm>
          <a:prstGeom prst="rect">
            <a:avLst/>
          </a:prstGeom>
          <a:solidFill>
            <a:srgbClr val="0099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50" name="AutoShape 30"/>
          <p:cNvSpPr>
            <a:spLocks noChangeArrowheads="1"/>
          </p:cNvSpPr>
          <p:nvPr/>
        </p:nvSpPr>
        <p:spPr bwMode="auto">
          <a:xfrm>
            <a:off x="1402977" y="1422400"/>
            <a:ext cx="457200" cy="457200"/>
          </a:xfrm>
          <a:prstGeom prst="curvedRightArrow">
            <a:avLst>
              <a:gd name="adj1" fmla="val 20000"/>
              <a:gd name="adj2" fmla="val 40000"/>
              <a:gd name="adj3" fmla="val 3333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51" name="Arc 31"/>
          <p:cNvSpPr/>
          <p:nvPr/>
        </p:nvSpPr>
        <p:spPr bwMode="auto">
          <a:xfrm>
            <a:off x="-197223" y="1997075"/>
            <a:ext cx="1828800" cy="1130300"/>
          </a:xfrm>
          <a:custGeom>
            <a:avLst/>
            <a:gdLst>
              <a:gd name="T0" fmla="*/ 2147483647 w 21600"/>
              <a:gd name="T1" fmla="*/ 0 h 21286"/>
              <a:gd name="T2" fmla="*/ 2147483647 w 21600"/>
              <a:gd name="T3" fmla="*/ 2147483647 h 21286"/>
              <a:gd name="T4" fmla="*/ 0 w 21600"/>
              <a:gd name="T5" fmla="*/ 2147483647 h 21286"/>
              <a:gd name="T6" fmla="*/ 0 60000 65536"/>
              <a:gd name="T7" fmla="*/ 0 60000 65536"/>
              <a:gd name="T8" fmla="*/ 0 60000 65536"/>
              <a:gd name="T9" fmla="*/ 0 w 21600"/>
              <a:gd name="T10" fmla="*/ 0 h 21286"/>
              <a:gd name="T11" fmla="*/ 21600 w 21600"/>
              <a:gd name="T12" fmla="*/ 21286 h 21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286" fill="none" extrusionOk="0">
                <a:moveTo>
                  <a:pt x="3670" y="0"/>
                </a:moveTo>
                <a:cubicBezTo>
                  <a:pt x="14030" y="1786"/>
                  <a:pt x="21600" y="10773"/>
                  <a:pt x="21600" y="21286"/>
                </a:cubicBezTo>
              </a:path>
              <a:path w="21600" h="21286" stroke="0" extrusionOk="0">
                <a:moveTo>
                  <a:pt x="3670" y="0"/>
                </a:moveTo>
                <a:cubicBezTo>
                  <a:pt x="14030" y="1786"/>
                  <a:pt x="21600" y="10773"/>
                  <a:pt x="21600" y="21286"/>
                </a:cubicBezTo>
                <a:lnTo>
                  <a:pt x="0" y="21286"/>
                </a:lnTo>
                <a:lnTo>
                  <a:pt x="3670" y="0"/>
                </a:lnTo>
                <a:close/>
              </a:path>
            </a:pathLst>
          </a:custGeom>
          <a:noFill/>
          <a:ln w="38100" cmpd="sng">
            <a:solidFill>
              <a:schemeClr val="tx1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52" name="Text Box 32"/>
          <p:cNvSpPr txBox="1">
            <a:spLocks noChangeArrowheads="1"/>
          </p:cNvSpPr>
          <p:nvPr/>
        </p:nvSpPr>
        <p:spPr bwMode="auto">
          <a:xfrm>
            <a:off x="5814640" y="3644901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为中空立体，</a:t>
            </a:r>
          </a:p>
        </p:txBody>
      </p:sp>
      <p:sp>
        <p:nvSpPr>
          <p:cNvPr id="30753" name="Text Box 33"/>
          <p:cNvSpPr txBox="1">
            <a:spLocks noChangeArrowheads="1"/>
          </p:cNvSpPr>
          <p:nvPr/>
        </p:nvSpPr>
        <p:spPr bwMode="auto">
          <a:xfrm>
            <a:off x="544140" y="4246563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法</a:t>
            </a:r>
            <a:r>
              <a:rPr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1：</a:t>
            </a:r>
          </a:p>
        </p:txBody>
      </p:sp>
      <p:graphicFrame>
        <p:nvGraphicFramePr>
          <p:cNvPr id="3075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11593"/>
              </p:ext>
            </p:extLst>
          </p:nvPr>
        </p:nvGraphicFramePr>
        <p:xfrm>
          <a:off x="1782391" y="4340226"/>
          <a:ext cx="60483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3" r:id="rId22" imgW="165506400" imgH="11887200" progId="">
                  <p:embed/>
                </p:oleObj>
              </mc:Choice>
              <mc:Fallback>
                <p:oleObj r:id="rId22" imgW="165506400" imgH="1188720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391" y="4340226"/>
                        <a:ext cx="6048375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881340"/>
              </p:ext>
            </p:extLst>
          </p:nvPr>
        </p:nvGraphicFramePr>
        <p:xfrm>
          <a:off x="1350590" y="5635626"/>
          <a:ext cx="23034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4" r:id="rId24" imgW="55473600" imgH="12496800" progId="">
                  <p:embed/>
                </p:oleObj>
              </mc:Choice>
              <mc:Fallback>
                <p:oleObj r:id="rId24" imgW="55473600" imgH="1249680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0590" y="5635626"/>
                        <a:ext cx="2303462" cy="51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6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613436"/>
              </p:ext>
            </p:extLst>
          </p:nvPr>
        </p:nvGraphicFramePr>
        <p:xfrm>
          <a:off x="6319465" y="5491163"/>
          <a:ext cx="14414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5" r:id="rId26" imgW="46634400" imgH="25908000" progId="">
                  <p:embed/>
                </p:oleObj>
              </mc:Choice>
              <mc:Fallback>
                <p:oleObj r:id="rId26" imgW="46634400" imgH="259080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9465" y="5491163"/>
                        <a:ext cx="144145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7" name="Rectangle 37"/>
          <p:cNvSpPr>
            <a:spLocks noChangeArrowheads="1"/>
          </p:cNvSpPr>
          <p:nvPr/>
        </p:nvSpPr>
        <p:spPr bwMode="auto">
          <a:xfrm>
            <a:off x="1250578" y="1981201"/>
            <a:ext cx="519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800" b="1" i="1">
                <a:solidFill>
                  <a:schemeClr val="accent2"/>
                </a:solidFill>
                <a:ea typeface="宋体" panose="02010600030101010101" pitchFamily="2" charset="-122"/>
              </a:rPr>
              <a:t>dy</a:t>
            </a:r>
          </a:p>
        </p:txBody>
      </p:sp>
      <p:sp>
        <p:nvSpPr>
          <p:cNvPr id="30758" name="Text Box 38"/>
          <p:cNvSpPr txBox="1">
            <a:spLocks noChangeArrowheads="1"/>
          </p:cNvSpPr>
          <p:nvPr/>
        </p:nvSpPr>
        <p:spPr bwMode="auto">
          <a:xfrm>
            <a:off x="1710952" y="4843463"/>
            <a:ext cx="777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宋体" panose="02010600030101010101" pitchFamily="2" charset="-122"/>
              </a:rPr>
              <a:t>− 曲边三角形绕 </a:t>
            </a:r>
            <a:r>
              <a:rPr lang="zh-CN" altLang="en-US" sz="2800" b="1" i="1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en-US" sz="2800" b="1">
                <a:ea typeface="宋体" panose="02010600030101010101" pitchFamily="2" charset="-122"/>
              </a:rPr>
              <a:t> 轴旋转所得立体体积</a:t>
            </a:r>
          </a:p>
        </p:txBody>
      </p:sp>
      <p:sp>
        <p:nvSpPr>
          <p:cNvPr id="30759" name="Oval 39"/>
          <p:cNvSpPr>
            <a:spLocks noChangeArrowheads="1"/>
          </p:cNvSpPr>
          <p:nvPr/>
        </p:nvSpPr>
        <p:spPr bwMode="auto">
          <a:xfrm>
            <a:off x="107577" y="1803400"/>
            <a:ext cx="3352800" cy="304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60" name="Line 41"/>
          <p:cNvSpPr>
            <a:spLocks noChangeShapeType="1"/>
          </p:cNvSpPr>
          <p:nvPr/>
        </p:nvSpPr>
        <p:spPr bwMode="auto">
          <a:xfrm>
            <a:off x="107577" y="2032000"/>
            <a:ext cx="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761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949661"/>
              </p:ext>
            </p:extLst>
          </p:nvPr>
        </p:nvGraphicFramePr>
        <p:xfrm>
          <a:off x="3798515" y="5491163"/>
          <a:ext cx="2519362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6" r:id="rId28" imgW="62484000" imgH="20726400" progId="">
                  <p:embed/>
                </p:oleObj>
              </mc:Choice>
              <mc:Fallback>
                <p:oleObj r:id="rId28" imgW="62484000" imgH="207264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515" y="5491163"/>
                        <a:ext cx="2519362" cy="836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2"/>
          <p:cNvGrpSpPr/>
          <p:nvPr/>
        </p:nvGrpSpPr>
        <p:grpSpPr bwMode="auto">
          <a:xfrm>
            <a:off x="1637928" y="1989138"/>
            <a:ext cx="2016125" cy="2089150"/>
            <a:chOff x="0" y="0"/>
            <a:chExt cx="1270" cy="1316"/>
          </a:xfrm>
        </p:grpSpPr>
        <p:grpSp>
          <p:nvGrpSpPr>
            <p:cNvPr id="21546" name="Group 43"/>
            <p:cNvGrpSpPr/>
            <p:nvPr/>
          </p:nvGrpSpPr>
          <p:grpSpPr bwMode="auto">
            <a:xfrm>
              <a:off x="0" y="0"/>
              <a:ext cx="1270" cy="1316"/>
              <a:chOff x="0" y="0"/>
              <a:chExt cx="1270" cy="1316"/>
            </a:xfrm>
          </p:grpSpPr>
          <p:grpSp>
            <p:nvGrpSpPr>
              <p:cNvPr id="21548" name="Group 44"/>
              <p:cNvGrpSpPr/>
              <p:nvPr/>
            </p:nvGrpSpPr>
            <p:grpSpPr bwMode="auto">
              <a:xfrm>
                <a:off x="0" y="0"/>
                <a:ext cx="1152" cy="1307"/>
                <a:chOff x="0" y="0"/>
                <a:chExt cx="1152" cy="1307"/>
              </a:xfrm>
            </p:grpSpPr>
            <p:sp>
              <p:nvSpPr>
                <p:cNvPr id="21550" name="Arc 46"/>
                <p:cNvSpPr/>
                <p:nvPr/>
              </p:nvSpPr>
              <p:spPr bwMode="auto">
                <a:xfrm rot="5400000" flipH="1" flipV="1">
                  <a:off x="240" y="-240"/>
                  <a:ext cx="672" cy="115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475E"/>
                    </a:gs>
                    <a:gs pos="100000">
                      <a:srgbClr val="0099CC"/>
                    </a:gs>
                  </a:gsLst>
                  <a:lin ang="5400000" scaled="1"/>
                </a:gradFill>
                <a:ln w="9525" cmpd="sng">
                  <a:solidFill>
                    <a:schemeClr val="tx1"/>
                  </a:solidFill>
                  <a:bevel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551" name="Arc 47"/>
                <p:cNvSpPr/>
                <p:nvPr/>
              </p:nvSpPr>
              <p:spPr bwMode="auto">
                <a:xfrm rot="16200000" flipH="1">
                  <a:off x="240" y="395"/>
                  <a:ext cx="672" cy="115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475E"/>
                    </a:gs>
                    <a:gs pos="100000">
                      <a:srgbClr val="0099CC"/>
                    </a:gs>
                  </a:gsLst>
                  <a:lin ang="5400000" scaled="1"/>
                </a:gradFill>
                <a:ln w="9525" cmpd="sng">
                  <a:solidFill>
                    <a:schemeClr val="tx1"/>
                  </a:solidFill>
                  <a:bevel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1549" name="Oval 48"/>
              <p:cNvSpPr>
                <a:spLocks noChangeArrowheads="1"/>
              </p:cNvSpPr>
              <p:nvPr/>
            </p:nvSpPr>
            <p:spPr bwMode="auto">
              <a:xfrm>
                <a:off x="998" y="0"/>
                <a:ext cx="272" cy="1316"/>
              </a:xfrm>
              <a:prstGeom prst="ellipse">
                <a:avLst/>
              </a:prstGeom>
              <a:solidFill>
                <a:srgbClr val="0066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1547" name="Line 49"/>
            <p:cNvSpPr>
              <a:spLocks noChangeShapeType="1"/>
            </p:cNvSpPr>
            <p:nvPr/>
          </p:nvSpPr>
          <p:spPr bwMode="auto">
            <a:xfrm flipH="1">
              <a:off x="998" y="680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49"/>
          <p:cNvGrpSpPr/>
          <p:nvPr/>
        </p:nvGrpSpPr>
        <p:grpSpPr bwMode="auto">
          <a:xfrm>
            <a:off x="126628" y="1773238"/>
            <a:ext cx="3311525" cy="1439862"/>
            <a:chOff x="0" y="0"/>
            <a:chExt cx="2086" cy="907"/>
          </a:xfrm>
        </p:grpSpPr>
        <p:sp>
          <p:nvSpPr>
            <p:cNvPr id="21544" name="AutoShape 51"/>
            <p:cNvSpPr>
              <a:spLocks noChangeArrowheads="1"/>
            </p:cNvSpPr>
            <p:nvPr/>
          </p:nvSpPr>
          <p:spPr bwMode="auto">
            <a:xfrm>
              <a:off x="0" y="0"/>
              <a:ext cx="2086" cy="907"/>
            </a:xfrm>
            <a:prstGeom prst="can">
              <a:avLst>
                <a:gd name="adj" fmla="val 25000"/>
              </a:avLst>
            </a:prstGeom>
            <a:gradFill rotWithShape="1">
              <a:gsLst>
                <a:gs pos="0">
                  <a:srgbClr val="00FFFF"/>
                </a:gs>
                <a:gs pos="50000">
                  <a:srgbClr val="007676"/>
                </a:gs>
                <a:gs pos="100000">
                  <a:srgbClr val="00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5" name="Line 52"/>
            <p:cNvSpPr>
              <a:spLocks noChangeShapeType="1"/>
            </p:cNvSpPr>
            <p:nvPr/>
          </p:nvSpPr>
          <p:spPr bwMode="auto">
            <a:xfrm>
              <a:off x="952" y="0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72" name="AutoShape 53"/>
          <p:cNvSpPr>
            <a:spLocks noChangeArrowheads="1"/>
          </p:cNvSpPr>
          <p:nvPr/>
        </p:nvSpPr>
        <p:spPr bwMode="auto">
          <a:xfrm>
            <a:off x="990228" y="2133601"/>
            <a:ext cx="1368425" cy="142875"/>
          </a:xfrm>
          <a:prstGeom prst="can">
            <a:avLst>
              <a:gd name="adj" fmla="val 25000"/>
            </a:avLst>
          </a:prstGeom>
          <a:solidFill>
            <a:srgbClr val="66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73" name="AutoShape 54"/>
          <p:cNvSpPr>
            <a:spLocks noChangeArrowheads="1"/>
          </p:cNvSpPr>
          <p:nvPr/>
        </p:nvSpPr>
        <p:spPr bwMode="auto">
          <a:xfrm rot="16200000" flipV="1">
            <a:off x="1603003" y="2960688"/>
            <a:ext cx="1584325" cy="215900"/>
          </a:xfrm>
          <a:prstGeom prst="can">
            <a:avLst>
              <a:gd name="adj" fmla="val 25000"/>
            </a:avLst>
          </a:prstGeom>
          <a:solidFill>
            <a:schemeClr val="accent1">
              <a:alpha val="47842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3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1000"/>
                                        <p:tgtEl>
                                          <p:spTgt spid="307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3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0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0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6" dur="500"/>
                                        <p:tgtEl>
                                          <p:spTgt spid="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1" dur="1000"/>
                                        <p:tgtEl>
                                          <p:spTgt spid="307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3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7" grpId="0" autoUpdateAnimBg="0"/>
      <p:bldP spid="30736" grpId="0" autoUpdateAnimBg="0"/>
      <p:bldP spid="30738" grpId="0" animBg="1" autoUpdateAnimBg="0"/>
      <p:bldP spid="30741" grpId="0" autoUpdateAnimBg="0"/>
      <p:bldP spid="30746" grpId="0" animBg="1" autoUpdateAnimBg="0"/>
      <p:bldP spid="30747" grpId="0" autoUpdateAnimBg="0"/>
      <p:bldP spid="30748" grpId="0" autoUpdateAnimBg="0"/>
      <p:bldP spid="30749" grpId="0" animBg="1" autoUpdateAnimBg="0"/>
      <p:bldP spid="30750" grpId="0" animBg="1" autoUpdateAnimBg="0"/>
      <p:bldP spid="30752" grpId="0" autoUpdateAnimBg="0"/>
      <p:bldP spid="30753" grpId="0" autoUpdateAnimBg="0"/>
      <p:bldP spid="30757" grpId="0" autoUpdateAnimBg="0"/>
      <p:bldP spid="30758" grpId="0" autoUpdateAnimBg="0"/>
      <p:bldP spid="30759" grpId="0" animBg="1" autoUpdateAnimBg="0"/>
      <p:bldP spid="30772" grpId="0" animBg="1" autoUpdateAnimBg="0"/>
      <p:bldP spid="30773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rc 2" descr="浅色竖线"/>
          <p:cNvSpPr/>
          <p:nvPr/>
        </p:nvSpPr>
        <p:spPr bwMode="auto">
          <a:xfrm rot="5400000" flipH="1" flipV="1">
            <a:off x="3601477" y="1204913"/>
            <a:ext cx="1066800" cy="19050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blipFill dpi="0" rotWithShape="0">
            <a:blip r:embed="rId3" cstate="print"/>
            <a:srcRect/>
            <a:tile tx="0" ty="0" sx="100000" sy="100000" flip="none" algn="tl"/>
          </a:blipFill>
          <a:ln w="9525" cmpd="sng">
            <a:solidFill>
              <a:schemeClr val="tx1"/>
            </a:solidFill>
            <a:bevel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1" name="Line 3"/>
          <p:cNvSpPr>
            <a:spLocks noChangeShapeType="1"/>
          </p:cNvSpPr>
          <p:nvPr/>
        </p:nvSpPr>
        <p:spPr bwMode="auto">
          <a:xfrm>
            <a:off x="802714" y="2708275"/>
            <a:ext cx="518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Line 4"/>
          <p:cNvSpPr>
            <a:spLocks noChangeShapeType="1"/>
          </p:cNvSpPr>
          <p:nvPr/>
        </p:nvSpPr>
        <p:spPr bwMode="auto">
          <a:xfrm>
            <a:off x="5087377" y="1624013"/>
            <a:ext cx="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4934977" y="2614613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2534" name="Line 6"/>
          <p:cNvSpPr>
            <a:spLocks noChangeShapeType="1"/>
          </p:cNvSpPr>
          <p:nvPr/>
        </p:nvSpPr>
        <p:spPr bwMode="auto">
          <a:xfrm flipH="1">
            <a:off x="3179203" y="1624013"/>
            <a:ext cx="1908175" cy="4762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5" name="Arc 7"/>
          <p:cNvSpPr/>
          <p:nvPr/>
        </p:nvSpPr>
        <p:spPr bwMode="auto">
          <a:xfrm flipH="1">
            <a:off x="3182377" y="1624013"/>
            <a:ext cx="1892300" cy="1066800"/>
          </a:xfrm>
          <a:custGeom>
            <a:avLst/>
            <a:gdLst>
              <a:gd name="T0" fmla="*/ 0 w 21878"/>
              <a:gd name="T1" fmla="*/ 2147483647 h 21600"/>
              <a:gd name="T2" fmla="*/ 2147483647 w 21878"/>
              <a:gd name="T3" fmla="*/ 2147483647 h 21600"/>
              <a:gd name="T4" fmla="*/ 2147483647 w 21878"/>
              <a:gd name="T5" fmla="*/ 2147483647 h 21600"/>
              <a:gd name="T6" fmla="*/ 0 60000 65536"/>
              <a:gd name="T7" fmla="*/ 0 60000 65536"/>
              <a:gd name="T8" fmla="*/ 0 60000 65536"/>
              <a:gd name="T9" fmla="*/ 0 w 21878"/>
              <a:gd name="T10" fmla="*/ 0 h 21600"/>
              <a:gd name="T11" fmla="*/ 21878 w 2187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878" h="21600" fill="none" extrusionOk="0">
                <a:moveTo>
                  <a:pt x="-1" y="1"/>
                </a:moveTo>
                <a:cubicBezTo>
                  <a:pt x="92" y="0"/>
                  <a:pt x="185" y="-1"/>
                  <a:pt x="278" y="0"/>
                </a:cubicBezTo>
                <a:cubicBezTo>
                  <a:pt x="12207" y="0"/>
                  <a:pt x="21878" y="9670"/>
                  <a:pt x="21878" y="21600"/>
                </a:cubicBezTo>
              </a:path>
              <a:path w="21878" h="21600" stroke="0" extrusionOk="0">
                <a:moveTo>
                  <a:pt x="-1" y="1"/>
                </a:moveTo>
                <a:cubicBezTo>
                  <a:pt x="92" y="0"/>
                  <a:pt x="185" y="-1"/>
                  <a:pt x="278" y="0"/>
                </a:cubicBezTo>
                <a:cubicBezTo>
                  <a:pt x="12207" y="0"/>
                  <a:pt x="21878" y="9670"/>
                  <a:pt x="21878" y="21600"/>
                </a:cubicBezTo>
                <a:lnTo>
                  <a:pt x="278" y="21600"/>
                </a:lnTo>
                <a:lnTo>
                  <a:pt x="-1" y="1"/>
                </a:lnTo>
                <a:close/>
              </a:path>
            </a:pathLst>
          </a:custGeom>
          <a:noFill/>
          <a:ln w="38100" cmpd="sng">
            <a:solidFill>
              <a:srgbClr val="FF3300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5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283792"/>
              </p:ext>
            </p:extLst>
          </p:nvPr>
        </p:nvGraphicFramePr>
        <p:xfrm>
          <a:off x="3250639" y="1268413"/>
          <a:ext cx="3810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5" r:id="rId4" imgW="14020800" imgH="10972800" progId="">
                  <p:embed/>
                </p:oleObj>
              </mc:Choice>
              <mc:Fallback>
                <p:oleObj r:id="rId4" imgW="14020800" imgH="109728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0639" y="1268413"/>
                        <a:ext cx="381000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3868177" y="1852613"/>
            <a:ext cx="1524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3715777" y="26146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b="1" i="1">
                <a:solidFill>
                  <a:schemeClr val="accent2"/>
                </a:solidFill>
                <a:ea typeface="宋体" panose="02010600030101010101" pitchFamily="2" charset="-122"/>
              </a:rPr>
              <a:t>dx</a:t>
            </a:r>
          </a:p>
        </p:txBody>
      </p:sp>
      <p:sp>
        <p:nvSpPr>
          <p:cNvPr id="22539" name="AutoShape 11"/>
          <p:cNvSpPr>
            <a:spLocks noChangeArrowheads="1"/>
          </p:cNvSpPr>
          <p:nvPr/>
        </p:nvSpPr>
        <p:spPr bwMode="auto">
          <a:xfrm>
            <a:off x="3034739" y="476250"/>
            <a:ext cx="457200" cy="457200"/>
          </a:xfrm>
          <a:prstGeom prst="curvedRightArrow">
            <a:avLst>
              <a:gd name="adj1" fmla="val 20000"/>
              <a:gd name="adj2" fmla="val 4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591577" y="3529013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法</a:t>
            </a:r>
            <a:r>
              <a:rPr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1505977" y="3529013"/>
            <a:ext cx="38862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柱壳法</a:t>
            </a:r>
          </a:p>
        </p:txBody>
      </p:sp>
      <p:graphicFrame>
        <p:nvGraphicFramePr>
          <p:cNvPr id="317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434235"/>
              </p:ext>
            </p:extLst>
          </p:nvPr>
        </p:nvGraphicFramePr>
        <p:xfrm>
          <a:off x="1580589" y="4244975"/>
          <a:ext cx="31242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6" r:id="rId6" imgW="78943200" imgH="20421600" progId="">
                  <p:embed/>
                </p:oleObj>
              </mc:Choice>
              <mc:Fallback>
                <p:oleObj r:id="rId6" imgW="78943200" imgH="204216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0589" y="4244975"/>
                        <a:ext cx="3124200" cy="808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056161"/>
              </p:ext>
            </p:extLst>
          </p:nvPr>
        </p:nvGraphicFramePr>
        <p:xfrm>
          <a:off x="1940953" y="5253039"/>
          <a:ext cx="148907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7" r:id="rId8" imgW="46634400" imgH="25908000" progId="">
                  <p:embed/>
                </p:oleObj>
              </mc:Choice>
              <mc:Fallback>
                <p:oleObj r:id="rId8" imgW="46634400" imgH="259080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0953" y="5253039"/>
                        <a:ext cx="1489075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758895"/>
              </p:ext>
            </p:extLst>
          </p:nvPr>
        </p:nvGraphicFramePr>
        <p:xfrm>
          <a:off x="3826903" y="1196976"/>
          <a:ext cx="196532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8" r:id="rId10" imgW="4600643" imgH="866685" progId="">
                  <p:embed/>
                </p:oleObj>
              </mc:Choice>
              <mc:Fallback>
                <p:oleObj r:id="rId10" imgW="4600643" imgH="866685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6903" y="1196976"/>
                        <a:ext cx="1965325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413041"/>
              </p:ext>
            </p:extLst>
          </p:nvPr>
        </p:nvGraphicFramePr>
        <p:xfrm>
          <a:off x="4749240" y="4244976"/>
          <a:ext cx="230346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9" r:id="rId12" imgW="62484000" imgH="20421600" progId="">
                  <p:embed/>
                </p:oleObj>
              </mc:Choice>
              <mc:Fallback>
                <p:oleObj r:id="rId12" imgW="62484000" imgH="204216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240" y="4244976"/>
                        <a:ext cx="2303463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46" name="Group 18"/>
          <p:cNvGrpSpPr/>
          <p:nvPr/>
        </p:nvGrpSpPr>
        <p:grpSpPr bwMode="auto">
          <a:xfrm>
            <a:off x="2891864" y="981075"/>
            <a:ext cx="3208338" cy="2133600"/>
            <a:chOff x="0" y="0"/>
            <a:chExt cx="2021" cy="1344"/>
          </a:xfrm>
        </p:grpSpPr>
        <p:sp>
          <p:nvSpPr>
            <p:cNvPr id="22557" name="Line 20"/>
            <p:cNvSpPr>
              <a:spLocks noChangeShapeType="1"/>
            </p:cNvSpPr>
            <p:nvPr/>
          </p:nvSpPr>
          <p:spPr bwMode="auto">
            <a:xfrm flipH="1" flipV="1">
              <a:off x="181" y="0"/>
              <a:ext cx="11" cy="13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58" name="Object 20"/>
            <p:cNvGraphicFramePr>
              <a:graphicFrameLocks noChangeAspect="1"/>
            </p:cNvGraphicFramePr>
            <p:nvPr/>
          </p:nvGraphicFramePr>
          <p:xfrm>
            <a:off x="1859" y="1179"/>
            <a:ext cx="162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0" r:id="rId14" imgW="6400800" imgH="6096000" progId="">
                    <p:embed/>
                  </p:oleObj>
                </mc:Choice>
                <mc:Fallback>
                  <p:oleObj r:id="rId14" imgW="6400800" imgH="6096000" progId="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9" y="1179"/>
                          <a:ext cx="162" cy="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9" name="Object 21"/>
            <p:cNvGraphicFramePr>
              <a:graphicFrameLocks noChangeAspect="1"/>
            </p:cNvGraphicFramePr>
            <p:nvPr/>
          </p:nvGraphicFramePr>
          <p:xfrm>
            <a:off x="0" y="0"/>
            <a:ext cx="159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1" r:id="rId16" imgW="7315200" imgH="8839200" progId="">
                    <p:embed/>
                  </p:oleObj>
                </mc:Choice>
                <mc:Fallback>
                  <p:oleObj r:id="rId16" imgW="7315200" imgH="8839200" progId="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59" cy="1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0" name="Object 22"/>
            <p:cNvGraphicFramePr>
              <a:graphicFrameLocks noChangeAspect="1"/>
            </p:cNvGraphicFramePr>
            <p:nvPr/>
          </p:nvGraphicFramePr>
          <p:xfrm>
            <a:off x="57" y="1180"/>
            <a:ext cx="109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2" r:id="rId18" imgW="5181600" imgH="7924800" progId="">
                    <p:embed/>
                  </p:oleObj>
                </mc:Choice>
                <mc:Fallback>
                  <p:oleObj r:id="rId18" imgW="5181600" imgH="792480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" y="1180"/>
                          <a:ext cx="109" cy="1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3"/>
          <p:cNvGrpSpPr/>
          <p:nvPr/>
        </p:nvGrpSpPr>
        <p:grpSpPr bwMode="auto">
          <a:xfrm>
            <a:off x="2458478" y="1700214"/>
            <a:ext cx="1584325" cy="1150937"/>
            <a:chOff x="0" y="0"/>
            <a:chExt cx="998" cy="725"/>
          </a:xfrm>
        </p:grpSpPr>
        <p:grpSp>
          <p:nvGrpSpPr>
            <p:cNvPr id="22549" name="Group 24"/>
            <p:cNvGrpSpPr/>
            <p:nvPr/>
          </p:nvGrpSpPr>
          <p:grpSpPr bwMode="auto">
            <a:xfrm>
              <a:off x="0" y="0"/>
              <a:ext cx="998" cy="725"/>
              <a:chOff x="0" y="0"/>
              <a:chExt cx="998" cy="725"/>
            </a:xfrm>
          </p:grpSpPr>
          <p:sp>
            <p:nvSpPr>
              <p:cNvPr id="22553" name="AutoShape 26"/>
              <p:cNvSpPr>
                <a:spLocks noChangeArrowheads="1"/>
              </p:cNvSpPr>
              <p:nvPr/>
            </p:nvSpPr>
            <p:spPr bwMode="auto">
              <a:xfrm>
                <a:off x="90" y="0"/>
                <a:ext cx="817" cy="672"/>
              </a:xfrm>
              <a:prstGeom prst="can">
                <a:avLst>
                  <a:gd name="adj" fmla="val 25000"/>
                </a:avLst>
              </a:prstGeom>
              <a:gradFill rotWithShape="1">
                <a:gsLst>
                  <a:gs pos="0">
                    <a:srgbClr val="FF9900"/>
                  </a:gs>
                  <a:gs pos="50000">
                    <a:srgbClr val="764700"/>
                  </a:gs>
                  <a:gs pos="100000">
                    <a:srgbClr val="FF9900"/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22554" name="Group 26"/>
              <p:cNvGrpSpPr/>
              <p:nvPr/>
            </p:nvGrpSpPr>
            <p:grpSpPr bwMode="auto">
              <a:xfrm>
                <a:off x="-7" y="-7"/>
                <a:ext cx="1014" cy="741"/>
                <a:chOff x="0" y="0"/>
                <a:chExt cx="1609344" cy="1176528"/>
              </a:xfrm>
            </p:grpSpPr>
            <p:pic>
              <p:nvPicPr>
                <p:cNvPr id="22555" name="AutoShape 27"/>
                <p:cNvPicPr>
                  <a:picLocks noChangeArrowheads="1"/>
                </p:cNvPicPr>
                <p:nvPr/>
              </p:nvPicPr>
              <p:blipFill>
                <a:blip r:embed="rId2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1609344" cy="11765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2556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1113" y="325090"/>
                  <a:ext cx="1584325" cy="6807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grpSp>
          <p:nvGrpSpPr>
            <p:cNvPr id="22550" name="Group 29"/>
            <p:cNvGrpSpPr/>
            <p:nvPr/>
          </p:nvGrpSpPr>
          <p:grpSpPr bwMode="auto">
            <a:xfrm>
              <a:off x="0" y="0"/>
              <a:ext cx="998" cy="181"/>
              <a:chOff x="0" y="0"/>
              <a:chExt cx="998" cy="181"/>
            </a:xfrm>
          </p:grpSpPr>
          <p:sp>
            <p:nvSpPr>
              <p:cNvPr id="22551" name="Oval 2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98" cy="18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52" name="Oval 30"/>
              <p:cNvSpPr>
                <a:spLocks noChangeArrowheads="1"/>
              </p:cNvSpPr>
              <p:nvPr/>
            </p:nvSpPr>
            <p:spPr bwMode="auto">
              <a:xfrm>
                <a:off x="91" y="45"/>
                <a:ext cx="817" cy="91"/>
              </a:xfrm>
              <a:prstGeom prst="ellipse">
                <a:avLst/>
              </a:prstGeom>
              <a:solidFill>
                <a:schemeClr val="hlink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31776" name="Line 31"/>
          <p:cNvSpPr>
            <a:spLocks noChangeShapeType="1"/>
          </p:cNvSpPr>
          <p:nvPr/>
        </p:nvSpPr>
        <p:spPr bwMode="auto">
          <a:xfrm>
            <a:off x="3179202" y="170021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3" grpId="0" animBg="1" autoUpdateAnimBg="0"/>
      <p:bldP spid="31754" grpId="0" autoUpdateAnimBg="0"/>
      <p:bldP spid="31756" grpId="0" autoUpdateAnimBg="0"/>
      <p:bldP spid="31757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5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148420"/>
              </p:ext>
            </p:extLst>
          </p:nvPr>
        </p:nvGraphicFramePr>
        <p:xfrm>
          <a:off x="2426631" y="224866"/>
          <a:ext cx="6858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6" name="公式" r:id="rId3" imgW="16459200" imgH="8229600" progId="">
                  <p:embed/>
                </p:oleObj>
              </mc:Choice>
              <mc:Fallback>
                <p:oleObj name="公式" r:id="rId3" imgW="16459200" imgH="82296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6631" y="224866"/>
                        <a:ext cx="6858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622221"/>
              </p:ext>
            </p:extLst>
          </p:nvPr>
        </p:nvGraphicFramePr>
        <p:xfrm>
          <a:off x="3615670" y="234391"/>
          <a:ext cx="6762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7" name="公式" r:id="rId5" imgW="16154400" imgH="8229600" progId="">
                  <p:embed/>
                </p:oleObj>
              </mc:Choice>
              <mc:Fallback>
                <p:oleObj name="公式" r:id="rId5" imgW="16154400" imgH="82296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5670" y="234391"/>
                        <a:ext cx="6762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20978"/>
              </p:ext>
            </p:extLst>
          </p:nvPr>
        </p:nvGraphicFramePr>
        <p:xfrm>
          <a:off x="6928781" y="234391"/>
          <a:ext cx="6858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8" name="公式" r:id="rId7" imgW="16459200" imgH="6705600" progId="">
                  <p:embed/>
                </p:oleObj>
              </mc:Choice>
              <mc:Fallback>
                <p:oleObj name="公式" r:id="rId7" imgW="16459200" imgH="67056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8781" y="234391"/>
                        <a:ext cx="685800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051455"/>
              </p:ext>
            </p:extLst>
          </p:nvPr>
        </p:nvGraphicFramePr>
        <p:xfrm>
          <a:off x="1012169" y="593166"/>
          <a:ext cx="28956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9" name="公式" r:id="rId9" imgW="69494400" imgH="19812000" progId="">
                  <p:embed/>
                </p:oleObj>
              </mc:Choice>
              <mc:Fallback>
                <p:oleObj name="公式" r:id="rId9" imgW="69494400" imgH="198120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169" y="593166"/>
                        <a:ext cx="289560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734846"/>
              </p:ext>
            </p:extLst>
          </p:nvPr>
        </p:nvGraphicFramePr>
        <p:xfrm>
          <a:off x="4779307" y="897965"/>
          <a:ext cx="23717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0" name="公式" r:id="rId11" imgW="56997600" imgH="8229600" progId="">
                  <p:embed/>
                </p:oleObj>
              </mc:Choice>
              <mc:Fallback>
                <p:oleObj name="公式" r:id="rId11" imgW="56997600" imgH="82296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9307" y="897965"/>
                        <a:ext cx="23717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985329"/>
              </p:ext>
            </p:extLst>
          </p:nvPr>
        </p:nvGraphicFramePr>
        <p:xfrm>
          <a:off x="7689195" y="917016"/>
          <a:ext cx="7524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1" name="公式" r:id="rId13" imgW="17983200" imgH="8229600" progId="">
                  <p:embed/>
                </p:oleObj>
              </mc:Choice>
              <mc:Fallback>
                <p:oleObj name="公式" r:id="rId13" imgW="17983200" imgH="82296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9195" y="917016"/>
                        <a:ext cx="7524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8" name="Rectangle 10"/>
          <p:cNvSpPr>
            <a:spLocks noChangeArrowheads="1"/>
          </p:cNvSpPr>
          <p:nvPr/>
        </p:nvSpPr>
        <p:spPr bwMode="auto">
          <a:xfrm>
            <a:off x="448606" y="71999"/>
            <a:ext cx="1630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14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579" name="Rectangle 11"/>
          <p:cNvSpPr>
            <a:spLocks noChangeArrowheads="1"/>
          </p:cNvSpPr>
          <p:nvPr/>
        </p:nvSpPr>
        <p:spPr bwMode="auto">
          <a:xfrm>
            <a:off x="3145770" y="89928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为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580" name="Rectangle 12"/>
          <p:cNvSpPr>
            <a:spLocks noChangeArrowheads="1"/>
          </p:cNvSpPr>
          <p:nvPr/>
        </p:nvSpPr>
        <p:spPr bwMode="auto">
          <a:xfrm>
            <a:off x="4244319" y="89928"/>
            <a:ext cx="2684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的原函数，且当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581" name="Rectangle 13"/>
          <p:cNvSpPr>
            <a:spLocks noChangeArrowheads="1"/>
          </p:cNvSpPr>
          <p:nvPr/>
        </p:nvSpPr>
        <p:spPr bwMode="auto">
          <a:xfrm>
            <a:off x="7614582" y="89928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时，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582" name="Rectangle 14"/>
          <p:cNvSpPr>
            <a:spLocks noChangeArrowheads="1"/>
          </p:cNvSpPr>
          <p:nvPr/>
        </p:nvSpPr>
        <p:spPr bwMode="auto">
          <a:xfrm>
            <a:off x="3876020" y="737628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已知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583" name="Rectangle 15"/>
          <p:cNvSpPr>
            <a:spLocks noChangeArrowheads="1"/>
          </p:cNvSpPr>
          <p:nvPr/>
        </p:nvSpPr>
        <p:spPr bwMode="auto">
          <a:xfrm>
            <a:off x="7114520" y="737628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求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95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759672"/>
              </p:ext>
            </p:extLst>
          </p:nvPr>
        </p:nvGraphicFramePr>
        <p:xfrm>
          <a:off x="2391707" y="1493279"/>
          <a:ext cx="448627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2" name="公式" r:id="rId15" imgW="107594400" imgH="19812000" progId="">
                  <p:embed/>
                </p:oleObj>
              </mc:Choice>
              <mc:Fallback>
                <p:oleObj name="公式" r:id="rId15" imgW="107594400" imgH="198120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1707" y="1493279"/>
                        <a:ext cx="4486275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8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245427"/>
              </p:ext>
            </p:extLst>
          </p:nvPr>
        </p:nvGraphicFramePr>
        <p:xfrm>
          <a:off x="656569" y="2393391"/>
          <a:ext cx="86487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3" name="公式" r:id="rId17" imgW="207873600" imgH="19812000" progId="">
                  <p:embed/>
                </p:oleObj>
              </mc:Choice>
              <mc:Fallback>
                <p:oleObj name="公式" r:id="rId17" imgW="207873600" imgH="198120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69" y="2393391"/>
                        <a:ext cx="864870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86" name="Rectangle 18"/>
          <p:cNvSpPr>
            <a:spLocks noChangeArrowheads="1"/>
          </p:cNvSpPr>
          <p:nvPr/>
        </p:nvSpPr>
        <p:spPr bwMode="auto">
          <a:xfrm>
            <a:off x="448606" y="1599174"/>
            <a:ext cx="10855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由 </a:t>
            </a:r>
            <a:endParaRPr lang="zh-CN" altLang="en-US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958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589775"/>
              </p:ext>
            </p:extLst>
          </p:nvPr>
        </p:nvGraphicFramePr>
        <p:xfrm>
          <a:off x="1832907" y="3330016"/>
          <a:ext cx="430847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4" name="公式" r:id="rId19" imgW="103632000" imgH="19812000" progId="">
                  <p:embed/>
                </p:oleObj>
              </mc:Choice>
              <mc:Fallback>
                <p:oleObj name="公式" r:id="rId19" imgW="103632000" imgH="198120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907" y="3330016"/>
                        <a:ext cx="4308475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9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9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9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8" grpId="0"/>
      <p:bldP spid="109579" grpId="0"/>
      <p:bldP spid="109580" grpId="0"/>
      <p:bldP spid="109581" grpId="0"/>
      <p:bldP spid="109582" grpId="0"/>
      <p:bldP spid="109583" grpId="0"/>
      <p:bldP spid="10958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7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038796"/>
              </p:ext>
            </p:extLst>
          </p:nvPr>
        </p:nvGraphicFramePr>
        <p:xfrm>
          <a:off x="2114178" y="333375"/>
          <a:ext cx="676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9" name="公式" r:id="rId3" imgW="16154400" imgH="8229600" progId="">
                  <p:embed/>
                </p:oleObj>
              </mc:Choice>
              <mc:Fallback>
                <p:oleObj name="公式" r:id="rId3" imgW="16154400" imgH="82296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178" y="333375"/>
                        <a:ext cx="6762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487270"/>
              </p:ext>
            </p:extLst>
          </p:nvPr>
        </p:nvGraphicFramePr>
        <p:xfrm>
          <a:off x="3674690" y="74613"/>
          <a:ext cx="4876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0" name="公式" r:id="rId5" imgW="117043200" imgH="18288000" progId="">
                  <p:embed/>
                </p:oleObj>
              </mc:Choice>
              <mc:Fallback>
                <p:oleObj name="公式" r:id="rId5" imgW="117043200" imgH="182880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4690" y="74613"/>
                        <a:ext cx="48768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2" name="Rectangle 6"/>
          <p:cNvSpPr>
            <a:spLocks noChangeArrowheads="1"/>
          </p:cNvSpPr>
          <p:nvPr/>
        </p:nvSpPr>
        <p:spPr bwMode="auto">
          <a:xfrm>
            <a:off x="416053" y="232884"/>
            <a:ext cx="18101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15 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已知</a:t>
            </a:r>
            <a:endParaRPr lang="zh-CN" altLang="en-US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6743" name="Rectangle 7"/>
          <p:cNvSpPr>
            <a:spLocks noChangeArrowheads="1"/>
          </p:cNvSpPr>
          <p:nvPr/>
        </p:nvSpPr>
        <p:spPr bwMode="auto">
          <a:xfrm>
            <a:off x="2763465" y="188913"/>
            <a:ext cx="1255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连续，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6744" name="Rectangle 8"/>
          <p:cNvSpPr>
            <a:spLocks noChangeArrowheads="1"/>
          </p:cNvSpPr>
          <p:nvPr/>
        </p:nvSpPr>
        <p:spPr bwMode="auto">
          <a:xfrm>
            <a:off x="8551490" y="232884"/>
            <a:ext cx="10855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. </a:t>
            </a:r>
            <a:endParaRPr lang="en-US" altLang="zh-CN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67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444023"/>
              </p:ext>
            </p:extLst>
          </p:nvPr>
        </p:nvGraphicFramePr>
        <p:xfrm>
          <a:off x="-197223" y="1265239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1" name="公式" r:id="rId7" imgW="2743200" imgH="5181600" progId="">
                  <p:embed/>
                </p:oleObj>
              </mc:Choice>
              <mc:Fallback>
                <p:oleObj name="公式" r:id="rId7" imgW="2743200" imgH="51816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97223" y="1265239"/>
                        <a:ext cx="11430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353529"/>
              </p:ext>
            </p:extLst>
          </p:nvPr>
        </p:nvGraphicFramePr>
        <p:xfrm>
          <a:off x="2339698" y="1037106"/>
          <a:ext cx="1177925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2" name="公式" r:id="rId9" imgW="28346400" imgH="7315200" progId="">
                  <p:embed/>
                </p:oleObj>
              </mc:Choice>
              <mc:Fallback>
                <p:oleObj name="公式" r:id="rId9" imgW="28346400" imgH="73152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698" y="1037106"/>
                        <a:ext cx="1177925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45593"/>
              </p:ext>
            </p:extLst>
          </p:nvPr>
        </p:nvGraphicFramePr>
        <p:xfrm>
          <a:off x="1779309" y="1541930"/>
          <a:ext cx="4114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3" name="公式" r:id="rId11" imgW="98755200" imgH="15544800" progId="">
                  <p:embed/>
                </p:oleObj>
              </mc:Choice>
              <mc:Fallback>
                <p:oleObj name="公式" r:id="rId11" imgW="98755200" imgH="155448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309" y="1541930"/>
                        <a:ext cx="41148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241820"/>
              </p:ext>
            </p:extLst>
          </p:nvPr>
        </p:nvGraphicFramePr>
        <p:xfrm>
          <a:off x="2287309" y="2332505"/>
          <a:ext cx="3390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4" name="公式" r:id="rId13" imgW="81381600" imgH="15544800" progId="">
                  <p:embed/>
                </p:oleObj>
              </mc:Choice>
              <mc:Fallback>
                <p:oleObj name="公式" r:id="rId13" imgW="81381600" imgH="155448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309" y="2332505"/>
                        <a:ext cx="33909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171960"/>
              </p:ext>
            </p:extLst>
          </p:nvPr>
        </p:nvGraphicFramePr>
        <p:xfrm>
          <a:off x="1282423" y="3053230"/>
          <a:ext cx="74199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5" name="公式" r:id="rId15" imgW="178003200" imgH="17373600" progId="">
                  <p:embed/>
                </p:oleObj>
              </mc:Choice>
              <mc:Fallback>
                <p:oleObj name="公式" r:id="rId15" imgW="178003200" imgH="173736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423" y="3053230"/>
                        <a:ext cx="7419975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51" name="Rectangle 15"/>
          <p:cNvSpPr>
            <a:spLocks noChangeArrowheads="1"/>
          </p:cNvSpPr>
          <p:nvPr/>
        </p:nvSpPr>
        <p:spPr bwMode="auto">
          <a:xfrm>
            <a:off x="564872" y="890589"/>
            <a:ext cx="10855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令</a:t>
            </a:r>
            <a:endParaRPr lang="zh-CN" altLang="en-US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6752" name="Rectangle 16"/>
          <p:cNvSpPr>
            <a:spLocks noChangeArrowheads="1"/>
          </p:cNvSpPr>
          <p:nvPr/>
        </p:nvSpPr>
        <p:spPr bwMode="auto">
          <a:xfrm>
            <a:off x="2869922" y="878356"/>
            <a:ext cx="1255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7143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得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398" name="Rectangle 17"/>
          <p:cNvSpPr>
            <a:spLocks noChangeArrowheads="1"/>
          </p:cNvSpPr>
          <p:nvPr/>
        </p:nvSpPr>
        <p:spPr bwMode="auto">
          <a:xfrm>
            <a:off x="-197223" y="3699997"/>
            <a:ext cx="10823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         </a:t>
            </a:r>
            <a:endParaRPr lang="en-US" altLang="zh-CN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675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3430654"/>
              </p:ext>
            </p:extLst>
          </p:nvPr>
        </p:nvGraphicFramePr>
        <p:xfrm>
          <a:off x="3157260" y="3989855"/>
          <a:ext cx="22383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6" name="公式" r:id="rId17" imgW="53644800" imgH="15544800" progId="">
                  <p:embed/>
                </p:oleObj>
              </mc:Choice>
              <mc:Fallback>
                <p:oleObj name="公式" r:id="rId17" imgW="53644800" imgH="155448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7260" y="3989855"/>
                        <a:ext cx="223837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5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444211"/>
              </p:ext>
            </p:extLst>
          </p:nvPr>
        </p:nvGraphicFramePr>
        <p:xfrm>
          <a:off x="3012798" y="4637555"/>
          <a:ext cx="7715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7" name="公式" r:id="rId19" imgW="18592800" imgH="17373600" progId="">
                  <p:embed/>
                </p:oleObj>
              </mc:Choice>
              <mc:Fallback>
                <p:oleObj name="公式" r:id="rId19" imgW="18592800" imgH="173736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2798" y="4637555"/>
                        <a:ext cx="771525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5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74285"/>
              </p:ext>
            </p:extLst>
          </p:nvPr>
        </p:nvGraphicFramePr>
        <p:xfrm>
          <a:off x="2941360" y="5286844"/>
          <a:ext cx="27717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8" name="公式" r:id="rId21" imgW="66446400" imgH="18897600" progId="">
                  <p:embed/>
                </p:oleObj>
              </mc:Choice>
              <mc:Fallback>
                <p:oleObj name="公式" r:id="rId21" imgW="66446400" imgH="188976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360" y="5286844"/>
                        <a:ext cx="277177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58" name="Rectangle 22"/>
          <p:cNvSpPr>
            <a:spLocks noChangeArrowheads="1"/>
          </p:cNvSpPr>
          <p:nvPr/>
        </p:nvSpPr>
        <p:spPr bwMode="auto">
          <a:xfrm>
            <a:off x="1403073" y="4044952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从而有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6759" name="Rectangle 23"/>
          <p:cNvSpPr>
            <a:spLocks noChangeArrowheads="1"/>
          </p:cNvSpPr>
          <p:nvPr/>
        </p:nvSpPr>
        <p:spPr bwMode="auto">
          <a:xfrm>
            <a:off x="1753909" y="4692652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令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6760" name="Rectangle 24"/>
          <p:cNvSpPr>
            <a:spLocks noChangeArrowheads="1"/>
          </p:cNvSpPr>
          <p:nvPr/>
        </p:nvSpPr>
        <p:spPr bwMode="auto">
          <a:xfrm>
            <a:off x="1690409" y="5411789"/>
            <a:ext cx="12650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得：    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6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6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6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16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2" grpId="0"/>
      <p:bldP spid="116743" grpId="0"/>
      <p:bldP spid="116744" grpId="0"/>
      <p:bldP spid="116751" grpId="0"/>
      <p:bldP spid="116752" grpId="0"/>
      <p:bldP spid="116758" grpId="0"/>
      <p:bldP spid="116759" grpId="0"/>
      <p:bldP spid="11676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434204"/>
              </p:ext>
            </p:extLst>
          </p:nvPr>
        </p:nvGraphicFramePr>
        <p:xfrm>
          <a:off x="1642781" y="289392"/>
          <a:ext cx="6762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3" name="公式" r:id="rId3" imgW="16154400" imgH="8229600" progId="">
                  <p:embed/>
                </p:oleObj>
              </mc:Choice>
              <mc:Fallback>
                <p:oleObj name="公式" r:id="rId3" imgW="16154400" imgH="82296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2781" y="289392"/>
                        <a:ext cx="6762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304879"/>
              </p:ext>
            </p:extLst>
          </p:nvPr>
        </p:nvGraphicFramePr>
        <p:xfrm>
          <a:off x="2817065" y="287245"/>
          <a:ext cx="60007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4" name="公式" r:id="rId5" imgW="14630400" imgH="7924800" progId="">
                  <p:embed/>
                </p:oleObj>
              </mc:Choice>
              <mc:Fallback>
                <p:oleObj name="公式" r:id="rId5" imgW="14630400" imgH="79248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065" y="287245"/>
                        <a:ext cx="600075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5045866"/>
              </p:ext>
            </p:extLst>
          </p:nvPr>
        </p:nvGraphicFramePr>
        <p:xfrm>
          <a:off x="6055565" y="287246"/>
          <a:ext cx="116522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5" name="公式" r:id="rId7" imgW="28041600" imgH="8229600" progId="">
                  <p:embed/>
                </p:oleObj>
              </mc:Choice>
              <mc:Fallback>
                <p:oleObj name="公式" r:id="rId7" imgW="28041600" imgH="82296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5565" y="287246"/>
                        <a:ext cx="116522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236452"/>
              </p:ext>
            </p:extLst>
          </p:nvPr>
        </p:nvGraphicFramePr>
        <p:xfrm>
          <a:off x="1111249" y="728011"/>
          <a:ext cx="33337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6" name="公式" r:id="rId9" imgW="80162400" imgH="17678400" progId="">
                  <p:embed/>
                </p:oleObj>
              </mc:Choice>
              <mc:Fallback>
                <p:oleObj name="公式" r:id="rId9" imgW="80162400" imgH="176784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49" y="728011"/>
                        <a:ext cx="333375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8" name="Rectangle 8"/>
          <p:cNvSpPr>
            <a:spLocks noChangeArrowheads="1"/>
          </p:cNvSpPr>
          <p:nvPr/>
        </p:nvSpPr>
        <p:spPr bwMode="auto">
          <a:xfrm>
            <a:off x="339724" y="149694"/>
            <a:ext cx="14494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16 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369" name="Rectangle 9"/>
          <p:cNvSpPr>
            <a:spLocks noChangeArrowheads="1"/>
          </p:cNvSpPr>
          <p:nvPr/>
        </p:nvSpPr>
        <p:spPr bwMode="auto">
          <a:xfrm>
            <a:off x="2301126" y="126442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1800" dirty="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370" name="Rectangle 10"/>
          <p:cNvSpPr>
            <a:spLocks noChangeArrowheads="1"/>
          </p:cNvSpPr>
          <p:nvPr/>
        </p:nvSpPr>
        <p:spPr bwMode="auto">
          <a:xfrm>
            <a:off x="3345701" y="140729"/>
            <a:ext cx="27991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上有连续导数</a:t>
            </a:r>
            <a:r>
              <a:rPr lang="en-US" altLang="zh-CN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且</a:t>
            </a:r>
            <a:endParaRPr lang="zh-CN" altLang="en-US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371" name="Rectangle 11"/>
          <p:cNvSpPr>
            <a:spLocks noChangeArrowheads="1"/>
          </p:cNvSpPr>
          <p:nvPr/>
        </p:nvSpPr>
        <p:spPr bwMode="auto">
          <a:xfrm>
            <a:off x="6873126" y="140729"/>
            <a:ext cx="14237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求证</a:t>
            </a:r>
            <a:r>
              <a:rPr lang="en-US" altLang="zh-CN" sz="2800" b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: </a:t>
            </a:r>
            <a:endParaRPr lang="en-US" altLang="zh-CN" sz="1800"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33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214738"/>
              </p:ext>
            </p:extLst>
          </p:nvPr>
        </p:nvGraphicFramePr>
        <p:xfrm>
          <a:off x="1776413" y="1520174"/>
          <a:ext cx="25241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7" name="公式" r:id="rId11" imgW="60655200" imgH="15544800" progId="">
                  <p:embed/>
                </p:oleObj>
              </mc:Choice>
              <mc:Fallback>
                <p:oleObj name="公式" r:id="rId11" imgW="60655200" imgH="155448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1520174"/>
                        <a:ext cx="2524125" cy="65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018218"/>
              </p:ext>
            </p:extLst>
          </p:nvPr>
        </p:nvGraphicFramePr>
        <p:xfrm>
          <a:off x="1479549" y="2188511"/>
          <a:ext cx="30368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8" name="公式" r:id="rId13" imgW="72847200" imgH="14630400" progId="">
                  <p:embed/>
                </p:oleObj>
              </mc:Choice>
              <mc:Fallback>
                <p:oleObj name="公式" r:id="rId13" imgW="72847200" imgH="146304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49" y="2188511"/>
                        <a:ext cx="3036888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982501"/>
              </p:ext>
            </p:extLst>
          </p:nvPr>
        </p:nvGraphicFramePr>
        <p:xfrm>
          <a:off x="3568700" y="2960035"/>
          <a:ext cx="18272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9" name="公式" r:id="rId15" imgW="43891200" imgH="15544800" progId="">
                  <p:embed/>
                </p:oleObj>
              </mc:Choice>
              <mc:Fallback>
                <p:oleObj name="公式" r:id="rId15" imgW="43891200" imgH="155448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700" y="2960035"/>
                        <a:ext cx="1827213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565793"/>
              </p:ext>
            </p:extLst>
          </p:nvPr>
        </p:nvGraphicFramePr>
        <p:xfrm>
          <a:off x="1479549" y="3752199"/>
          <a:ext cx="61341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0" name="公式" r:id="rId17" imgW="147218400" imgH="17678400" progId="">
                  <p:embed/>
                </p:oleObj>
              </mc:Choice>
              <mc:Fallback>
                <p:oleObj name="公式" r:id="rId17" imgW="147218400" imgH="176784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49" y="3752199"/>
                        <a:ext cx="61341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76" name="Rectangle 16"/>
          <p:cNvSpPr>
            <a:spLocks noChangeArrowheads="1"/>
          </p:cNvSpPr>
          <p:nvPr/>
        </p:nvSpPr>
        <p:spPr bwMode="auto">
          <a:xfrm>
            <a:off x="406399" y="1591144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 </a:t>
            </a:r>
            <a:endParaRPr lang="en-US" altLang="zh-CN" sz="1800" dirty="0">
              <a:solidFill>
                <a:srgbClr val="0000FF"/>
              </a:solidFill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337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930618"/>
              </p:ext>
            </p:extLst>
          </p:nvPr>
        </p:nvGraphicFramePr>
        <p:xfrm>
          <a:off x="4567238" y="2209148"/>
          <a:ext cx="246062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1" name="公式" r:id="rId19" imgW="61874400" imgH="15544800" progId="">
                  <p:embed/>
                </p:oleObj>
              </mc:Choice>
              <mc:Fallback>
                <p:oleObj name="公式" r:id="rId19" imgW="61874400" imgH="155448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2209148"/>
                        <a:ext cx="2460625" cy="639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598487"/>
              </p:ext>
            </p:extLst>
          </p:nvPr>
        </p:nvGraphicFramePr>
        <p:xfrm>
          <a:off x="5502275" y="2960035"/>
          <a:ext cx="17510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2" name="公式" r:id="rId21" imgW="42062400" imgH="15544800" progId="">
                  <p:embed/>
                </p:oleObj>
              </mc:Choice>
              <mc:Fallback>
                <p:oleObj name="公式" r:id="rId21" imgW="42062400" imgH="155448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2275" y="2960035"/>
                        <a:ext cx="1751013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3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3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3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8" grpId="0"/>
      <p:bldP spid="143369" grpId="0"/>
      <p:bldP spid="143370" grpId="0"/>
      <p:bldP spid="143371" grpId="0"/>
      <p:bldP spid="143376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576</Words>
  <Application>Microsoft Office PowerPoint</Application>
  <PresentationFormat>宽屏</PresentationFormat>
  <Paragraphs>168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等线</vt:lpstr>
      <vt:lpstr>等线 Light</vt:lpstr>
      <vt:lpstr>黑体</vt:lpstr>
      <vt:lpstr>隶书</vt:lpstr>
      <vt:lpstr>宋体</vt:lpstr>
      <vt:lpstr>Arial</vt:lpstr>
      <vt:lpstr>Times New Roman</vt:lpstr>
      <vt:lpstr>Office 主题​​</vt:lpstr>
      <vt:lpstr>公式</vt:lpstr>
      <vt:lpstr>Equation</vt:lpstr>
      <vt:lpstr>MathType 6.0 Equation</vt:lpstr>
      <vt:lpstr>第三章总复习课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例8. 求多项式 f (x) 使它满足方程</vt:lpstr>
      <vt:lpstr>例9 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例1. 求</dc:title>
  <dc:creator>Windows</dc:creator>
  <cp:lastModifiedBy>wuhz0929@hotmail.com</cp:lastModifiedBy>
  <cp:revision>37</cp:revision>
  <dcterms:created xsi:type="dcterms:W3CDTF">2018-12-12T07:31:00Z</dcterms:created>
  <dcterms:modified xsi:type="dcterms:W3CDTF">2023-12-19T11:22:59Z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2052-10.8.0.6058</vt:lpwstr>
  </property>
</Properties>
</file>