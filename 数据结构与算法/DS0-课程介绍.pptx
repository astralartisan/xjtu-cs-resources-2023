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6" r:id="rId2"/>
    <p:sldMasterId id="2147483684" r:id="rId3"/>
  </p:sldMasterIdLst>
  <p:notesMasterIdLst>
    <p:notesMasterId r:id="rId9"/>
  </p:notesMasterIdLst>
  <p:sldIdLst>
    <p:sldId id="256" r:id="rId4"/>
    <p:sldId id="309" r:id="rId5"/>
    <p:sldId id="308" r:id="rId6"/>
    <p:sldId id="311" r:id="rId7"/>
    <p:sldId id="310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9021" autoAdjust="0"/>
  </p:normalViewPr>
  <p:slideViewPr>
    <p:cSldViewPr>
      <p:cViewPr varScale="1">
        <p:scale>
          <a:sx n="113" d="100"/>
          <a:sy n="113" d="100"/>
        </p:scale>
        <p:origin x="-158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E0F23-7647-4B36-9C97-19CCD522EF7A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69DCB-FF39-4F68-98DD-2F5951AA3D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6748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56" y="719756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94" y="6457807"/>
            <a:ext cx="1123132" cy="227149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" y="44624"/>
            <a:ext cx="430724" cy="43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539259" y="446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数据结构与算法</a:t>
            </a:r>
            <a:endParaRPr lang="zh-CN" altLang="en-US" i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西安交通大学计算机科学与技术系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8244408" y="6441217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55515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03162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50144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2391555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61470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898146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853672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908598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04038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6531617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33119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80632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56" y="719756"/>
            <a:ext cx="7520940" cy="548640"/>
          </a:xfr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94" y="6457807"/>
            <a:ext cx="1123132" cy="227149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" y="44624"/>
            <a:ext cx="430724" cy="431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539259" y="446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 smtClean="0">
                <a:latin typeface="方正舒体" panose="02010601030101010101" pitchFamily="2" charset="-122"/>
                <a:ea typeface="方正舒体" panose="02010601030101010101" pitchFamily="2" charset="-122"/>
              </a:rPr>
              <a:t>数据结构与算法</a:t>
            </a:r>
            <a:endParaRPr lang="zh-CN" altLang="en-US" i="1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779912" y="6453336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西安交通大学计算机科学与技术系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8604448" y="644121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6FB1EF2-4E04-428D-9A98-735957314976}" type="slidenum">
              <a:rPr lang="zh-CN" altLang="en-US" smtClean="0">
                <a:solidFill>
                  <a:schemeClr val="bg1"/>
                </a:solidFill>
              </a:rPr>
              <a:pPr/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1963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07199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79685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423984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536931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8743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7861872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142459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8641309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281126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406159"/>
            <a:ext cx="3574257" cy="451842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406159"/>
            <a:ext cx="9146380" cy="45184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6512" y="6485577"/>
            <a:ext cx="1123132" cy="227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539056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382464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BC88B-86D0-4C5A-8106-4E1D2EEFBB48}" type="datetimeFigureOut">
              <a:rPr lang="zh-CN" altLang="en-US" smtClean="0"/>
              <a:pPr/>
              <a:t>2024/9/9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FCB47-DC5A-497A-8E18-9628600860A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8603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6406159"/>
            <a:ext cx="3574257" cy="451842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6406159"/>
            <a:ext cx="9146380" cy="451842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6512" y="6485577"/>
            <a:ext cx="1123132" cy="227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altLang="zh-CN" smtClean="0"/>
              <a:t>2016/2/5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539056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382464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374758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800"/>
        </a:spcBef>
        <a:buFont typeface="Arial" pitchFamily="34" charset="0"/>
        <a:buNone/>
        <a:defRPr sz="2400" b="1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173736" indent="-173736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2pPr>
      <a:lvl3pPr marL="402336" indent="-164592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3pPr>
      <a:lvl4pPr marL="630936" indent="-164592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4pPr>
      <a:lvl5pPr marL="859536" indent="-173736" algn="l" defTabSz="914400" rtl="0" eaLnBrk="1" latinLnBrk="0" hangingPunct="1">
        <a:lnSpc>
          <a:spcPct val="120000"/>
        </a:lnSpc>
        <a:spcBef>
          <a:spcPts val="3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9592" y="2132856"/>
            <a:ext cx="46805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、课程的性质及任务</a:t>
            </a:r>
            <a:endParaRPr lang="en-US" altLang="zh-CN" sz="2800" dirty="0" smtClean="0">
              <a:latin typeface="+mn-ea"/>
            </a:endParaRPr>
          </a:p>
          <a:p>
            <a:endParaRPr lang="en-US" altLang="zh-CN" sz="2800" dirty="0" smtClean="0">
              <a:latin typeface="+mn-ea"/>
            </a:endParaRPr>
          </a:p>
          <a:p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、课程内容</a:t>
            </a:r>
            <a:endParaRPr lang="en-US" altLang="zh-CN" sz="2800" dirty="0" smtClean="0">
              <a:latin typeface="+mn-ea"/>
            </a:endParaRPr>
          </a:p>
          <a:p>
            <a:endParaRPr lang="en-US" altLang="zh-CN" sz="2800" dirty="0" smtClean="0">
              <a:latin typeface="+mn-ea"/>
            </a:endParaRPr>
          </a:p>
          <a:p>
            <a:r>
              <a:rPr lang="en-US" altLang="zh-CN" sz="2800" dirty="0" smtClean="0">
                <a:latin typeface="+mn-ea"/>
              </a:rPr>
              <a:t>3</a:t>
            </a:r>
            <a:r>
              <a:rPr lang="zh-CN" altLang="en-US" sz="2800" dirty="0" smtClean="0">
                <a:latin typeface="+mn-ea"/>
              </a:rPr>
              <a:t>、课程学习方法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844824"/>
            <a:ext cx="79928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 smtClean="0"/>
              <a:t> </a:t>
            </a:r>
            <a:r>
              <a:rPr lang="en-US" altLang="zh-CN" sz="3200" dirty="0" smtClean="0"/>
              <a:t>       </a:t>
            </a:r>
            <a:r>
              <a:rPr lang="zh-CN" altLang="zh-CN" sz="3200" dirty="0" smtClean="0"/>
              <a:t>课程的性质是计算机科学中一门综合性的专业基础课程，是介于数学、计算机硬件和计算机软件三者之间的一门核心课程</a:t>
            </a:r>
            <a:r>
              <a:rPr lang="zh-CN" altLang="en-US" sz="3200" dirty="0" smtClean="0"/>
              <a:t>，</a:t>
            </a:r>
            <a:r>
              <a:rPr lang="zh-CN" altLang="zh-CN" sz="3200" dirty="0" smtClean="0"/>
              <a:t>是编程的必备基础。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844824"/>
            <a:ext cx="79928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课程内容：</a:t>
            </a:r>
            <a:endParaRPr lang="en-US" altLang="zh-CN" sz="3200" dirty="0" smtClean="0">
              <a:latin typeface="+mn-ea"/>
            </a:endParaRPr>
          </a:p>
          <a:p>
            <a:endParaRPr lang="en-US" altLang="zh-CN" sz="3200" dirty="0" smtClean="0">
              <a:latin typeface="+mn-ea"/>
            </a:endParaRPr>
          </a:p>
          <a:p>
            <a:r>
              <a:rPr lang="zh-CN" altLang="en-US" sz="3200" dirty="0" smtClean="0"/>
              <a:t>    </a:t>
            </a:r>
            <a:r>
              <a:rPr lang="zh-CN" altLang="en-US" sz="2800" dirty="0" smtClean="0"/>
              <a:t>数据结构涵盖数据线性表、栈、队列、串、数组和广义表、树、图等内容，算法部分涵盖查找、排序、递推、枚举、递归、贪心、数值、实用算法等内容。</a:t>
            </a:r>
            <a:endParaRPr lang="en-US" altLang="zh-CN" sz="2800" dirty="0" smtClean="0">
              <a:latin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158" y="1285860"/>
            <a:ext cx="799288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dirty="0" smtClean="0"/>
              <a:t>课程</a:t>
            </a:r>
            <a:r>
              <a:rPr lang="zh-CN" altLang="zh-CN" sz="3200" dirty="0" smtClean="0"/>
              <a:t>的</a:t>
            </a:r>
            <a:r>
              <a:rPr lang="zh-CN" altLang="zh-CN" sz="3200" dirty="0" smtClean="0"/>
              <a:t>任务</a:t>
            </a:r>
            <a:r>
              <a:rPr lang="zh-CN" altLang="en-US" sz="3200" dirty="0" smtClean="0"/>
              <a:t>：</a:t>
            </a:r>
            <a:endParaRPr lang="en-US" altLang="zh-CN" sz="3200" dirty="0" smtClean="0"/>
          </a:p>
          <a:p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学会</a:t>
            </a:r>
            <a:r>
              <a:rPr lang="zh-CN" altLang="zh-CN" sz="3200" dirty="0" smtClean="0"/>
              <a:t>分析研究计算机加工的数据结构的特性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2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培养</a:t>
            </a:r>
            <a:r>
              <a:rPr lang="zh-CN" altLang="zh-CN" sz="3200" dirty="0" smtClean="0"/>
              <a:t>数据抽象的能力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3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训练进行</a:t>
            </a:r>
            <a:r>
              <a:rPr lang="zh-CN" altLang="zh-CN" sz="3200" dirty="0" smtClean="0"/>
              <a:t>复杂程序设计的技能和培养良好程序设计的习惯</a:t>
            </a:r>
            <a:r>
              <a:rPr lang="en-US" altLang="zh-CN" sz="3200" dirty="0" smtClean="0"/>
              <a:t>;</a:t>
            </a:r>
          </a:p>
          <a:p>
            <a:r>
              <a:rPr lang="en-US" altLang="zh-CN" sz="3200" dirty="0" smtClean="0"/>
              <a:t>4</a:t>
            </a:r>
            <a:r>
              <a:rPr lang="zh-CN" altLang="en-US" sz="3200" dirty="0" smtClean="0"/>
              <a:t>、</a:t>
            </a:r>
            <a:r>
              <a:rPr lang="zh-CN" altLang="zh-CN" sz="3200" dirty="0" smtClean="0"/>
              <a:t>初步</a:t>
            </a:r>
            <a:r>
              <a:rPr lang="zh-CN" altLang="zh-CN" sz="3200" dirty="0" smtClean="0"/>
              <a:t>掌握算法的时间分析和空间分析的技术。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779912" y="116632"/>
            <a:ext cx="3367276" cy="5760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课程介绍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167336" y="6425952"/>
            <a:ext cx="5976664" cy="432048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i="1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西安交通大学计算机科学与技术系</a:t>
            </a:r>
            <a:endParaRPr lang="en-US" altLang="zh-CN" sz="1800" i="1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798104" cy="79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933802" y="146299"/>
            <a:ext cx="2414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  <a:cs typeface="+mj-cs"/>
              </a:rPr>
              <a:t>数据结构与算法</a:t>
            </a:r>
            <a:endParaRPr lang="zh-CN" altLang="en-US" sz="2400" dirty="0"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5589240"/>
            <a:ext cx="37862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任课教师：张亚明老师</a:t>
            </a:r>
            <a:endParaRPr lang="zh-CN" altLang="en-US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5589240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  <a:sym typeface="Calibri" pitchFamily="34" charset="0"/>
              </a:rPr>
              <a:t>联系方式：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13909271400</a:t>
            </a:r>
          </a:p>
          <a:p>
            <a:r>
              <a:rPr lang="zh-CN" altLang="en-US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邮箱：</a:t>
            </a:r>
            <a:r>
              <a:rPr lang="en-US" altLang="zh-CN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  <a:sym typeface="Calibri" pitchFamily="34" charset="0"/>
              </a:rPr>
              <a:t>22068319@qq.com</a:t>
            </a:r>
            <a:endParaRPr lang="zh-CN" altLang="en-US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528" y="1700808"/>
            <a:ext cx="8249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/>
              <a:t>        </a:t>
            </a:r>
            <a:r>
              <a:rPr lang="zh-CN" altLang="zh-CN" sz="3200" dirty="0" smtClean="0"/>
              <a:t>课程的</a:t>
            </a:r>
            <a:r>
              <a:rPr lang="zh-CN" altLang="en-US" sz="3200" dirty="0" smtClean="0"/>
              <a:t>学习方法：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en-US" altLang="zh-CN" sz="3200" dirty="0" smtClean="0"/>
              <a:t>1</a:t>
            </a:r>
            <a:r>
              <a:rPr lang="zh-CN" altLang="zh-CN" sz="3200" dirty="0" smtClean="0"/>
              <a:t>．明确</a:t>
            </a:r>
            <a:r>
              <a:rPr lang="zh-CN" altLang="en-US" sz="3200" dirty="0" smtClean="0"/>
              <a:t>课程</a:t>
            </a:r>
            <a:r>
              <a:rPr lang="zh-CN" altLang="zh-CN" sz="3200" dirty="0" smtClean="0"/>
              <a:t>的重要性，树立学好</a:t>
            </a:r>
            <a:r>
              <a:rPr lang="zh-CN" altLang="en-US" sz="3200" dirty="0" smtClean="0"/>
              <a:t>课程</a:t>
            </a:r>
            <a:r>
              <a:rPr lang="zh-CN" altLang="zh-CN" sz="3200" dirty="0" smtClean="0"/>
              <a:t>的信心</a:t>
            </a:r>
            <a:endParaRPr lang="en-US" altLang="zh-CN" sz="3200" dirty="0" smtClean="0"/>
          </a:p>
          <a:p>
            <a:r>
              <a:rPr lang="en-US" altLang="zh-CN" sz="3200" dirty="0" smtClean="0"/>
              <a:t>2</a:t>
            </a:r>
            <a:r>
              <a:rPr lang="zh-CN" altLang="zh-CN" sz="3200" dirty="0" smtClean="0"/>
              <a:t>．熟练掌握程序设计语言</a:t>
            </a:r>
            <a:endParaRPr lang="en-US" altLang="zh-CN" sz="3200" dirty="0" smtClean="0"/>
          </a:p>
          <a:p>
            <a:r>
              <a:rPr lang="en-US" altLang="zh-CN" sz="3200" dirty="0" smtClean="0"/>
              <a:t>3</a:t>
            </a:r>
            <a:r>
              <a:rPr lang="zh-CN" altLang="zh-CN" sz="3200" dirty="0" smtClean="0"/>
              <a:t>．结合生活实际，变抽象为具体</a:t>
            </a:r>
            <a:endParaRPr lang="en-US" altLang="zh-CN" sz="3200" dirty="0" smtClean="0"/>
          </a:p>
          <a:p>
            <a:r>
              <a:rPr lang="en-US" altLang="zh-CN" sz="3200" dirty="0" smtClean="0"/>
              <a:t>4</a:t>
            </a:r>
            <a:r>
              <a:rPr lang="zh-CN" altLang="zh-CN" sz="3200" dirty="0" smtClean="0"/>
              <a:t>．多思考，多上机实践</a:t>
            </a:r>
          </a:p>
        </p:txBody>
      </p:sp>
    </p:spTree>
    <p:extLst>
      <p:ext uri="{BB962C8B-B14F-4D97-AF65-F5344CB8AC3E}">
        <p14:creationId xmlns="" xmlns:p14="http://schemas.microsoft.com/office/powerpoint/2010/main" val="9552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1236</TotalTime>
  <Words>305</Words>
  <Application>Microsoft Office PowerPoint</Application>
  <PresentationFormat>全屏显示(4:3)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角度</vt:lpstr>
      <vt:lpstr>自定义设计方案</vt:lpstr>
      <vt:lpstr>1_角度</vt:lpstr>
      <vt:lpstr>课程介绍</vt:lpstr>
      <vt:lpstr>课程介绍</vt:lpstr>
      <vt:lpstr>课程介绍</vt:lpstr>
      <vt:lpstr>课程介绍</vt:lpstr>
      <vt:lpstr>课程介绍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数据结构与  算法设计</dc:title>
  <dc:creator>Admin</dc:creator>
  <cp:lastModifiedBy>admin</cp:lastModifiedBy>
  <cp:revision>135</cp:revision>
  <dcterms:created xsi:type="dcterms:W3CDTF">2016-02-05T04:04:20Z</dcterms:created>
  <dcterms:modified xsi:type="dcterms:W3CDTF">2024-09-09T02:20:04Z</dcterms:modified>
</cp:coreProperties>
</file>