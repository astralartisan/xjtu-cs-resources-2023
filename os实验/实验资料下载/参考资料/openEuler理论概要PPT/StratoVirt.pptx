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embedTrueTypeFonts="1" saveSubsetFonts="1">
  <p:sldMasterIdLst>
    <p:sldMasterId id="2147483841" r:id="rId4"/>
    <p:sldMasterId id="2147483825" r:id="rId5"/>
    <p:sldMasterId id="2147483848" r:id="rId6"/>
    <p:sldMasterId id="2147483867" r:id="rId7"/>
  </p:sldMasterIdLst>
  <p:notesMasterIdLst>
    <p:notesMasterId r:id="rId15"/>
  </p:notesMasterIdLst>
  <p:handoutMasterIdLst>
    <p:handoutMasterId r:id="rId16"/>
  </p:handoutMasterIdLst>
  <p:sldIdLst>
    <p:sldId id="302" r:id="rId8"/>
    <p:sldId id="303" r:id="rId9"/>
    <p:sldId id="304" r:id="rId10"/>
    <p:sldId id="305" r:id="rId11"/>
    <p:sldId id="306" r:id="rId12"/>
    <p:sldId id="308" r:id="rId13"/>
    <p:sldId id="307" r:id="rId14"/>
  </p:sldIdLst>
  <p:sldSz cx="12192000" cy="6858000"/>
  <p:notesSz cx="7010400" cy="9296400"/>
  <p:embeddedFontLst>
    <p:embeddedFont>
      <p:font typeface="方正兰亭黑简体" panose="02010600030101010101" charset="-122"/>
      <p:regular r:id="rId17"/>
    </p:embeddedFont>
    <p:embeddedFont>
      <p:font typeface="Microsoft YaHei" panose="020B0503020204020204" pitchFamily="34" charset="-122"/>
      <p:regular r:id="rId18"/>
      <p:bold r:id="rId19"/>
    </p:embeddedFont>
    <p:embeddedFont>
      <p:font typeface="Microsoft YaHei" panose="020B0503020204020204" pitchFamily="34" charset="-122"/>
      <p:regular r:id="rId18"/>
      <p:bold r:id="rId19"/>
    </p:embeddedFont>
    <p:embeddedFont>
      <p:font typeface="Huawei Sans" panose="020B0604020202020204" charset="0"/>
      <p:regular r:id="rId20"/>
      <p:bold r:id="rId21"/>
    </p:embeddedFont>
  </p:embeddedFontLst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4040"/>
    <a:srgbClr val="EBEBEB"/>
    <a:srgbClr val="151515"/>
    <a:srgbClr val="C7000B"/>
    <a:srgbClr val="575756"/>
    <a:srgbClr val="FFFFFF"/>
    <a:srgbClr val="DD4654"/>
    <a:srgbClr val="F3D2D5"/>
    <a:srgbClr val="E6A8AD"/>
    <a:srgbClr val="E57B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6176" autoAdjust="0"/>
  </p:normalViewPr>
  <p:slideViewPr>
    <p:cSldViewPr snapToGrid="0" snapToObjects="1">
      <p:cViewPr varScale="1">
        <p:scale>
          <a:sx n="114" d="100"/>
          <a:sy n="114" d="100"/>
        </p:scale>
        <p:origin x="8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49" d="100"/>
          <a:sy n="49" d="100"/>
        </p:scale>
        <p:origin x="2640" y="64"/>
      </p:cViewPr>
      <p:guideLst>
        <p:guide orient="horz"/>
        <p:guide pos="2208"/>
      </p:guideLst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font" Target="fonts/font2.fntdata"/><Relationship Id="rId3" Type="http://schemas.openxmlformats.org/officeDocument/2006/relationships/customXml" Target="../customXml/item3.xml"/><Relationship Id="rId21" Type="http://schemas.openxmlformats.org/officeDocument/2006/relationships/font" Target="fonts/font5.fntdata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font" Target="fonts/font3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>
                <a:latin typeface="Huawei Sans" panose="020C0503030203020204" pitchFamily="34" charset="0"/>
              </a:rPr>
              <a:t>10/19/2020</a:t>
            </a:fld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968"/>
            <a:ext cx="3037840" cy="466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938" y="8829968"/>
            <a:ext cx="3037840" cy="466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>
                <a:latin typeface="Huawei Sans" panose="020C0503030203020204" pitchFamily="34" charset="0"/>
              </a:rPr>
              <a:t>‹#›</a:t>
            </a:fld>
            <a:endParaRPr lang="en-US" dirty="0">
              <a:latin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1838" y="717550"/>
            <a:ext cx="5580062" cy="31257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lv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310765"/>
            <a:ext cx="5580062" cy="4784070"/>
          </a:xfrm>
          <a:prstGeom prst="rect">
            <a:avLst/>
          </a:prstGeom>
        </p:spPr>
        <p:txBody>
          <a:bodyPr vert="horz" lIns="97200" tIns="45720" rIns="9720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80000" indent="-180000" algn="l" defTabSz="1219304" rtl="0" eaLnBrk="1" fontAlgn="ctr" latinLnBrk="0" hangingPunct="1">
      <a:lnSpc>
        <a:spcPct val="125000"/>
      </a:lnSpc>
      <a:spcAft>
        <a:spcPts val="600"/>
      </a:spcAft>
      <a:buFont typeface="Huawei Sans" panose="020C0503030203020204" pitchFamily="34" charset="0"/>
      <a:buChar char="•"/>
      <a:defRPr lang="en-US" sz="16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1pPr>
    <a:lvl2pPr marL="540000" indent="-180000" algn="l" defTabSz="1219304" rtl="0" eaLnBrk="1" fontAlgn="ctr" latinLnBrk="0" hangingPunct="1">
      <a:lnSpc>
        <a:spcPct val="125000"/>
      </a:lnSpc>
      <a:spcAft>
        <a:spcPts val="600"/>
      </a:spcAft>
      <a:buClrTx/>
      <a:buFont typeface="Huawei Sans" panose="020C0503030203020204" pitchFamily="34" charset="0"/>
      <a:buChar char="▫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2pPr>
    <a:lvl3pPr marL="900000" indent="-180000" algn="l" defTabSz="1219304" rtl="0" eaLnBrk="1" fontAlgn="ctr" latinLnBrk="0" hangingPunct="1">
      <a:lnSpc>
        <a:spcPct val="125000"/>
      </a:lnSpc>
      <a:spcAft>
        <a:spcPts val="600"/>
      </a:spcAft>
      <a:buFont typeface="微软雅黑" panose="020B0503020204020204" pitchFamily="34" charset="-122"/>
      <a:buChar char="▪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3pPr>
    <a:lvl4pPr marL="1260000" indent="-180000" algn="l" defTabSz="1219304" rtl="0" eaLnBrk="1" fontAlgn="ctr" latinLnBrk="0" hangingPunct="1">
      <a:lnSpc>
        <a:spcPct val="125000"/>
      </a:lnSpc>
      <a:spcAft>
        <a:spcPts val="600"/>
      </a:spcAft>
      <a:buFont typeface="Huawei Sans" panose="020C0503030203020204" pitchFamily="34" charset="0"/>
      <a:buChar char="−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4pPr>
    <a:lvl5pPr marL="1620000" indent="-180000" algn="l" defTabSz="1219304" rtl="0" eaLnBrk="1" fontAlgn="ctr" latinLnBrk="0" hangingPunct="1">
      <a:lnSpc>
        <a:spcPct val="125000"/>
      </a:lnSpc>
      <a:spcAft>
        <a:spcPts val="600"/>
      </a:spcAft>
      <a:buFont typeface="Huawei Sans" panose="020C0503030203020204" pitchFamily="34" charset="0"/>
      <a:buChar char="~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  <p:extLst mod="1">
    <p:ext uri="{620B2872-D7B9-4A21-9093-7833F8D536E1}">
      <p15:sldGuideLst xmlns:p15="http://schemas.microsoft.com/office/powerpoint/2012/main">
        <p15:guide id="2" orient="horz" pos="2704" userDrawn="1">
          <p15:clr>
            <a:srgbClr val="F26B43"/>
          </p15:clr>
        </p15:guide>
        <p15:guide id="3" orient="horz" pos="459" userDrawn="1">
          <p15:clr>
            <a:srgbClr val="F26B43"/>
          </p15:clr>
        </p15:guide>
        <p15:guide id="4" orient="horz" pos="2432" userDrawn="1">
          <p15:clr>
            <a:srgbClr val="F26B43"/>
          </p15:clr>
        </p15:guide>
        <p15:guide id="7" pos="461" userDrawn="1">
          <p15:clr>
            <a:srgbClr val="F26B43"/>
          </p15:clr>
        </p15:guide>
        <p15:guide id="9" pos="2207" userDrawn="1">
          <p15:clr>
            <a:srgbClr val="F26B43"/>
          </p15:clr>
        </p15:guide>
        <p15:guide id="10" pos="3976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#总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1"/>
            <a:ext cx="12192000" cy="5602224"/>
          </a:xfrm>
          <a:prstGeom prst="rect">
            <a:avLst/>
          </a:prstGeom>
          <a:ln>
            <a:noFill/>
            <a:prstDash val="dash"/>
          </a:ln>
        </p:spPr>
      </p:pic>
      <p:sp>
        <p:nvSpPr>
          <p:cNvPr id="8" name="L 形 7"/>
          <p:cNvSpPr/>
          <p:nvPr userDrawn="1"/>
        </p:nvSpPr>
        <p:spPr>
          <a:xfrm rot="16200000" flipH="1">
            <a:off x="6634196" y="2578036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 baseline="0"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xmlns="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6560" y="907092"/>
            <a:ext cx="812583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>
              <a:defRPr lang="en-US" sz="3200" b="0" i="0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lvl="0" defTabSz="914034">
              <a:lnSpc>
                <a:spcPts val="3439"/>
              </a:lnSpc>
            </a:pPr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xmlns="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6561" y="1949372"/>
            <a:ext cx="8125840" cy="643926"/>
          </a:xfrm>
        </p:spPr>
        <p:txBody>
          <a:bodyPr vert="horz" lIns="0" tIns="0" rIns="0" bIns="0" rtlCol="0">
            <a:noAutofit/>
          </a:bodyPr>
          <a:lstStyle>
            <a:lvl1pPr marL="228600" indent="-228600">
              <a:buNone/>
              <a:defRPr lang="en-US" sz="1400" baseline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</a:pPr>
            <a:r>
              <a:rPr lang="zh-CN" altLang="en-US" dirty="0" smtClean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390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#修订记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3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55470206"/>
              </p:ext>
            </p:extLst>
          </p:nvPr>
        </p:nvGraphicFramePr>
        <p:xfrm>
          <a:off x="1007140" y="1398424"/>
          <a:ext cx="10194260" cy="1082675"/>
        </p:xfrm>
        <a:graphic>
          <a:graphicData uri="http://schemas.openxmlformats.org/drawingml/2006/table">
            <a:tbl>
              <a:tblPr/>
              <a:tblGrid>
                <a:gridCol w="311903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96745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02315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08462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课程编码</a:t>
                      </a:r>
                    </a:p>
                  </a:txBody>
                  <a:tcPr marL="102659" marR="102659" marT="40053" marB="4005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适用产品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产品版本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课程版本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4" name="Group 21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782951008"/>
              </p:ext>
            </p:extLst>
          </p:nvPr>
        </p:nvGraphicFramePr>
        <p:xfrm>
          <a:off x="1007140" y="2920836"/>
          <a:ext cx="10177327" cy="3038475"/>
        </p:xfrm>
        <a:graphic>
          <a:graphicData uri="http://schemas.openxmlformats.org/drawingml/2006/table">
            <a:tbl>
              <a:tblPr/>
              <a:tblGrid>
                <a:gridCol w="31190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96745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02315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06769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作者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工号</a:t>
                      </a:r>
                    </a:p>
                  </a:txBody>
                  <a:tcPr marL="102659" marR="102659" marT="40053" marB="4005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时间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审核人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工号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新开发/优化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5" name="文本占位符 7"/>
          <p:cNvSpPr>
            <a:spLocks noGrp="1"/>
          </p:cNvSpPr>
          <p:nvPr>
            <p:ph type="body" sz="quarter" idx="17" hasCustomPrompt="1"/>
          </p:nvPr>
        </p:nvSpPr>
        <p:spPr>
          <a:xfrm>
            <a:off x="1007139" y="1969626"/>
            <a:ext cx="3119030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课程编码</a:t>
            </a:r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8" hasCustomPrompt="1"/>
          </p:nvPr>
        </p:nvSpPr>
        <p:spPr>
          <a:xfrm>
            <a:off x="4126170" y="1969626"/>
            <a:ext cx="1967450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适用的产品</a:t>
            </a:r>
          </a:p>
        </p:txBody>
      </p:sp>
      <p:sp>
        <p:nvSpPr>
          <p:cNvPr id="7" name="文本占位符 7"/>
          <p:cNvSpPr>
            <a:spLocks noGrp="1"/>
          </p:cNvSpPr>
          <p:nvPr>
            <p:ph type="body" sz="quarter" idx="19" hasCustomPrompt="1"/>
          </p:nvPr>
        </p:nvSpPr>
        <p:spPr>
          <a:xfrm>
            <a:off x="6093619" y="1969626"/>
            <a:ext cx="3023155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V5R2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20" hasCustomPrompt="1"/>
          </p:nvPr>
        </p:nvSpPr>
        <p:spPr>
          <a:xfrm>
            <a:off x="9116775" y="1969626"/>
            <a:ext cx="2084625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V1R1</a:t>
            </a:r>
            <a:endParaRPr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1007042" y="3517796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0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4126170" y="3517796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 smtClean="0"/>
              <a:t>2019.01.25</a:t>
            </a:r>
            <a:endParaRPr lang="zh-CN" altLang="en-US" dirty="0"/>
          </a:p>
        </p:txBody>
      </p:sp>
      <p:sp>
        <p:nvSpPr>
          <p:cNvPr id="11" name="文本占位符 7"/>
          <p:cNvSpPr>
            <a:spLocks noGrp="1"/>
          </p:cNvSpPr>
          <p:nvPr>
            <p:ph type="body" sz="quarter" idx="15" hasCustomPrompt="1"/>
          </p:nvPr>
        </p:nvSpPr>
        <p:spPr>
          <a:xfrm>
            <a:off x="6093619" y="3517796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2" name="文本占位符 7"/>
          <p:cNvSpPr>
            <a:spLocks noGrp="1"/>
          </p:cNvSpPr>
          <p:nvPr>
            <p:ph type="body" sz="quarter" idx="16" hasCustomPrompt="1"/>
          </p:nvPr>
        </p:nvSpPr>
        <p:spPr>
          <a:xfrm>
            <a:off x="9116775" y="3481792"/>
            <a:ext cx="2056050" cy="504056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新开发</a:t>
            </a:r>
          </a:p>
        </p:txBody>
      </p:sp>
      <p:sp>
        <p:nvSpPr>
          <p:cNvPr id="13" name="Rectangle 2"/>
          <p:cNvSpPr>
            <a:spLocks noChangeArrowheads="1"/>
          </p:cNvSpPr>
          <p:nvPr userDrawn="1"/>
        </p:nvSpPr>
        <p:spPr bwMode="auto">
          <a:xfrm>
            <a:off x="952130" y="368661"/>
            <a:ext cx="2802144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8227" tIns="39112" rIns="78227" bIns="39112" anchor="ctr"/>
          <a:lstStyle/>
          <a:p>
            <a:pPr algn="l" defTabSz="1001223" rtl="0" eaLnBrk="0" fontAlgn="ctr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499" b="0" kern="12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修订记录</a:t>
            </a:r>
          </a:p>
        </p:txBody>
      </p:sp>
      <p:sp>
        <p:nvSpPr>
          <p:cNvPr id="14" name="Text Box 58"/>
          <p:cNvSpPr txBox="1">
            <a:spLocks noChangeArrowheads="1"/>
          </p:cNvSpPr>
          <p:nvPr userDrawn="1"/>
        </p:nvSpPr>
        <p:spPr bwMode="auto">
          <a:xfrm>
            <a:off x="8900835" y="296652"/>
            <a:ext cx="2771225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lang="zh-CN" altLang="en-US" sz="3998" i="0" baseline="0" dirty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本页不打印</a:t>
            </a:r>
          </a:p>
        </p:txBody>
      </p:sp>
      <p:sp>
        <p:nvSpPr>
          <p:cNvPr id="15" name="文本占位符 7"/>
          <p:cNvSpPr>
            <a:spLocks noGrp="1"/>
          </p:cNvSpPr>
          <p:nvPr>
            <p:ph type="body" sz="quarter" idx="21" hasCustomPrompt="1"/>
          </p:nvPr>
        </p:nvSpPr>
        <p:spPr>
          <a:xfrm>
            <a:off x="1007042" y="4021852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6" name="文本占位符 7"/>
          <p:cNvSpPr>
            <a:spLocks noGrp="1"/>
          </p:cNvSpPr>
          <p:nvPr>
            <p:ph type="body" sz="quarter" idx="22" hasCustomPrompt="1"/>
          </p:nvPr>
        </p:nvSpPr>
        <p:spPr>
          <a:xfrm>
            <a:off x="4126170" y="4021852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 smtClean="0"/>
              <a:t>2019.01.25</a:t>
            </a:r>
            <a:endParaRPr lang="zh-CN" altLang="en-US" dirty="0"/>
          </a:p>
        </p:txBody>
      </p:sp>
      <p:sp>
        <p:nvSpPr>
          <p:cNvPr id="17" name="文本占位符 7"/>
          <p:cNvSpPr>
            <a:spLocks noGrp="1"/>
          </p:cNvSpPr>
          <p:nvPr>
            <p:ph type="body" sz="quarter" idx="23" hasCustomPrompt="1"/>
          </p:nvPr>
        </p:nvSpPr>
        <p:spPr>
          <a:xfrm>
            <a:off x="6093619" y="4021852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8" name="文本占位符 7"/>
          <p:cNvSpPr>
            <a:spLocks noGrp="1"/>
          </p:cNvSpPr>
          <p:nvPr>
            <p:ph type="body" sz="quarter" idx="24" hasCustomPrompt="1"/>
          </p:nvPr>
        </p:nvSpPr>
        <p:spPr>
          <a:xfrm>
            <a:off x="9116775" y="3985848"/>
            <a:ext cx="2084625" cy="504056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19" name="文本占位符 7"/>
          <p:cNvSpPr>
            <a:spLocks noGrp="1"/>
          </p:cNvSpPr>
          <p:nvPr>
            <p:ph type="body" sz="quarter" idx="25" hasCustomPrompt="1"/>
          </p:nvPr>
        </p:nvSpPr>
        <p:spPr>
          <a:xfrm>
            <a:off x="1007042" y="4489904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0" name="文本占位符 7"/>
          <p:cNvSpPr>
            <a:spLocks noGrp="1"/>
          </p:cNvSpPr>
          <p:nvPr>
            <p:ph type="body" sz="quarter" idx="26" hasCustomPrompt="1"/>
          </p:nvPr>
        </p:nvSpPr>
        <p:spPr>
          <a:xfrm>
            <a:off x="4126170" y="4489904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 smtClean="0"/>
              <a:t>2019.01.25</a:t>
            </a:r>
            <a:endParaRPr lang="zh-CN" altLang="en-US" dirty="0"/>
          </a:p>
        </p:txBody>
      </p:sp>
      <p:sp>
        <p:nvSpPr>
          <p:cNvPr id="21" name="文本占位符 7"/>
          <p:cNvSpPr>
            <a:spLocks noGrp="1"/>
          </p:cNvSpPr>
          <p:nvPr>
            <p:ph type="body" sz="quarter" idx="27" hasCustomPrompt="1"/>
          </p:nvPr>
        </p:nvSpPr>
        <p:spPr>
          <a:xfrm>
            <a:off x="6093619" y="4489904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2" name="文本占位符 7"/>
          <p:cNvSpPr>
            <a:spLocks noGrp="1"/>
          </p:cNvSpPr>
          <p:nvPr>
            <p:ph type="body" sz="quarter" idx="28" hasCustomPrompt="1"/>
          </p:nvPr>
        </p:nvSpPr>
        <p:spPr>
          <a:xfrm>
            <a:off x="9116775" y="4489904"/>
            <a:ext cx="20560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23" name="文本占位符 7"/>
          <p:cNvSpPr>
            <a:spLocks noGrp="1"/>
          </p:cNvSpPr>
          <p:nvPr>
            <p:ph type="body" sz="quarter" idx="29" hasCustomPrompt="1"/>
          </p:nvPr>
        </p:nvSpPr>
        <p:spPr>
          <a:xfrm>
            <a:off x="1007042" y="5029964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4" name="文本占位符 7"/>
          <p:cNvSpPr>
            <a:spLocks noGrp="1"/>
          </p:cNvSpPr>
          <p:nvPr>
            <p:ph type="body" sz="quarter" idx="30" hasCustomPrompt="1"/>
          </p:nvPr>
        </p:nvSpPr>
        <p:spPr>
          <a:xfrm>
            <a:off x="4126170" y="5029964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 smtClean="0"/>
              <a:t>2019.01.25</a:t>
            </a:r>
            <a:endParaRPr lang="zh-CN" altLang="en-US" dirty="0"/>
          </a:p>
        </p:txBody>
      </p:sp>
      <p:sp>
        <p:nvSpPr>
          <p:cNvPr id="25" name="文本占位符 7"/>
          <p:cNvSpPr>
            <a:spLocks noGrp="1"/>
          </p:cNvSpPr>
          <p:nvPr>
            <p:ph type="body" sz="quarter" idx="31" hasCustomPrompt="1"/>
          </p:nvPr>
        </p:nvSpPr>
        <p:spPr>
          <a:xfrm>
            <a:off x="6093619" y="5029964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6" name="文本占位符 7"/>
          <p:cNvSpPr>
            <a:spLocks noGrp="1"/>
          </p:cNvSpPr>
          <p:nvPr>
            <p:ph type="body" sz="quarter" idx="32" hasCustomPrompt="1"/>
          </p:nvPr>
        </p:nvSpPr>
        <p:spPr>
          <a:xfrm>
            <a:off x="9116775" y="5029964"/>
            <a:ext cx="208462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27" name="文本占位符 7"/>
          <p:cNvSpPr>
            <a:spLocks noGrp="1"/>
          </p:cNvSpPr>
          <p:nvPr>
            <p:ph type="body" sz="quarter" idx="33" hasCustomPrompt="1"/>
          </p:nvPr>
        </p:nvSpPr>
        <p:spPr>
          <a:xfrm>
            <a:off x="1007042" y="5498016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8" name="文本占位符 7"/>
          <p:cNvSpPr>
            <a:spLocks noGrp="1"/>
          </p:cNvSpPr>
          <p:nvPr>
            <p:ph type="body" sz="quarter" idx="34" hasCustomPrompt="1"/>
          </p:nvPr>
        </p:nvSpPr>
        <p:spPr>
          <a:xfrm>
            <a:off x="4126170" y="5498016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 smtClean="0"/>
              <a:t>2019.01.25</a:t>
            </a:r>
            <a:endParaRPr lang="zh-CN" altLang="en-US" dirty="0"/>
          </a:p>
        </p:txBody>
      </p:sp>
      <p:sp>
        <p:nvSpPr>
          <p:cNvPr id="29" name="文本占位符 7"/>
          <p:cNvSpPr>
            <a:spLocks noGrp="1"/>
          </p:cNvSpPr>
          <p:nvPr>
            <p:ph type="body" sz="quarter" idx="35" hasCustomPrompt="1"/>
          </p:nvPr>
        </p:nvSpPr>
        <p:spPr>
          <a:xfrm>
            <a:off x="6093619" y="5498016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30" name="文本占位符 7"/>
          <p:cNvSpPr>
            <a:spLocks noGrp="1"/>
          </p:cNvSpPr>
          <p:nvPr>
            <p:ph type="body" sz="quarter" idx="36" hasCustomPrompt="1"/>
          </p:nvPr>
        </p:nvSpPr>
        <p:spPr>
          <a:xfrm>
            <a:off x="9116775" y="5498016"/>
            <a:ext cx="208462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</p:spTree>
    <p:extLst>
      <p:ext uri="{BB962C8B-B14F-4D97-AF65-F5344CB8AC3E}">
        <p14:creationId xmlns:p14="http://schemas.microsoft.com/office/powerpoint/2010/main" val="3897983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#前言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fontAlgn="ctr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ctr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ctr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ctr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ctr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eaLnBrk="1" hangingPunct="1"/>
            <a:r>
              <a:rPr lang="zh-CN" altLang="en-US" dirty="0"/>
              <a:t>本章主要讲述</a:t>
            </a:r>
            <a:r>
              <a:rPr lang="en-US" altLang="zh-CN" dirty="0"/>
              <a:t>...</a:t>
            </a:r>
          </a:p>
          <a:p>
            <a:pPr lvl="1"/>
            <a:r>
              <a:rPr lang="zh-CN" altLang="en-US" dirty="0"/>
              <a:t>第二</a:t>
            </a:r>
            <a:r>
              <a:rPr lang="zh-CN" altLang="en-US" dirty="0" smtClean="0"/>
              <a:t>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xmlns="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:a16="http://schemas.microsoft.com/office/drawing/2014/main" xmlns="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17614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 smtClean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前言</a:t>
            </a:r>
            <a:endParaRPr kumimoji="1" lang="zh-CN" altLang="en-US" sz="3636" baseline="0" dirty="0">
              <a:solidFill>
                <a:srgbClr val="40404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9053660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42" userDrawn="1">
          <p15:clr>
            <a:srgbClr val="FBAE40"/>
          </p15:clr>
        </p15:guide>
        <p15:guide id="2" pos="7038" userDrawn="1">
          <p15:clr>
            <a:srgbClr val="FBAE40"/>
          </p15:clr>
        </p15:guide>
        <p15:guide id="3" orient="horz" pos="116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#目标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eaLnBrk="1" fontAlgn="ctr" hangingPunct="1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ctr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ctr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ctr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ctr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eaLnBrk="1" hangingPunct="1"/>
            <a:r>
              <a:rPr lang="zh-CN" altLang="en-US" dirty="0" smtClean="0"/>
              <a:t>学完本课程后，您将能够：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xmlns="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:a16="http://schemas.microsoft.com/office/drawing/2014/main" xmlns="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20820" cy="6524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01223" eaLnBrk="0" fontAlgn="ctr" hangingPunct="0"/>
            <a:r>
              <a:rPr lang="zh-CN" altLang="en-US" sz="3640" b="0" baseline="0" dirty="0" smtClean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目标</a:t>
            </a:r>
            <a:endParaRPr lang="en-US" altLang="zh-CN" sz="3640" b="0" baseline="0" dirty="0">
              <a:solidFill>
                <a:srgbClr val="40404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511649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#目录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5" y="1844675"/>
            <a:ext cx="10153650" cy="4068811"/>
          </a:xfrm>
          <a:prstGeom prst="rect">
            <a:avLst/>
          </a:prstGeom>
        </p:spPr>
        <p:txBody>
          <a:bodyPr/>
          <a:lstStyle>
            <a:lvl1pPr marL="457017" marR="0" indent="-457017" algn="just" defTabSz="801367" rtl="0" eaLnBrk="1" fontAlgn="ctr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 typeface="+mj-lt"/>
              <a:buAutoNum type="arabicPeriod"/>
              <a:tabLst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fontAlgn="ctr">
              <a:buClrTx/>
              <a:buSzPct val="100000"/>
              <a:buFont typeface="Huawei Sans" panose="020C0503030203020204" pitchFamily="34" charset="0"/>
              <a:buChar char="▫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一级目录一</a:t>
            </a:r>
            <a:endParaRPr lang="en-US" altLang="zh-CN" dirty="0"/>
          </a:p>
          <a:p>
            <a:pPr marL="653788" lvl="1" indent="-457017">
              <a:buSzPct val="100000"/>
              <a:buFont typeface="+mj-lt"/>
              <a:buAutoNum type="arabicPeriod"/>
            </a:pP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一级目录二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一级目录三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一级目录四</a:t>
            </a:r>
            <a:endParaRPr lang="en-US" altLang="zh-CN" dirty="0"/>
          </a:p>
          <a:p>
            <a:endParaRPr lang="zh-CN" altLang="en-US" dirty="0"/>
          </a:p>
        </p:txBody>
      </p:sp>
      <p:cxnSp>
        <p:nvCxnSpPr>
          <p:cNvPr id="28" name="直线连接符 14">
            <a:extLst>
              <a:ext uri="{FF2B5EF4-FFF2-40B4-BE49-F238E27FC236}">
                <a16:creationId xmlns:a16="http://schemas.microsoft.com/office/drawing/2014/main" xmlns="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本框 16">
            <a:extLst>
              <a:ext uri="{FF2B5EF4-FFF2-40B4-BE49-F238E27FC236}">
                <a16:creationId xmlns:a16="http://schemas.microsoft.com/office/drawing/2014/main" xmlns="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defTabSz="1001223" eaLnBrk="0" fontAlgn="ctr" hangingPunct="0">
              <a:defRPr sz="364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>
                <a:solidFill>
                  <a:srgbClr val="404040"/>
                </a:solidFill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959299838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42" userDrawn="1">
          <p15:clr>
            <a:srgbClr val="FBAE40"/>
          </p15:clr>
        </p15:guide>
        <p15:guide id="2" pos="7038" userDrawn="1">
          <p15:clr>
            <a:srgbClr val="FBAE40"/>
          </p15:clr>
        </p15:guide>
        <p15:guide id="3" orient="horz" pos="116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#本节概述和学习目标(可选)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fontAlgn="ctr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ctr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ctr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ctr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ctr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xmlns="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414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:a16="http://schemas.microsoft.com/office/drawing/2014/main" xmlns="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4397358" cy="6524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01223" eaLnBrk="0" fontAlgn="ctr" hangingPunct="0"/>
            <a:r>
              <a:rPr lang="zh-CN" altLang="en-US" sz="3640" b="0" baseline="0" dirty="0" smtClean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本节概述和学习目标</a:t>
            </a:r>
            <a:endParaRPr lang="zh-CN" altLang="en-US" sz="3640" b="0" baseline="0" dirty="0">
              <a:solidFill>
                <a:srgbClr val="40404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8024743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0#思考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6" y="1844675"/>
            <a:ext cx="10153650" cy="4068812"/>
          </a:xfrm>
          <a:prstGeom prst="rect">
            <a:avLst/>
          </a:prstGeom>
        </p:spPr>
        <p:txBody>
          <a:bodyPr/>
          <a:lstStyle>
            <a:lvl1pPr marL="457200" marR="0" indent="-457200" algn="just" defTabSz="801688" rtl="0" eaLnBrk="1" fontAlgn="ctr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+mj-lt"/>
              <a:buAutoNum type="arabicPeriod"/>
              <a:tabLst/>
              <a:defRPr sz="20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744537" indent="-342900" algn="just" fontAlgn="ctr">
              <a:buSzPct val="100000"/>
              <a:buFont typeface="+mj-lt"/>
              <a:buAutoNum type="alphaUcPeriod"/>
              <a:defRPr sz="1800" baseline="0">
                <a:latin typeface="Huawei Sans" panose="020C0503030203020204" pitchFamily="34" charset="0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r>
              <a:rPr lang="zh-CN" altLang="en-US" dirty="0"/>
              <a:t>此版式用于思考题</a:t>
            </a:r>
            <a:r>
              <a:rPr lang="en-US" altLang="zh-CN" dirty="0"/>
              <a:t>-201501</a:t>
            </a:r>
            <a:r>
              <a:rPr lang="zh-CN" altLang="en-US" dirty="0"/>
              <a:t>具体格式（序号格式需以模板展示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endParaRPr lang="en-US" altLang="zh-CN" dirty="0" smtClean="0"/>
          </a:p>
        </p:txBody>
      </p:sp>
      <p:cxnSp>
        <p:nvCxnSpPr>
          <p:cNvPr id="24" name="直线连接符 14">
            <a:extLst>
              <a:ext uri="{FF2B5EF4-FFF2-40B4-BE49-F238E27FC236}">
                <a16:creationId xmlns=""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368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文本框 16">
            <a:extLst>
              <a:ext uri="{FF2B5EF4-FFF2-40B4-BE49-F238E27FC236}">
                <a16:creationId xmlns=""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584088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 smtClean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思考题</a:t>
            </a:r>
            <a:endParaRPr kumimoji="1" lang="zh-CN" altLang="en-US" sz="3636" baseline="0" dirty="0">
              <a:solidFill>
                <a:srgbClr val="40404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636740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1#本节小结（可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6"/>
          <p:cNvSpPr>
            <a:spLocks noGrp="1"/>
          </p:cNvSpPr>
          <p:nvPr>
            <p:ph sz="quarter" idx="10" hasCustomPrompt="1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2pPr>
            <a:lvl3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3pPr>
            <a:lvl4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4pPr>
            <a:lvl5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5pPr>
          </a:lstStyle>
          <a:p>
            <a:pPr lvl="0"/>
            <a:r>
              <a:rPr lang="zh-CN" altLang="en-US" dirty="0" smtClean="0"/>
              <a:t>此版式用于每一节的小结</a:t>
            </a:r>
          </a:p>
          <a:p>
            <a:pPr lvl="1"/>
            <a:r>
              <a:rPr lang="zh-CN" altLang="en-US" dirty="0" smtClean="0"/>
              <a:t>第二</a:t>
            </a:r>
            <a:r>
              <a:rPr lang="zh-CN" altLang="en-US" dirty="0"/>
              <a:t>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11" name="直线连接符 14">
            <a:extLst>
              <a:ext uri="{FF2B5EF4-FFF2-40B4-BE49-F238E27FC236}">
                <a16:creationId xmlns:a16="http://schemas.microsoft.com/office/drawing/2014/main" xmlns="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6">
            <a:extLst>
              <a:ext uri="{FF2B5EF4-FFF2-40B4-BE49-F238E27FC236}">
                <a16:creationId xmlns:a16="http://schemas.microsoft.com/office/drawing/2014/main" xmlns="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 smtClean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本节小结</a:t>
            </a:r>
            <a:endParaRPr kumimoji="1" lang="zh-CN" altLang="en-US" sz="3636" baseline="0" dirty="0">
              <a:solidFill>
                <a:srgbClr val="40404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52420443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2#本章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6"/>
          <p:cNvSpPr>
            <a:spLocks noGrp="1"/>
          </p:cNvSpPr>
          <p:nvPr>
            <p:ph sz="quarter" idx="10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2pPr>
            <a:lvl3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3pPr>
            <a:lvl4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4pPr>
            <a:lvl5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9" name="直线连接符 14">
            <a:extLst>
              <a:ext uri="{FF2B5EF4-FFF2-40B4-BE49-F238E27FC236}">
                <a16:creationId xmlns:a16="http://schemas.microsoft.com/office/drawing/2014/main" xmlns="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6">
            <a:extLst>
              <a:ext uri="{FF2B5EF4-FFF2-40B4-BE49-F238E27FC236}">
                <a16:creationId xmlns:a16="http://schemas.microsoft.com/office/drawing/2014/main" xmlns="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 smtClean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本章总结</a:t>
            </a:r>
            <a:endParaRPr kumimoji="1" lang="zh-CN" altLang="en-US" sz="3636" baseline="0" dirty="0">
              <a:solidFill>
                <a:srgbClr val="40404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023569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3#更多信息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5pPr>
              <a:buNone/>
              <a:defRPr/>
            </a:lvl5pPr>
          </a:lstStyle>
          <a:p>
            <a:r>
              <a:rPr lang="zh-CN" altLang="en-US" dirty="0"/>
              <a:t>此版式用于提供给学员更多学习信息。</a:t>
            </a:r>
          </a:p>
        </p:txBody>
      </p:sp>
      <p:cxnSp>
        <p:nvCxnSpPr>
          <p:cNvPr id="12" name="直线连接符 14">
            <a:extLst>
              <a:ext uri="{FF2B5EF4-FFF2-40B4-BE49-F238E27FC236}">
                <a16:creationId xmlns:a16="http://schemas.microsoft.com/office/drawing/2014/main" xmlns="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本框 16">
            <a:extLst>
              <a:ext uri="{FF2B5EF4-FFF2-40B4-BE49-F238E27FC236}">
                <a16:creationId xmlns:a16="http://schemas.microsoft.com/office/drawing/2014/main" xmlns="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 smtClean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更多信息</a:t>
            </a:r>
            <a:endParaRPr kumimoji="1" lang="zh-CN" altLang="en-US" sz="3636" baseline="0" dirty="0">
              <a:solidFill>
                <a:srgbClr val="40404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263851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4#学习推荐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endParaRPr lang="zh-CN" altLang="en-US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xmlns="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6">
            <a:extLst>
              <a:ext uri="{FF2B5EF4-FFF2-40B4-BE49-F238E27FC236}">
                <a16:creationId xmlns:a16="http://schemas.microsoft.com/office/drawing/2014/main" xmlns="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 smtClean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学习推荐</a:t>
            </a:r>
            <a:endParaRPr kumimoji="1" lang="zh-CN" altLang="en-US" sz="3636" baseline="0" dirty="0">
              <a:solidFill>
                <a:srgbClr val="40404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101912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#标题和内容（两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 smtClean="0"/>
              <a:t>单击</a:t>
            </a:r>
            <a:r>
              <a:rPr lang="zh-CN" altLang="en-US" dirty="0"/>
              <a:t>此处编辑母版标题样式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731838" y="1484312"/>
            <a:ext cx="10728326" cy="4443243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2166991213"/>
      </p:ext>
    </p:extLst>
  </p:cSld>
  <p:clrMapOvr>
    <a:masterClrMapping/>
  </p:clrMapOvr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>
        <p15:guide id="1" orient="horz" pos="935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*#标题和内容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8598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 smtClean="0"/>
              <a:t>单击</a:t>
            </a:r>
            <a:r>
              <a:rPr lang="zh-CN" altLang="en-US" dirty="0"/>
              <a:t>此处编辑母版标题样式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731838" y="1047750"/>
            <a:ext cx="10728326" cy="4879805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277827284"/>
      </p:ext>
    </p:extLst>
  </p:cSld>
  <p:clrMapOvr>
    <a:masterClrMapping/>
  </p:clrMapOvr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>
        <p15:guide id="1" orient="horz" pos="595" userDrawn="1">
          <p15:clr>
            <a:srgbClr val="FBAE40"/>
          </p15:clr>
        </p15:guide>
        <p15:guide id="2" orient="horz" pos="663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#仅标题（两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 smtClean="0"/>
              <a:t>单击</a:t>
            </a:r>
            <a:r>
              <a:rPr lang="zh-CN" altLang="en-US" dirty="0"/>
              <a:t>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5136438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*#仅标题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9709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 smtClean="0"/>
              <a:t>单击</a:t>
            </a:r>
            <a:r>
              <a:rPr lang="zh-CN" altLang="en-US" dirty="0"/>
              <a:t>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826084440"/>
      </p:ext>
    </p:extLst>
  </p:cSld>
  <p:clrMapOvr>
    <a:masterClrMapping/>
  </p:clrMapOvr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>
        <p15:guide id="1" orient="horz" pos="595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9#全白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343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5#谢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xmlns="" id="{42AF307D-40F4-EC4C-9108-79E948007529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940" dirty="0" smtClean="0">
                <a:solidFill>
                  <a:schemeClr val="tx1"/>
                </a:solidFill>
              </a:rPr>
              <a:t>Thank you.</a:t>
            </a:r>
            <a:endParaRPr lang="en-US" sz="494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933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xmlns="" id="{AF72FAD7-C8C3-754A-A498-D3A7EC29A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8954" y="6270652"/>
            <a:ext cx="1981542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1000" dirty="0"/>
              <a:t>Security Level:</a:t>
            </a:r>
            <a:endParaRPr lang="en-US" altLang="zh-CN" sz="1000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3089" y="5976169"/>
            <a:ext cx="2257507" cy="482533"/>
          </a:xfrm>
          <a:prstGeom prst="rect">
            <a:avLst/>
          </a:prstGeom>
        </p:spPr>
      </p:pic>
      <p:grpSp>
        <p:nvGrpSpPr>
          <p:cNvPr id="30" name="Group 87">
            <a:extLst>
              <a:ext uri="{FF2B5EF4-FFF2-40B4-BE49-F238E27FC236}">
                <a16:creationId xmlns:a16="http://schemas.microsoft.com/office/drawing/2014/main" xmlns="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1" name="矩形 13">
              <a:extLst>
                <a:ext uri="{FF2B5EF4-FFF2-40B4-BE49-F238E27FC236}">
                  <a16:creationId xmlns:a16="http://schemas.microsoft.com/office/drawing/2014/main" xmlns="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32" name="文本框 15">
              <a:extLst>
                <a:ext uri="{FF2B5EF4-FFF2-40B4-BE49-F238E27FC236}">
                  <a16:creationId xmlns:a16="http://schemas.microsoft.com/office/drawing/2014/main" xmlns="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xmlns="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xmlns="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xmlns="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:a16="http://schemas.microsoft.com/office/drawing/2014/main" xmlns="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xmlns="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8" name="矩形 13">
              <a:extLst>
                <a:ext uri="{FF2B5EF4-FFF2-40B4-BE49-F238E27FC236}">
                  <a16:creationId xmlns:a16="http://schemas.microsoft.com/office/drawing/2014/main" xmlns="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39" name="文本框 15">
              <a:extLst>
                <a:ext uri="{FF2B5EF4-FFF2-40B4-BE49-F238E27FC236}">
                  <a16:creationId xmlns:a16="http://schemas.microsoft.com/office/drawing/2014/main" xmlns="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xmlns="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xmlns="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xmlns="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xmlns="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xmlns="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45" name="矩形 13">
              <a:extLst>
                <a:ext uri="{FF2B5EF4-FFF2-40B4-BE49-F238E27FC236}">
                  <a16:creationId xmlns:a16="http://schemas.microsoft.com/office/drawing/2014/main" xmlns="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46" name="矩形 13">
              <a:extLst>
                <a:ext uri="{FF2B5EF4-FFF2-40B4-BE49-F238E27FC236}">
                  <a16:creationId xmlns:a16="http://schemas.microsoft.com/office/drawing/2014/main" xmlns="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47" name="矩形 13">
              <a:extLst>
                <a:ext uri="{FF2B5EF4-FFF2-40B4-BE49-F238E27FC236}">
                  <a16:creationId xmlns:a16="http://schemas.microsoft.com/office/drawing/2014/main" xmlns="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48" name="矩形 13">
              <a:extLst>
                <a:ext uri="{FF2B5EF4-FFF2-40B4-BE49-F238E27FC236}">
                  <a16:creationId xmlns:a16="http://schemas.microsoft.com/office/drawing/2014/main" xmlns="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49" name="矩形 13">
              <a:extLst>
                <a:ext uri="{FF2B5EF4-FFF2-40B4-BE49-F238E27FC236}">
                  <a16:creationId xmlns:a16="http://schemas.microsoft.com/office/drawing/2014/main" xmlns="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50" name="矩形 13">
              <a:extLst>
                <a:ext uri="{FF2B5EF4-FFF2-40B4-BE49-F238E27FC236}">
                  <a16:creationId xmlns:a16="http://schemas.microsoft.com/office/drawing/2014/main" xmlns="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51" name="矩形 13">
              <a:extLst>
                <a:ext uri="{FF2B5EF4-FFF2-40B4-BE49-F238E27FC236}">
                  <a16:creationId xmlns:a16="http://schemas.microsoft.com/office/drawing/2014/main" xmlns="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2" name="矩形 13">
              <a:extLst>
                <a:ext uri="{FF2B5EF4-FFF2-40B4-BE49-F238E27FC236}">
                  <a16:creationId xmlns:a16="http://schemas.microsoft.com/office/drawing/2014/main" xmlns="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53" name="矩形 13">
              <a:extLst>
                <a:ext uri="{FF2B5EF4-FFF2-40B4-BE49-F238E27FC236}">
                  <a16:creationId xmlns:a16="http://schemas.microsoft.com/office/drawing/2014/main" xmlns="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54" name="矩形 13">
              <a:extLst>
                <a:ext uri="{FF2B5EF4-FFF2-40B4-BE49-F238E27FC236}">
                  <a16:creationId xmlns:a16="http://schemas.microsoft.com/office/drawing/2014/main" xmlns="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55" name="矩形 13">
              <a:extLst>
                <a:ext uri="{FF2B5EF4-FFF2-40B4-BE49-F238E27FC236}">
                  <a16:creationId xmlns:a16="http://schemas.microsoft.com/office/drawing/2014/main" xmlns="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56" name="矩形 13">
              <a:extLst>
                <a:ext uri="{FF2B5EF4-FFF2-40B4-BE49-F238E27FC236}">
                  <a16:creationId xmlns:a16="http://schemas.microsoft.com/office/drawing/2014/main" xmlns="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57" name="矩形 13">
              <a:extLst>
                <a:ext uri="{FF2B5EF4-FFF2-40B4-BE49-F238E27FC236}">
                  <a16:creationId xmlns:a16="http://schemas.microsoft.com/office/drawing/2014/main" xmlns="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58" name="矩形 13">
              <a:extLst>
                <a:ext uri="{FF2B5EF4-FFF2-40B4-BE49-F238E27FC236}">
                  <a16:creationId xmlns:a16="http://schemas.microsoft.com/office/drawing/2014/main" xmlns="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59" name="矩形 13">
              <a:extLst>
                <a:ext uri="{FF2B5EF4-FFF2-40B4-BE49-F238E27FC236}">
                  <a16:creationId xmlns:a16="http://schemas.microsoft.com/office/drawing/2014/main" xmlns="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60" name="矩形 13">
              <a:extLst>
                <a:ext uri="{FF2B5EF4-FFF2-40B4-BE49-F238E27FC236}">
                  <a16:creationId xmlns:a16="http://schemas.microsoft.com/office/drawing/2014/main" xmlns="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61" name="矩形 13">
              <a:extLst>
                <a:ext uri="{FF2B5EF4-FFF2-40B4-BE49-F238E27FC236}">
                  <a16:creationId xmlns:a16="http://schemas.microsoft.com/office/drawing/2014/main" xmlns="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62" name="矩形 13">
              <a:extLst>
                <a:ext uri="{FF2B5EF4-FFF2-40B4-BE49-F238E27FC236}">
                  <a16:creationId xmlns:a16="http://schemas.microsoft.com/office/drawing/2014/main" xmlns="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63" name="矩形 13">
              <a:extLst>
                <a:ext uri="{FF2B5EF4-FFF2-40B4-BE49-F238E27FC236}">
                  <a16:creationId xmlns:a16="http://schemas.microsoft.com/office/drawing/2014/main" xmlns="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64" name="矩形 13">
              <a:extLst>
                <a:ext uri="{FF2B5EF4-FFF2-40B4-BE49-F238E27FC236}">
                  <a16:creationId xmlns:a16="http://schemas.microsoft.com/office/drawing/2014/main" xmlns="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xmlns="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xmlns="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xmlns="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xmlns="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xmlns="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:a16="http://schemas.microsoft.com/office/drawing/2014/main" xmlns="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67226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3748" userDrawn="1">
          <p15:clr>
            <a:srgbClr val="F26B43"/>
          </p15:clr>
        </p15:guide>
        <p15:guide id="2" pos="574" userDrawn="1">
          <p15:clr>
            <a:srgbClr val="F26B43"/>
          </p15:clr>
        </p15:guide>
        <p15:guide id="3" orient="horz" pos="572" userDrawn="1">
          <p15:clr>
            <a:srgbClr val="F26B43"/>
          </p15:clr>
        </p15:guide>
        <p15:guide id="4" orient="horz" pos="1230" userDrawn="1">
          <p15:clr>
            <a:srgbClr val="F26B43"/>
          </p15:clr>
        </p15:guide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">
            <a:extLst>
              <a:ext uri="{FF2B5EF4-FFF2-40B4-BE49-F238E27FC236}">
                <a16:creationId xmlns:a16="http://schemas.microsoft.com/office/drawing/2014/main" xmlns="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b="0" baseline="0" dirty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Huawei Confidential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xmlns="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baseline="0" smtClean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baseline="0" dirty="0">
              <a:solidFill>
                <a:srgbClr val="1D1D1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7" name="Group 87">
            <a:extLst>
              <a:ext uri="{FF2B5EF4-FFF2-40B4-BE49-F238E27FC236}">
                <a16:creationId xmlns:a16="http://schemas.microsoft.com/office/drawing/2014/main" xmlns="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28" name="矩形 13">
              <a:extLst>
                <a:ext uri="{FF2B5EF4-FFF2-40B4-BE49-F238E27FC236}">
                  <a16:creationId xmlns:a16="http://schemas.microsoft.com/office/drawing/2014/main" xmlns="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29" name="文本框 15">
              <a:extLst>
                <a:ext uri="{FF2B5EF4-FFF2-40B4-BE49-F238E27FC236}">
                  <a16:creationId xmlns:a16="http://schemas.microsoft.com/office/drawing/2014/main" xmlns="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30" name="矩形 13">
              <a:extLst>
                <a:ext uri="{FF2B5EF4-FFF2-40B4-BE49-F238E27FC236}">
                  <a16:creationId xmlns:a16="http://schemas.microsoft.com/office/drawing/2014/main" xmlns="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31" name="矩形 13">
              <a:extLst>
                <a:ext uri="{FF2B5EF4-FFF2-40B4-BE49-F238E27FC236}">
                  <a16:creationId xmlns:a16="http://schemas.microsoft.com/office/drawing/2014/main" xmlns="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:a16="http://schemas.microsoft.com/office/drawing/2014/main" xmlns="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xmlns="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xmlns="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xmlns="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36" name="文本框 15">
              <a:extLst>
                <a:ext uri="{FF2B5EF4-FFF2-40B4-BE49-F238E27FC236}">
                  <a16:creationId xmlns:a16="http://schemas.microsoft.com/office/drawing/2014/main" xmlns="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xmlns="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38" name="矩形 13">
              <a:extLst>
                <a:ext uri="{FF2B5EF4-FFF2-40B4-BE49-F238E27FC236}">
                  <a16:creationId xmlns:a16="http://schemas.microsoft.com/office/drawing/2014/main" xmlns="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:a16="http://schemas.microsoft.com/office/drawing/2014/main" xmlns="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xmlns="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xmlns="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xmlns="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xmlns="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xmlns="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xmlns="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xmlns="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xmlns="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xmlns="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xmlns="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:a16="http://schemas.microsoft.com/office/drawing/2014/main" xmlns="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71" name="矩形 13">
              <a:extLst>
                <a:ext uri="{FF2B5EF4-FFF2-40B4-BE49-F238E27FC236}">
                  <a16:creationId xmlns:a16="http://schemas.microsoft.com/office/drawing/2014/main" xmlns="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:a16="http://schemas.microsoft.com/office/drawing/2014/main" xmlns="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:a16="http://schemas.microsoft.com/office/drawing/2014/main" xmlns="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:a16="http://schemas.microsoft.com/office/drawing/2014/main" xmlns="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:a16="http://schemas.microsoft.com/office/drawing/2014/main" xmlns="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76" name="矩形 13">
              <a:extLst>
                <a:ext uri="{FF2B5EF4-FFF2-40B4-BE49-F238E27FC236}">
                  <a16:creationId xmlns:a16="http://schemas.microsoft.com/office/drawing/2014/main" xmlns="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7" name="矩形 13">
              <a:extLst>
                <a:ext uri="{FF2B5EF4-FFF2-40B4-BE49-F238E27FC236}">
                  <a16:creationId xmlns:a16="http://schemas.microsoft.com/office/drawing/2014/main" xmlns="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78" name="矩形 13">
              <a:extLst>
                <a:ext uri="{FF2B5EF4-FFF2-40B4-BE49-F238E27FC236}">
                  <a16:creationId xmlns:a16="http://schemas.microsoft.com/office/drawing/2014/main" xmlns="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79" name="矩形 13">
              <a:extLst>
                <a:ext uri="{FF2B5EF4-FFF2-40B4-BE49-F238E27FC236}">
                  <a16:creationId xmlns:a16="http://schemas.microsoft.com/office/drawing/2014/main" xmlns="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:a16="http://schemas.microsoft.com/office/drawing/2014/main" xmlns="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:a16="http://schemas.microsoft.com/office/drawing/2014/main" xmlns="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:a16="http://schemas.microsoft.com/office/drawing/2014/main" xmlns="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:a16="http://schemas.microsoft.com/office/drawing/2014/main" xmlns="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:a16="http://schemas.microsoft.com/office/drawing/2014/main" xmlns="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:a16="http://schemas.microsoft.com/office/drawing/2014/main" xmlns="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:a16="http://schemas.microsoft.com/office/drawing/2014/main" xmlns="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:a16="http://schemas.microsoft.com/office/drawing/2014/main" xmlns="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30999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28" r:id="rId2"/>
    <p:sldLayoutId id="2147483844" r:id="rId3"/>
    <p:sldLayoutId id="2147483866" r:id="rId4"/>
    <p:sldLayoutId id="2147483846" r:id="rId5"/>
    <p:sldLayoutId id="2147483871" r:id="rId6"/>
    <p:sldLayoutId id="2147483836" r:id="rId7"/>
    <p:sldLayoutId id="2147483837" r:id="rId8"/>
    <p:sldLayoutId id="2147483838" r:id="rId9"/>
    <p:sldLayoutId id="2147483839" r:id="rId10"/>
  </p:sldLayoutIdLst>
  <p:timing>
    <p:tnLst>
      <p:par>
        <p:cTn id="1" dur="indefinite" restart="never" nodeType="tmRoot"/>
      </p:par>
    </p:tnLst>
  </p:timing>
  <p:txStyles>
    <p:titleStyle>
      <a:lvl1pPr algn="l" defTabSz="914034" rtl="0" eaLnBrk="1" fontAlgn="ctr" latinLnBrk="0" hangingPunct="1">
        <a:lnSpc>
          <a:spcPct val="90000"/>
        </a:lnSpc>
        <a:spcBef>
          <a:spcPct val="0"/>
        </a:spcBef>
        <a:buNone/>
        <a:defRPr lang="zh-CN" altLang="en-US" sz="3200" kern="1200" baseline="0" dirty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</p:titleStyle>
    <p:bodyStyle>
      <a:lvl1pPr marL="302279" indent="-302279" algn="l" defTabSz="914034" rtl="0" eaLnBrk="1" fontAlgn="ctr" latinLnBrk="0" hangingPunct="1">
        <a:lnSpc>
          <a:spcPct val="140000"/>
        </a:lnSpc>
        <a:spcBef>
          <a:spcPts val="792"/>
        </a:spcBef>
        <a:buSzPct val="50000"/>
        <a:buFont typeface="Wingdings" panose="05000000000000000000" pitchFamily="2" charset="2"/>
        <a:buChar char="l"/>
        <a:defRPr sz="21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54938" indent="-251899" algn="l" defTabSz="914034" rtl="0" eaLnBrk="1" fontAlgn="ctr" latinLnBrk="0" hangingPunct="1">
        <a:lnSpc>
          <a:spcPct val="140000"/>
        </a:lnSpc>
        <a:spcBef>
          <a:spcPts val="720"/>
        </a:spcBef>
        <a:buClrTx/>
        <a:buSzPct val="50000"/>
        <a:buFont typeface="Wingdings" panose="05000000000000000000" pitchFamily="2" charset="2"/>
        <a:buChar char="p"/>
        <a:defRPr sz="19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2pPr>
      <a:lvl3pPr marL="1003998" indent="-201519" algn="l" defTabSz="914034" rtl="0" eaLnBrk="1" fontAlgn="ctr" latinLnBrk="0" hangingPunct="1">
        <a:lnSpc>
          <a:spcPct val="140000"/>
        </a:lnSpc>
        <a:spcBef>
          <a:spcPts val="648"/>
        </a:spcBef>
        <a:buClrTx/>
        <a:buSzPct val="50000"/>
        <a:buFont typeface="Wingdings" panose="05000000000000000000" pitchFamily="2" charset="2"/>
        <a:buChar char="n"/>
        <a:defRPr sz="17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3pPr>
      <a:lvl4pPr marL="1399840" indent="-197921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−"/>
        <a:defRPr sz="15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4pPr>
      <a:lvl5pPr marL="1802879" indent="-201519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~"/>
        <a:defRPr sz="13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2" pos="642" userDrawn="1">
          <p15:clr>
            <a:srgbClr val="F26B43"/>
          </p15:clr>
        </p15:guide>
        <p15:guide id="4" pos="7038" userDrawn="1">
          <p15:clr>
            <a:srgbClr val="F26B43"/>
          </p15:clr>
        </p15:guide>
        <p15:guide id="5" orient="horz" pos="2341" userDrawn="1">
          <p15:clr>
            <a:srgbClr val="F26B43"/>
          </p15:clr>
        </p15:guide>
        <p15:guide id="6" orient="horz" pos="3906" userDrawn="1">
          <p15:clr>
            <a:srgbClr val="F26B43"/>
          </p15:clr>
        </p15:guide>
        <p15:guide id="7" orient="horz" pos="1162" userDrawn="1">
          <p15:clr>
            <a:srgbClr val="F26B43"/>
          </p15:clr>
        </p15:guide>
        <p15:guide id="8" pos="3840" userDrawn="1">
          <p15:clr>
            <a:srgbClr val="F26B43"/>
          </p15:clr>
        </p15:guide>
        <p15:guide id="9" orient="horz" pos="731" userDrawn="1">
          <p15:clr>
            <a:srgbClr val="F26B43"/>
          </p15:clr>
        </p15:guide>
        <p15:guide id="10" orient="horz" pos="867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34131" y="457499"/>
            <a:ext cx="10726032" cy="98011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28" name="Rectangle 57"/>
          <p:cNvSpPr>
            <a:spLocks noGrp="1" noChangeArrowheads="1"/>
          </p:cNvSpPr>
          <p:nvPr>
            <p:ph type="body" idx="1"/>
          </p:nvPr>
        </p:nvSpPr>
        <p:spPr bwMode="auto">
          <a:xfrm>
            <a:off x="731838" y="1484313"/>
            <a:ext cx="10728325" cy="4443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3" name="TextBox 2">
            <a:extLst>
              <a:ext uri="{FF2B5EF4-FFF2-40B4-BE49-F238E27FC236}">
                <a16:creationId xmlns:a16="http://schemas.microsoft.com/office/drawing/2014/main" xmlns="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b="0" baseline="0" dirty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Huawei Confidential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xmlns="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baseline="0" smtClean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baseline="0" dirty="0">
              <a:solidFill>
                <a:srgbClr val="1D1D1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9" name="Group 87">
            <a:extLst>
              <a:ext uri="{FF2B5EF4-FFF2-40B4-BE49-F238E27FC236}">
                <a16:creationId xmlns:a16="http://schemas.microsoft.com/office/drawing/2014/main" xmlns="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0" name="矩形 13">
              <a:extLst>
                <a:ext uri="{FF2B5EF4-FFF2-40B4-BE49-F238E27FC236}">
                  <a16:creationId xmlns:a16="http://schemas.microsoft.com/office/drawing/2014/main" xmlns="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31" name="文本框 15">
              <a:extLst>
                <a:ext uri="{FF2B5EF4-FFF2-40B4-BE49-F238E27FC236}">
                  <a16:creationId xmlns:a16="http://schemas.microsoft.com/office/drawing/2014/main" xmlns="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:a16="http://schemas.microsoft.com/office/drawing/2014/main" xmlns="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xmlns="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xmlns="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xmlns="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:a16="http://schemas.microsoft.com/office/drawing/2014/main" xmlns="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xmlns="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38" name="文本框 15">
              <a:extLst>
                <a:ext uri="{FF2B5EF4-FFF2-40B4-BE49-F238E27FC236}">
                  <a16:creationId xmlns:a16="http://schemas.microsoft.com/office/drawing/2014/main" xmlns="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:a16="http://schemas.microsoft.com/office/drawing/2014/main" xmlns="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xmlns="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xmlns="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xmlns="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xmlns="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xmlns="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xmlns="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xmlns="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xmlns="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xmlns="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xmlns="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:a16="http://schemas.microsoft.com/office/drawing/2014/main" xmlns="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1" name="矩形 13">
              <a:extLst>
                <a:ext uri="{FF2B5EF4-FFF2-40B4-BE49-F238E27FC236}">
                  <a16:creationId xmlns:a16="http://schemas.microsoft.com/office/drawing/2014/main" xmlns="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:a16="http://schemas.microsoft.com/office/drawing/2014/main" xmlns="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:a16="http://schemas.microsoft.com/office/drawing/2014/main" xmlns="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:a16="http://schemas.microsoft.com/office/drawing/2014/main" xmlns="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:a16="http://schemas.microsoft.com/office/drawing/2014/main" xmlns="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76" name="矩形 13">
              <a:extLst>
                <a:ext uri="{FF2B5EF4-FFF2-40B4-BE49-F238E27FC236}">
                  <a16:creationId xmlns:a16="http://schemas.microsoft.com/office/drawing/2014/main" xmlns="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77" name="矩形 13">
              <a:extLst>
                <a:ext uri="{FF2B5EF4-FFF2-40B4-BE49-F238E27FC236}">
                  <a16:creationId xmlns:a16="http://schemas.microsoft.com/office/drawing/2014/main" xmlns="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78" name="矩形 13">
              <a:extLst>
                <a:ext uri="{FF2B5EF4-FFF2-40B4-BE49-F238E27FC236}">
                  <a16:creationId xmlns:a16="http://schemas.microsoft.com/office/drawing/2014/main" xmlns="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9" name="矩形 13">
              <a:extLst>
                <a:ext uri="{FF2B5EF4-FFF2-40B4-BE49-F238E27FC236}">
                  <a16:creationId xmlns:a16="http://schemas.microsoft.com/office/drawing/2014/main" xmlns="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:a16="http://schemas.microsoft.com/office/drawing/2014/main" xmlns="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:a16="http://schemas.microsoft.com/office/drawing/2014/main" xmlns="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:a16="http://schemas.microsoft.com/office/drawing/2014/main" xmlns="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:a16="http://schemas.microsoft.com/office/drawing/2014/main" xmlns="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:a16="http://schemas.microsoft.com/office/drawing/2014/main" xmlns="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:a16="http://schemas.microsoft.com/office/drawing/2014/main" xmlns="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:a16="http://schemas.microsoft.com/office/drawing/2014/main" xmlns="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:a16="http://schemas.microsoft.com/office/drawing/2014/main" xmlns="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88" name="矩形 13">
              <a:extLst>
                <a:ext uri="{FF2B5EF4-FFF2-40B4-BE49-F238E27FC236}">
                  <a16:creationId xmlns:a16="http://schemas.microsoft.com/office/drawing/2014/main" xmlns="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89" name="矩形 13">
              <a:extLst>
                <a:ext uri="{FF2B5EF4-FFF2-40B4-BE49-F238E27FC236}">
                  <a16:creationId xmlns:a16="http://schemas.microsoft.com/office/drawing/2014/main" xmlns="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30900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69" r:id="rId2"/>
    <p:sldLayoutId id="2147483862" r:id="rId3"/>
    <p:sldLayoutId id="2147483870" r:id="rId4"/>
    <p:sldLayoutId id="2147483863" r:id="rId5"/>
  </p:sldLayoutIdLst>
  <p:timing>
    <p:tnLst>
      <p:par>
        <p:cTn id="1" dur="indefinite" restart="never" nodeType="tmRoot"/>
      </p:par>
    </p:tnLst>
  </p:timing>
  <p:txStyles>
    <p:titleStyle>
      <a:lvl1pPr algn="l" defTabSz="914034" rtl="0" eaLnBrk="1" fontAlgn="base" latinLnBrk="0" hangingPunct="1">
        <a:lnSpc>
          <a:spcPct val="90000"/>
        </a:lnSpc>
        <a:spcBef>
          <a:spcPct val="0"/>
        </a:spcBef>
        <a:buNone/>
        <a:defRPr lang="zh-CN" altLang="en-US" sz="3200" kern="1200" baseline="0" dirty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</p:titleStyle>
    <p:bodyStyle>
      <a:lvl1pPr marL="302279" indent="-302279" algn="l" defTabSz="914034" rtl="0" eaLnBrk="1" fontAlgn="ctr" latinLnBrk="0" hangingPunct="1">
        <a:lnSpc>
          <a:spcPct val="140000"/>
        </a:lnSpc>
        <a:spcBef>
          <a:spcPts val="792"/>
        </a:spcBef>
        <a:buSzPct val="50000"/>
        <a:buFont typeface="Wingdings" panose="05000000000000000000" pitchFamily="2" charset="2"/>
        <a:buChar char="l"/>
        <a:defRPr sz="21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54938" indent="-251899" algn="l" defTabSz="914034" rtl="0" eaLnBrk="1" fontAlgn="ctr" latinLnBrk="0" hangingPunct="1">
        <a:lnSpc>
          <a:spcPct val="140000"/>
        </a:lnSpc>
        <a:spcBef>
          <a:spcPts val="720"/>
        </a:spcBef>
        <a:buClrTx/>
        <a:buSzPct val="50000"/>
        <a:buFont typeface="Wingdings" panose="05000000000000000000" pitchFamily="2" charset="2"/>
        <a:buChar char="p"/>
        <a:defRPr sz="19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2pPr>
      <a:lvl3pPr marL="1003998" indent="-201519" algn="l" defTabSz="914034" rtl="0" eaLnBrk="1" fontAlgn="ctr" latinLnBrk="0" hangingPunct="1">
        <a:lnSpc>
          <a:spcPct val="140000"/>
        </a:lnSpc>
        <a:spcBef>
          <a:spcPts val="648"/>
        </a:spcBef>
        <a:buClrTx/>
        <a:buSzPct val="50000"/>
        <a:buFont typeface="Wingdings" panose="05000000000000000000" pitchFamily="2" charset="2"/>
        <a:buChar char="n"/>
        <a:defRPr sz="17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3pPr>
      <a:lvl4pPr marL="1399840" indent="-197921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−"/>
        <a:defRPr sz="15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4pPr>
      <a:lvl5pPr marL="1802879" indent="-201519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~"/>
        <a:defRPr sz="13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2" pos="7219">
          <p15:clr>
            <a:srgbClr val="F26B43"/>
          </p15:clr>
        </p15:guide>
        <p15:guide id="3" orient="horz" pos="278" userDrawn="1">
          <p15:clr>
            <a:srgbClr val="F26B43"/>
          </p15:clr>
        </p15:guide>
        <p15:guide id="4" orient="horz" pos="3906">
          <p15:clr>
            <a:srgbClr val="F26B43"/>
          </p15:clr>
        </p15:guide>
        <p15:guide id="6" pos="3840">
          <p15:clr>
            <a:srgbClr val="F26B43"/>
          </p15:clr>
        </p15:guide>
        <p15:guide id="7" pos="461" userDrawn="1">
          <p15:clr>
            <a:srgbClr val="F26B43"/>
          </p15:clr>
        </p15:guide>
        <p15:guide id="8" orient="horz" pos="216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87">
            <a:extLst>
              <a:ext uri="{FF2B5EF4-FFF2-40B4-BE49-F238E27FC236}">
                <a16:creationId xmlns:a16="http://schemas.microsoft.com/office/drawing/2014/main" xmlns="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0" name="矩形 13">
              <a:extLst>
                <a:ext uri="{FF2B5EF4-FFF2-40B4-BE49-F238E27FC236}">
                  <a16:creationId xmlns:a16="http://schemas.microsoft.com/office/drawing/2014/main" xmlns="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31" name="文本框 15">
              <a:extLst>
                <a:ext uri="{FF2B5EF4-FFF2-40B4-BE49-F238E27FC236}">
                  <a16:creationId xmlns:a16="http://schemas.microsoft.com/office/drawing/2014/main" xmlns="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:a16="http://schemas.microsoft.com/office/drawing/2014/main" xmlns="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xmlns="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xmlns="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xmlns="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:a16="http://schemas.microsoft.com/office/drawing/2014/main" xmlns="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xmlns="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38" name="文本框 15">
              <a:extLst>
                <a:ext uri="{FF2B5EF4-FFF2-40B4-BE49-F238E27FC236}">
                  <a16:creationId xmlns:a16="http://schemas.microsoft.com/office/drawing/2014/main" xmlns="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:a16="http://schemas.microsoft.com/office/drawing/2014/main" xmlns="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xmlns="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xmlns="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xmlns="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xmlns="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xmlns="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45" name="矩形 13">
              <a:extLst>
                <a:ext uri="{FF2B5EF4-FFF2-40B4-BE49-F238E27FC236}">
                  <a16:creationId xmlns:a16="http://schemas.microsoft.com/office/drawing/2014/main" xmlns="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46" name="矩形 13">
              <a:extLst>
                <a:ext uri="{FF2B5EF4-FFF2-40B4-BE49-F238E27FC236}">
                  <a16:creationId xmlns:a16="http://schemas.microsoft.com/office/drawing/2014/main" xmlns="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47" name="矩形 13">
              <a:extLst>
                <a:ext uri="{FF2B5EF4-FFF2-40B4-BE49-F238E27FC236}">
                  <a16:creationId xmlns:a16="http://schemas.microsoft.com/office/drawing/2014/main" xmlns="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48" name="矩形 13">
              <a:extLst>
                <a:ext uri="{FF2B5EF4-FFF2-40B4-BE49-F238E27FC236}">
                  <a16:creationId xmlns:a16="http://schemas.microsoft.com/office/drawing/2014/main" xmlns="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49" name="矩形 13">
              <a:extLst>
                <a:ext uri="{FF2B5EF4-FFF2-40B4-BE49-F238E27FC236}">
                  <a16:creationId xmlns:a16="http://schemas.microsoft.com/office/drawing/2014/main" xmlns="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50" name="矩形 13">
              <a:extLst>
                <a:ext uri="{FF2B5EF4-FFF2-40B4-BE49-F238E27FC236}">
                  <a16:creationId xmlns:a16="http://schemas.microsoft.com/office/drawing/2014/main" xmlns="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1" name="矩形 13">
              <a:extLst>
                <a:ext uri="{FF2B5EF4-FFF2-40B4-BE49-F238E27FC236}">
                  <a16:creationId xmlns:a16="http://schemas.microsoft.com/office/drawing/2014/main" xmlns="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52" name="矩形 13">
              <a:extLst>
                <a:ext uri="{FF2B5EF4-FFF2-40B4-BE49-F238E27FC236}">
                  <a16:creationId xmlns:a16="http://schemas.microsoft.com/office/drawing/2014/main" xmlns="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53" name="矩形 13">
              <a:extLst>
                <a:ext uri="{FF2B5EF4-FFF2-40B4-BE49-F238E27FC236}">
                  <a16:creationId xmlns:a16="http://schemas.microsoft.com/office/drawing/2014/main" xmlns="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54" name="矩形 13">
              <a:extLst>
                <a:ext uri="{FF2B5EF4-FFF2-40B4-BE49-F238E27FC236}">
                  <a16:creationId xmlns:a16="http://schemas.microsoft.com/office/drawing/2014/main" xmlns="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55" name="矩形 13">
              <a:extLst>
                <a:ext uri="{FF2B5EF4-FFF2-40B4-BE49-F238E27FC236}">
                  <a16:creationId xmlns:a16="http://schemas.microsoft.com/office/drawing/2014/main" xmlns="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56" name="矩形 13">
              <a:extLst>
                <a:ext uri="{FF2B5EF4-FFF2-40B4-BE49-F238E27FC236}">
                  <a16:creationId xmlns:a16="http://schemas.microsoft.com/office/drawing/2014/main" xmlns="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57" name="矩形 13">
              <a:extLst>
                <a:ext uri="{FF2B5EF4-FFF2-40B4-BE49-F238E27FC236}">
                  <a16:creationId xmlns:a16="http://schemas.microsoft.com/office/drawing/2014/main" xmlns="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58" name="矩形 13">
              <a:extLst>
                <a:ext uri="{FF2B5EF4-FFF2-40B4-BE49-F238E27FC236}">
                  <a16:creationId xmlns:a16="http://schemas.microsoft.com/office/drawing/2014/main" xmlns="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9" name="矩形 13">
              <a:extLst>
                <a:ext uri="{FF2B5EF4-FFF2-40B4-BE49-F238E27FC236}">
                  <a16:creationId xmlns:a16="http://schemas.microsoft.com/office/drawing/2014/main" xmlns="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60" name="矩形 13">
              <a:extLst>
                <a:ext uri="{FF2B5EF4-FFF2-40B4-BE49-F238E27FC236}">
                  <a16:creationId xmlns:a16="http://schemas.microsoft.com/office/drawing/2014/main" xmlns="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61" name="矩形 13">
              <a:extLst>
                <a:ext uri="{FF2B5EF4-FFF2-40B4-BE49-F238E27FC236}">
                  <a16:creationId xmlns:a16="http://schemas.microsoft.com/office/drawing/2014/main" xmlns="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62" name="矩形 13">
              <a:extLst>
                <a:ext uri="{FF2B5EF4-FFF2-40B4-BE49-F238E27FC236}">
                  <a16:creationId xmlns:a16="http://schemas.microsoft.com/office/drawing/2014/main" xmlns="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63" name="矩形 13">
              <a:extLst>
                <a:ext uri="{FF2B5EF4-FFF2-40B4-BE49-F238E27FC236}">
                  <a16:creationId xmlns:a16="http://schemas.microsoft.com/office/drawing/2014/main" xmlns="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64" name="矩形 13">
              <a:extLst>
                <a:ext uri="{FF2B5EF4-FFF2-40B4-BE49-F238E27FC236}">
                  <a16:creationId xmlns:a16="http://schemas.microsoft.com/office/drawing/2014/main" xmlns="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xmlns="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xmlns="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xmlns="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xmlns="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xmlns="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sp>
        <p:nvSpPr>
          <p:cNvPr id="70" name="Title Placeholder 1">
            <a:extLst>
              <a:ext uri="{FF2B5EF4-FFF2-40B4-BE49-F238E27FC236}">
                <a16:creationId xmlns:a16="http://schemas.microsoft.com/office/drawing/2014/main" xmlns="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1" name="Text Placeholder 1">
            <a:extLst>
              <a:ext uri="{FF2B5EF4-FFF2-40B4-BE49-F238E27FC236}">
                <a16:creationId xmlns:a16="http://schemas.microsoft.com/office/drawing/2014/main" xmlns="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 smtClean="0">
                <a:solidFill>
                  <a:srgbClr val="1D1D1B"/>
                </a:solidFill>
                <a:latin typeface="+mj-lt"/>
              </a:rPr>
              <a:t>Copyright©2020 </a:t>
            </a: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r>
              <a:rPr kumimoji="1" lang="en-US" altLang="zh-CN" sz="779" dirty="0">
                <a:solidFill>
                  <a:srgbClr val="1D1D1B"/>
                </a:solidFill>
                <a:latin typeface="+mn-lt"/>
              </a:rPr>
              <a:t/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779" dirty="0">
                <a:solidFill>
                  <a:srgbClr val="1D1D1B"/>
                </a:solidFill>
                <a:latin typeface="+mn-lt"/>
              </a:rPr>
              <a:t/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72" name="Subtitle 6">
            <a:extLst>
              <a:ext uri="{FF2B5EF4-FFF2-40B4-BE49-F238E27FC236}">
                <a16:creationId xmlns:a16="http://schemas.microsoft.com/office/drawing/2014/main" xmlns="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/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73" name="Subtitle 6">
            <a:extLst>
              <a:ext uri="{FF2B5EF4-FFF2-40B4-BE49-F238E27FC236}">
                <a16:creationId xmlns:a16="http://schemas.microsoft.com/office/drawing/2014/main" xmlns="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home,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74" name="图片 7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7" y="5251150"/>
            <a:ext cx="1869596" cy="39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98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8" r:id="rId1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4998" b="0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Huawei Sans" panose="020C0503030203020204" pitchFamily="34" charset="0"/>
        </a:defRPr>
      </a:lvl1pPr>
    </p:titleStyle>
    <p:bodyStyle>
      <a:lvl1pPr marL="0" indent="0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None/>
        <a:defRPr sz="1818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662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61" userDrawn="1">
          <p15:clr>
            <a:srgbClr val="F26B43"/>
          </p15:clr>
        </p15:guide>
        <p15:guide id="4" pos="719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StratoVirt</a:t>
            </a:r>
            <a:r>
              <a:rPr lang="zh-CN" altLang="en-US" smtClean="0"/>
              <a:t>到底</a:t>
            </a:r>
            <a:r>
              <a:rPr lang="zh-CN" altLang="en-US" dirty="0"/>
              <a:t>是啥？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>
                <a:latin typeface="+mn-ea"/>
                <a:ea typeface="+mn-ea"/>
              </a:rPr>
              <a:t>Strato</a:t>
            </a:r>
            <a:r>
              <a:rPr lang="zh-CN" altLang="en-US" smtClean="0">
                <a:latin typeface="+mn-ea"/>
                <a:ea typeface="+mn-ea"/>
              </a:rPr>
              <a:t>，取自</a:t>
            </a:r>
            <a:r>
              <a:rPr lang="en-US" altLang="zh-CN" smtClean="0">
                <a:latin typeface="+mn-ea"/>
                <a:ea typeface="+mn-ea"/>
              </a:rPr>
              <a:t>stratosphere</a:t>
            </a:r>
            <a:r>
              <a:rPr lang="zh-CN" altLang="en-US" smtClean="0">
                <a:latin typeface="+mn-ea"/>
                <a:ea typeface="+mn-ea"/>
              </a:rPr>
              <a:t>，</a:t>
            </a:r>
            <a:r>
              <a:rPr lang="zh-CN" altLang="en-US">
                <a:latin typeface="+mn-ea"/>
                <a:ea typeface="+mn-ea"/>
              </a:rPr>
              <a:t>意指地球大气层中的平流层</a:t>
            </a:r>
            <a:r>
              <a:rPr lang="zh-CN" altLang="en-US" smtClean="0">
                <a:latin typeface="+mn-ea"/>
                <a:ea typeface="+mn-ea"/>
              </a:rPr>
              <a:t>，寓意</a:t>
            </a:r>
            <a:r>
              <a:rPr lang="zh-CN" altLang="en-US">
                <a:latin typeface="+mn-ea"/>
                <a:ea typeface="+mn-ea"/>
              </a:rPr>
              <a:t>为保护</a:t>
            </a:r>
            <a:r>
              <a:rPr lang="en-US" altLang="zh-CN">
                <a:latin typeface="+mn-ea"/>
                <a:ea typeface="+mn-ea"/>
              </a:rPr>
              <a:t>openEuler</a:t>
            </a:r>
            <a:r>
              <a:rPr lang="zh-CN" altLang="en-US">
                <a:latin typeface="+mn-ea"/>
                <a:ea typeface="+mn-ea"/>
              </a:rPr>
              <a:t>平台上业务平稳运行的轻薄保护层。</a:t>
            </a:r>
            <a:r>
              <a:rPr lang="en-US" altLang="zh-CN">
                <a:latin typeface="+mn-ea"/>
                <a:ea typeface="+mn-ea"/>
              </a:rPr>
              <a:t>Strato</a:t>
            </a:r>
            <a:r>
              <a:rPr lang="zh-CN" altLang="en-US">
                <a:latin typeface="+mn-ea"/>
                <a:ea typeface="+mn-ea"/>
              </a:rPr>
              <a:t>承载了项目的愿景与未来： 轻量、灵活</a:t>
            </a:r>
            <a:r>
              <a:rPr lang="zh-CN" altLang="en-US" smtClean="0">
                <a:latin typeface="+mn-ea"/>
                <a:ea typeface="+mn-ea"/>
              </a:rPr>
              <a:t>、安全</a:t>
            </a:r>
            <a:r>
              <a:rPr lang="zh-CN" altLang="en-US">
                <a:latin typeface="+mn-ea"/>
                <a:ea typeface="+mn-ea"/>
              </a:rPr>
              <a:t>和完整的保护能力</a:t>
            </a:r>
            <a:r>
              <a:rPr lang="zh-CN" altLang="en-US" smtClean="0">
                <a:latin typeface="+mn-ea"/>
                <a:ea typeface="+mn-ea"/>
              </a:rPr>
              <a:t>。</a:t>
            </a:r>
            <a:endParaRPr lang="zh-CN" altLang="en-US" dirty="0">
              <a:latin typeface="+mn-ea"/>
              <a:ea typeface="+mn-ea"/>
            </a:endParaRPr>
          </a:p>
          <a:p>
            <a:r>
              <a:rPr lang="en-US" altLang="zh-CN">
                <a:latin typeface="+mn-ea"/>
                <a:ea typeface="+mn-ea"/>
              </a:rPr>
              <a:t>StratoVirt</a:t>
            </a:r>
            <a:r>
              <a:rPr lang="zh-CN" altLang="en-US">
                <a:latin typeface="+mn-ea"/>
                <a:ea typeface="+mn-ea"/>
              </a:rPr>
              <a:t>是计算产业中面向云数据中心的企业级虚拟化平台，实现了一套架构统一支持虚拟机、容器、</a:t>
            </a:r>
            <a:r>
              <a:rPr lang="en-US" altLang="zh-CN">
                <a:latin typeface="+mn-ea"/>
                <a:ea typeface="+mn-ea"/>
              </a:rPr>
              <a:t>Serverless</a:t>
            </a:r>
            <a:r>
              <a:rPr lang="zh-CN" altLang="en-US">
                <a:latin typeface="+mn-ea"/>
                <a:ea typeface="+mn-ea"/>
              </a:rPr>
              <a:t>三种场景。</a:t>
            </a:r>
            <a:r>
              <a:rPr lang="en-US" altLang="zh-CN">
                <a:latin typeface="+mn-ea"/>
                <a:ea typeface="+mn-ea"/>
              </a:rPr>
              <a:t>StratoVirt</a:t>
            </a:r>
            <a:r>
              <a:rPr lang="zh-CN" altLang="en-US">
                <a:latin typeface="+mn-ea"/>
                <a:ea typeface="+mn-ea"/>
              </a:rPr>
              <a:t>在轻量低噪、软硬协同、</a:t>
            </a:r>
            <a:r>
              <a:rPr lang="en-US" altLang="zh-CN">
                <a:latin typeface="+mn-ea"/>
                <a:ea typeface="+mn-ea"/>
              </a:rPr>
              <a:t>Rust</a:t>
            </a:r>
            <a:r>
              <a:rPr lang="zh-CN" altLang="en-US">
                <a:latin typeface="+mn-ea"/>
                <a:ea typeface="+mn-ea"/>
              </a:rPr>
              <a:t>语言级安全等方面具备关键技术竞争优势</a:t>
            </a:r>
            <a:r>
              <a:rPr lang="zh-CN" altLang="en-US" smtClean="0">
                <a:latin typeface="+mn-ea"/>
                <a:ea typeface="+mn-ea"/>
              </a:rPr>
              <a:t>。</a:t>
            </a:r>
            <a:endParaRPr lang="zh-CN" altLang="en-US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41214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latin typeface="+mn-lt"/>
              </a:rPr>
              <a:t>StratoVirt </a:t>
            </a:r>
            <a:r>
              <a:rPr lang="zh-CN" altLang="en-US" dirty="0">
                <a:latin typeface="+mn-lt"/>
              </a:rPr>
              <a:t>统一架构</a:t>
            </a:r>
          </a:p>
        </p:txBody>
      </p:sp>
      <p:pic>
        <p:nvPicPr>
          <p:cNvPr id="1026" name="Picture 2" descr="https://openeuler.org/assets/img/StratoVirt_architecture.2f3bb21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6495" y="944563"/>
            <a:ext cx="5425640" cy="5419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2480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StratoVirt </a:t>
            </a:r>
            <a:r>
              <a:rPr lang="zh-CN" altLang="en-US" dirty="0"/>
              <a:t>架构简介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StratoVirt</a:t>
            </a:r>
            <a:r>
              <a:rPr lang="zh-CN" altLang="en-US"/>
              <a:t>核心架构自顶向下分为三层</a:t>
            </a:r>
            <a:r>
              <a:rPr lang="zh-CN" altLang="en-US" smtClean="0"/>
              <a:t>：</a:t>
            </a:r>
            <a:endParaRPr lang="zh-CN" altLang="en-US"/>
          </a:p>
          <a:p>
            <a:pPr lvl="1"/>
            <a:r>
              <a:rPr lang="zh-CN" altLang="en-US" smtClean="0"/>
              <a:t>协议接口</a:t>
            </a:r>
            <a:r>
              <a:rPr lang="zh-CN" altLang="en-US"/>
              <a:t>：兼容</a:t>
            </a:r>
            <a:r>
              <a:rPr lang="en-US" altLang="zh-CN"/>
              <a:t>QMP</a:t>
            </a:r>
            <a:r>
              <a:rPr lang="zh-CN" altLang="en-US"/>
              <a:t>（</a:t>
            </a:r>
            <a:r>
              <a:rPr lang="en-US" altLang="zh-CN"/>
              <a:t>QEMU Machine Protocol</a:t>
            </a:r>
            <a:r>
              <a:rPr lang="zh-CN" altLang="en-US"/>
              <a:t>）</a:t>
            </a:r>
            <a:r>
              <a:rPr lang="zh-CN" altLang="en-US" smtClean="0"/>
              <a:t>协议。</a:t>
            </a:r>
            <a:endParaRPr lang="zh-CN" altLang="en-US"/>
          </a:p>
          <a:p>
            <a:pPr lvl="1"/>
            <a:r>
              <a:rPr lang="en-US" altLang="zh-CN"/>
              <a:t>BootLoader</a:t>
            </a:r>
            <a:r>
              <a:rPr lang="zh-CN" altLang="en-US"/>
              <a:t>：抛弃传统</a:t>
            </a:r>
            <a:r>
              <a:rPr lang="en-US" altLang="zh-CN"/>
              <a:t>BIOS+GRUB</a:t>
            </a:r>
            <a:r>
              <a:rPr lang="zh-CN" altLang="en-US"/>
              <a:t>的启动模式，实现了更轻更快的</a:t>
            </a:r>
            <a:r>
              <a:rPr lang="en-US" altLang="zh-CN"/>
              <a:t>Bootloader</a:t>
            </a:r>
            <a:r>
              <a:rPr lang="zh-CN" altLang="en-US"/>
              <a:t>。</a:t>
            </a:r>
          </a:p>
          <a:p>
            <a:pPr lvl="1"/>
            <a:r>
              <a:rPr lang="en-US" altLang="zh-CN"/>
              <a:t>MicroVM</a:t>
            </a:r>
            <a:r>
              <a:rPr lang="zh-CN" altLang="en-US"/>
              <a:t>：虚拟化层，充分利用软硬协同能力，精简化设备模型；低时延资源伸缩能力。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99962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虚拟机功能</a:t>
            </a:r>
            <a:r>
              <a:rPr lang="zh-CN" altLang="en-US" dirty="0"/>
              <a:t>简介 </a:t>
            </a:r>
            <a:r>
              <a:rPr lang="en-US" altLang="zh-CN" dirty="0"/>
              <a:t>(1)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731838" y="1047751"/>
            <a:ext cx="10728326" cy="2582956"/>
          </a:xfrm>
        </p:spPr>
        <p:txBody>
          <a:bodyPr/>
          <a:lstStyle/>
          <a:p>
            <a:r>
              <a:rPr lang="zh-CN" altLang="en-US" dirty="0"/>
              <a:t>现在</a:t>
            </a:r>
            <a:r>
              <a:rPr lang="zh-CN" altLang="en-US"/>
              <a:t>简要</a:t>
            </a:r>
            <a:r>
              <a:rPr lang="zh-CN" altLang="en-US" smtClean="0"/>
              <a:t>介绍</a:t>
            </a:r>
            <a:r>
              <a:rPr lang="en-US" altLang="zh-CN" smtClean="0"/>
              <a:t>StratoVirt</a:t>
            </a:r>
            <a:r>
              <a:rPr lang="zh-CN" altLang="en-US" smtClean="0"/>
              <a:t>运行虚拟机功能以及和</a:t>
            </a:r>
            <a:r>
              <a:rPr lang="en-US" altLang="zh-CN" smtClean="0"/>
              <a:t>iSula</a:t>
            </a:r>
            <a:r>
              <a:rPr lang="zh-CN" altLang="en-US"/>
              <a:t>安全容器对接的功能，</a:t>
            </a:r>
            <a:r>
              <a:rPr lang="zh-CN" altLang="en-US" dirty="0"/>
              <a:t>详细步骤可查看</a:t>
            </a:r>
            <a:r>
              <a:rPr lang="en-US" altLang="zh-CN" dirty="0"/>
              <a:t>openEuler</a:t>
            </a:r>
            <a:r>
              <a:rPr lang="zh-CN" altLang="en-US"/>
              <a:t>社区</a:t>
            </a:r>
            <a:r>
              <a:rPr lang="en-US" altLang="zh-CN" smtClean="0"/>
              <a:t>《StratoVirt</a:t>
            </a:r>
            <a:r>
              <a:rPr lang="zh-CN" altLang="en-US" smtClean="0"/>
              <a:t>用户指南</a:t>
            </a:r>
            <a:r>
              <a:rPr lang="en-US" altLang="zh-CN" smtClean="0"/>
              <a:t>》</a:t>
            </a:r>
            <a:r>
              <a:rPr lang="zh-CN" altLang="en-US" smtClean="0"/>
              <a:t>。</a:t>
            </a:r>
            <a:endParaRPr lang="zh-CN" altLang="en-US" dirty="0"/>
          </a:p>
          <a:p>
            <a:r>
              <a:rPr lang="zh-CN" altLang="en-US" smtClean="0"/>
              <a:t>运行虚拟机：准备一个虚拟机</a:t>
            </a:r>
            <a:r>
              <a:rPr lang="en-US" altLang="zh-CN"/>
              <a:t>kernel</a:t>
            </a:r>
            <a:r>
              <a:rPr lang="zh-CN" altLang="en-US" smtClean="0"/>
              <a:t>文件和</a:t>
            </a:r>
            <a:r>
              <a:rPr lang="en-US" altLang="zh-CN" smtClean="0"/>
              <a:t>rootfs</a:t>
            </a:r>
            <a:r>
              <a:rPr lang="zh-CN" altLang="en-US"/>
              <a:t>。</a:t>
            </a:r>
            <a:r>
              <a:rPr lang="en-US" altLang="zh-CN" smtClean="0"/>
              <a:t>kernel</a:t>
            </a:r>
            <a:r>
              <a:rPr lang="zh-CN" altLang="en-US" smtClean="0"/>
              <a:t>文件支持</a:t>
            </a:r>
            <a:r>
              <a:rPr lang="en-US" altLang="zh-CN" smtClean="0"/>
              <a:t>PE</a:t>
            </a:r>
            <a:r>
              <a:rPr lang="zh-CN" altLang="en-US" smtClean="0"/>
              <a:t>格式，它是要启动虚拟机的内核镜像；</a:t>
            </a:r>
            <a:r>
              <a:rPr lang="en-US" altLang="zh-CN" smtClean="0"/>
              <a:t>rootfs</a:t>
            </a:r>
            <a:r>
              <a:rPr lang="zh-CN" altLang="en-US" smtClean="0"/>
              <a:t>是内核启动的过程中挂载的根文件系统。（</a:t>
            </a:r>
            <a:r>
              <a:rPr lang="en-US" altLang="zh-CN" smtClean="0"/>
              <a:t>kernel</a:t>
            </a:r>
            <a:r>
              <a:rPr lang="zh-CN" altLang="en-US" smtClean="0"/>
              <a:t>文件和</a:t>
            </a:r>
            <a:r>
              <a:rPr lang="en-US" altLang="zh-CN" smtClean="0"/>
              <a:t>rootfs</a:t>
            </a:r>
            <a:r>
              <a:rPr lang="zh-CN" altLang="en-US" smtClean="0"/>
              <a:t>制作详见</a:t>
            </a:r>
            <a:r>
              <a:rPr lang="en-US" altLang="zh-CN" smtClean="0"/>
              <a:t>《StratoVirt</a:t>
            </a:r>
            <a:r>
              <a:rPr lang="zh-CN" altLang="en-US" smtClean="0"/>
              <a:t>用户指南</a:t>
            </a:r>
            <a:r>
              <a:rPr lang="en-US" altLang="zh-CN" smtClean="0"/>
              <a:t>》</a:t>
            </a:r>
            <a:r>
              <a:rPr lang="zh-CN" altLang="en-US" smtClean="0"/>
              <a:t>）</a:t>
            </a:r>
            <a:endParaRPr lang="en-US" altLang="zh-CN" smtClean="0"/>
          </a:p>
          <a:p>
            <a:r>
              <a:rPr lang="zh-CN" altLang="en-US" smtClean="0"/>
              <a:t>启动命令行：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 bwMode="auto">
          <a:xfrm>
            <a:off x="1007195" y="4241000"/>
            <a:ext cx="10217276" cy="101198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2000"/>
              <a:t>$ stratovirt -kernel /path/to/vmlinux.bin -append console=ttyS0 root=/dev/vda reboot=k panic=1 -drive file=/home/rootfs,id=rootfs,readonly=false -api-channel unix:/tmp/stratovirt.socket -serial stdio</a:t>
            </a:r>
            <a:endParaRPr lang="zh-CN" alt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806234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虚拟机</a:t>
            </a:r>
            <a:r>
              <a:rPr lang="zh-CN" altLang="en-US" smtClean="0"/>
              <a:t>功能</a:t>
            </a:r>
            <a:r>
              <a:rPr lang="zh-CN" altLang="en-US" dirty="0"/>
              <a:t>简介 </a:t>
            </a:r>
            <a:r>
              <a:rPr lang="en-US" altLang="zh-CN" dirty="0"/>
              <a:t>(2)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731838" y="1047751"/>
            <a:ext cx="10728326" cy="1130674"/>
          </a:xfrm>
        </p:spPr>
        <p:txBody>
          <a:bodyPr/>
          <a:lstStyle/>
          <a:p>
            <a:r>
              <a:rPr lang="zh-CN" altLang="en-US" dirty="0"/>
              <a:t>暂停</a:t>
            </a:r>
            <a:r>
              <a:rPr lang="en-US" altLang="zh-CN"/>
              <a:t>/</a:t>
            </a:r>
            <a:r>
              <a:rPr lang="zh-CN" altLang="en-US" smtClean="0"/>
              <a:t>恢复虚拟机：</a:t>
            </a:r>
            <a:r>
              <a:rPr lang="en-US" altLang="zh-CN" smtClean="0"/>
              <a:t>QMP</a:t>
            </a:r>
            <a:r>
              <a:rPr lang="zh-CN" altLang="en-US" smtClean="0"/>
              <a:t>提供</a:t>
            </a:r>
            <a:r>
              <a:rPr lang="en-US" altLang="zh-CN" smtClean="0"/>
              <a:t>stop/cont</a:t>
            </a:r>
            <a:r>
              <a:rPr lang="zh-CN" altLang="en-US" smtClean="0"/>
              <a:t>命令用于暂停</a:t>
            </a:r>
            <a:r>
              <a:rPr lang="en-US" altLang="zh-CN" smtClean="0"/>
              <a:t>/</a:t>
            </a:r>
            <a:r>
              <a:rPr lang="zh-CN" altLang="en-US" smtClean="0"/>
              <a:t>恢复虚拟机，即暂停</a:t>
            </a:r>
            <a:r>
              <a:rPr lang="en-US" altLang="zh-CN" smtClean="0"/>
              <a:t>/</a:t>
            </a:r>
            <a:r>
              <a:rPr lang="zh-CN" altLang="en-US" smtClean="0"/>
              <a:t>恢复虚拟机的所有</a:t>
            </a:r>
            <a:r>
              <a:rPr lang="en-US" altLang="zh-CN" smtClean="0"/>
              <a:t>vCPU</a:t>
            </a:r>
            <a:r>
              <a:rPr lang="zh-CN" altLang="en-US" smtClean="0"/>
              <a:t>。</a:t>
            </a:r>
            <a:endParaRPr lang="en-US" altLang="zh-CN" smtClean="0"/>
          </a:p>
          <a:p>
            <a:r>
              <a:rPr lang="zh-CN" altLang="en-US" smtClean="0"/>
              <a:t>退出虚拟机：</a:t>
            </a:r>
            <a:r>
              <a:rPr lang="en-US" altLang="zh-CN" smtClean="0"/>
              <a:t>QMP</a:t>
            </a:r>
            <a:r>
              <a:rPr lang="zh-CN" altLang="en-US" smtClean="0"/>
              <a:t>提供</a:t>
            </a:r>
            <a:r>
              <a:rPr lang="en-US" altLang="zh-CN" smtClean="0"/>
              <a:t>quit</a:t>
            </a:r>
            <a:r>
              <a:rPr lang="zh-CN" altLang="en-US" smtClean="0"/>
              <a:t>命令用于退出虚拟机，即退出</a:t>
            </a:r>
            <a:r>
              <a:rPr lang="en-US" altLang="zh-CN" smtClean="0"/>
              <a:t>stratovirt</a:t>
            </a:r>
            <a:r>
              <a:rPr lang="zh-CN" altLang="en-US" smtClean="0"/>
              <a:t>进程。</a:t>
            </a:r>
            <a:endParaRPr lang="en-US" altLang="zh-CN" smtClean="0"/>
          </a:p>
          <a:p>
            <a:r>
              <a:rPr lang="zh-CN" altLang="en-US" smtClean="0"/>
              <a:t>命令行：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 bwMode="auto">
          <a:xfrm>
            <a:off x="1017464" y="3460152"/>
            <a:ext cx="10157071" cy="162754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latinLnBrk="1"/>
            <a:r>
              <a:rPr lang="en-US" altLang="zh-CN" sz="2000" smtClean="0"/>
              <a:t>$ ncat –U /path/to/socket</a:t>
            </a:r>
          </a:p>
          <a:p>
            <a:pPr latinLnBrk="1"/>
            <a:endParaRPr lang="en-US" altLang="zh-CN" sz="2000" smtClean="0"/>
          </a:p>
          <a:p>
            <a:pPr latinLnBrk="1"/>
            <a:r>
              <a:rPr lang="en-US" altLang="zh-CN" sz="2000"/>
              <a:t>{"execute":"stop</a:t>
            </a:r>
            <a:r>
              <a:rPr lang="en-US" altLang="zh-CN" sz="2000" smtClean="0"/>
              <a:t>"}</a:t>
            </a:r>
          </a:p>
          <a:p>
            <a:pPr latinLnBrk="1"/>
            <a:r>
              <a:rPr lang="en-US" altLang="zh-CN" sz="2000"/>
              <a:t>{"execute":"cont</a:t>
            </a:r>
            <a:r>
              <a:rPr lang="en-US" altLang="zh-CN" sz="2000" smtClean="0"/>
              <a:t>"}</a:t>
            </a:r>
          </a:p>
          <a:p>
            <a:pPr latinLnBrk="1"/>
            <a:r>
              <a:rPr lang="en-US" altLang="zh-CN" sz="2000"/>
              <a:t>{"execute":"quit"}</a:t>
            </a:r>
            <a:endParaRPr lang="zh-CN" alt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1652236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85982"/>
          </a:xfrm>
        </p:spPr>
        <p:txBody>
          <a:bodyPr/>
          <a:lstStyle/>
          <a:p>
            <a:r>
              <a:rPr lang="zh-CN" altLang="en-US"/>
              <a:t>虚拟机</a:t>
            </a:r>
            <a:r>
              <a:rPr lang="zh-CN" altLang="en-US" smtClean="0"/>
              <a:t>功能</a:t>
            </a:r>
            <a:r>
              <a:rPr lang="zh-CN" altLang="en-US"/>
              <a:t>简介 </a:t>
            </a:r>
            <a:r>
              <a:rPr lang="en-US" altLang="zh-CN" smtClean="0"/>
              <a:t>(3)</a:t>
            </a:r>
            <a:endParaRPr lang="zh-CN" alt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731838" y="1047750"/>
            <a:ext cx="10728326" cy="1991285"/>
          </a:xfrm>
        </p:spPr>
        <p:txBody>
          <a:bodyPr/>
          <a:lstStyle/>
          <a:p>
            <a:r>
              <a:rPr lang="zh-CN" altLang="en-US" smtClean="0"/>
              <a:t>管理虚拟机资源：</a:t>
            </a:r>
            <a:r>
              <a:rPr lang="en-US" altLang="zh-CN" smtClean="0"/>
              <a:t>StratoVirt</a:t>
            </a:r>
            <a:r>
              <a:rPr lang="zh-CN" altLang="en-US" smtClean="0"/>
              <a:t>支持在虚拟机运行过程中调整磁盘数量，即在不中断业务</a:t>
            </a:r>
            <a:r>
              <a:rPr lang="zh-CN" altLang="en-US"/>
              <a:t>的</a:t>
            </a:r>
            <a:r>
              <a:rPr lang="zh-CN" altLang="en-US" smtClean="0"/>
              <a:t>前提下，增加或删除虚拟机磁盘</a:t>
            </a:r>
            <a:endParaRPr lang="en-US" altLang="zh-CN" smtClean="0"/>
          </a:p>
          <a:p>
            <a:r>
              <a:rPr lang="zh-CN" altLang="en-US" smtClean="0"/>
              <a:t>命令行：</a:t>
            </a:r>
            <a:endParaRPr lang="en-US" altLang="zh-CN"/>
          </a:p>
          <a:p>
            <a:endParaRPr lang="zh-CN" altLang="en-US" dirty="0"/>
          </a:p>
        </p:txBody>
      </p:sp>
      <p:sp>
        <p:nvSpPr>
          <p:cNvPr id="6" name="TextBox 3"/>
          <p:cNvSpPr txBox="1"/>
          <p:nvPr/>
        </p:nvSpPr>
        <p:spPr bwMode="auto">
          <a:xfrm>
            <a:off x="1017464" y="3053929"/>
            <a:ext cx="10157071" cy="224309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latinLnBrk="1"/>
            <a:r>
              <a:rPr lang="en-US" altLang="zh-CN" sz="2000" smtClean="0"/>
              <a:t>$ ncat –U /path/to/socket</a:t>
            </a:r>
          </a:p>
          <a:p>
            <a:pPr latinLnBrk="1"/>
            <a:endParaRPr lang="en-US" altLang="zh-CN" sz="2000" smtClean="0"/>
          </a:p>
          <a:p>
            <a:pPr latinLnBrk="1"/>
            <a:r>
              <a:rPr lang="en-US" altLang="zh-CN" sz="2000"/>
              <a:t>{"execute": "blockdev-add", "arguments": {"node-name": "drive-0", "file": {"driver": "file", "filename": "/path/to/block"}, "cache": {"direct": true}, "read-only": false</a:t>
            </a:r>
            <a:r>
              <a:rPr lang="en-US" altLang="zh-CN" sz="2000" smtClean="0"/>
              <a:t>}}</a:t>
            </a:r>
            <a:endParaRPr lang="en-US" altLang="zh-CN" sz="200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atinLnBrk="1"/>
            <a:endParaRPr lang="en-US" altLang="zh-CN" sz="200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atinLnBrk="1"/>
            <a:r>
              <a:rPr lang="en-US" altLang="zh-CN" sz="2000"/>
              <a:t>{"execute": "device_add", "arguments": {"id": "drive-0", "driver": "virtio-blk-mmio", "addr": "0x1"}}</a:t>
            </a:r>
            <a:endParaRPr lang="zh-CN" alt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1800047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虚拟机</a:t>
            </a:r>
            <a:r>
              <a:rPr lang="zh-CN" altLang="en-US" smtClean="0"/>
              <a:t>功能</a:t>
            </a:r>
            <a:r>
              <a:rPr lang="zh-CN" altLang="en-US"/>
              <a:t>简介 </a:t>
            </a:r>
            <a:r>
              <a:rPr lang="en-US" altLang="zh-CN" smtClean="0"/>
              <a:t>(4)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731838" y="1047750"/>
            <a:ext cx="10728326" cy="1991285"/>
          </a:xfrm>
        </p:spPr>
        <p:txBody>
          <a:bodyPr/>
          <a:lstStyle/>
          <a:p>
            <a:r>
              <a:rPr lang="zh-CN" altLang="en-US" smtClean="0"/>
              <a:t>对接</a:t>
            </a:r>
            <a:r>
              <a:rPr lang="en-US" altLang="zh-CN" smtClean="0"/>
              <a:t>iSula</a:t>
            </a:r>
            <a:r>
              <a:rPr lang="zh-CN" altLang="en-US" smtClean="0"/>
              <a:t>安全容器：</a:t>
            </a:r>
            <a:r>
              <a:rPr lang="en-US" altLang="zh-CN" smtClean="0"/>
              <a:t>StratoVirt</a:t>
            </a:r>
            <a:r>
              <a:rPr lang="zh-CN" altLang="en-US" smtClean="0"/>
              <a:t>支持对接</a:t>
            </a:r>
            <a:r>
              <a:rPr lang="en-US" altLang="zh-CN" smtClean="0"/>
              <a:t>iSula</a:t>
            </a:r>
            <a:r>
              <a:rPr lang="zh-CN" altLang="en-US" smtClean="0"/>
              <a:t>安全容器场景。修改</a:t>
            </a:r>
            <a:r>
              <a:rPr lang="en-US" altLang="zh-CN" smtClean="0"/>
              <a:t>kata</a:t>
            </a:r>
            <a:r>
              <a:rPr lang="zh-CN" altLang="en-US" smtClean="0"/>
              <a:t>配置文件中虚拟化层配置（详见</a:t>
            </a:r>
            <a:r>
              <a:rPr lang="en-US" altLang="zh-CN" smtClean="0"/>
              <a:t>《StratoVirt</a:t>
            </a:r>
            <a:r>
              <a:rPr lang="zh-CN" altLang="en-US" smtClean="0"/>
              <a:t>用户指南</a:t>
            </a:r>
            <a:r>
              <a:rPr lang="en-US" altLang="zh-CN" smtClean="0"/>
              <a:t>》</a:t>
            </a:r>
            <a:r>
              <a:rPr lang="zh-CN" altLang="en-US" smtClean="0"/>
              <a:t>），然后通过</a:t>
            </a:r>
            <a:r>
              <a:rPr lang="en-US" altLang="zh-CN" smtClean="0"/>
              <a:t>kata</a:t>
            </a:r>
            <a:r>
              <a:rPr lang="zh-CN" altLang="en-US" smtClean="0"/>
              <a:t>启动</a:t>
            </a:r>
            <a:r>
              <a:rPr lang="en-US" altLang="zh-CN" smtClean="0"/>
              <a:t>StratoVirt</a:t>
            </a:r>
            <a:r>
              <a:rPr lang="zh-CN" altLang="en-US" smtClean="0"/>
              <a:t>虚拟机，在虚拟机内部运行容器，从而实现虚拟机级别的容器环境的安全隔离。</a:t>
            </a:r>
            <a:endParaRPr lang="en-US" altLang="zh-CN" smtClean="0"/>
          </a:p>
          <a:p>
            <a:r>
              <a:rPr lang="zh-CN" altLang="en-US" smtClean="0"/>
              <a:t>命令行：</a:t>
            </a:r>
            <a:endParaRPr lang="en-US" altLang="zh-CN" smtClean="0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5" name="TextBox 3"/>
          <p:cNvSpPr txBox="1"/>
          <p:nvPr/>
        </p:nvSpPr>
        <p:spPr bwMode="auto">
          <a:xfrm>
            <a:off x="1025854" y="3490696"/>
            <a:ext cx="8378206" cy="39643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7802" tIns="43901" rIns="87802" bIns="43901" numCol="1" rtlCol="0" anchor="ctr" anchorCtr="0" compatLnSpc="1">
            <a:prstTxWarp prst="textNoShape">
              <a:avLst/>
            </a:prstTxWarp>
            <a:spAutoFit/>
          </a:bodyPr>
          <a:lstStyle/>
          <a:p>
            <a:pPr latinLnBrk="1"/>
            <a:r>
              <a:rPr lang="en-US" altLang="zh-CN" sz="2000" smtClean="0"/>
              <a:t>$ isula run -tid --runtime=kata-runtime --name test busybox sh</a:t>
            </a:r>
            <a:endParaRPr lang="zh-CN" alt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947907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标题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功能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内容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感谢页模板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1AA013AF-7C2E-4A39-9796-86760F640C19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226774B8D87F4D92D9D1F6859ED44E" ma:contentTypeVersion="0" ma:contentTypeDescription="Create a new document." ma:contentTypeScope="" ma:versionID="2405c1ce63a3409bcef189279c704bc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3BB0E4A-51FC-4B4D-8B7E-209EA6035DF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1A4E927-2E19-40DA-AC21-D3EBC4321306}">
  <ds:schemaRefs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elements/1.1/"/>
    <ds:schemaRef ds:uri="http://purl.org/dc/terms/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E0C0B7D1-9D1B-4D75-900E-434169096BE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1459</TotalTime>
  <Words>546</Words>
  <Application>Microsoft Office PowerPoint</Application>
  <PresentationFormat>宽屏</PresentationFormat>
  <Paragraphs>35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方正兰亭黑简体</vt:lpstr>
      <vt:lpstr>Microsoft YaHei</vt:lpstr>
      <vt:lpstr>Microsoft YaHei</vt:lpstr>
      <vt:lpstr>Huawei Sans</vt:lpstr>
      <vt:lpstr>Wingdings</vt:lpstr>
      <vt:lpstr>1_标题页模板</vt:lpstr>
      <vt:lpstr>2_功能页模板</vt:lpstr>
      <vt:lpstr>3_内容页模板</vt:lpstr>
      <vt:lpstr>4_感谢页模板</vt:lpstr>
      <vt:lpstr>StratoVirt到底是啥？</vt:lpstr>
      <vt:lpstr>StratoVirt 统一架构</vt:lpstr>
      <vt:lpstr>StratoVirt 架构简介</vt:lpstr>
      <vt:lpstr>虚拟机功能简介 (1)</vt:lpstr>
      <vt:lpstr>虚拟机功能简介 (2)</vt:lpstr>
      <vt:lpstr>虚拟机功能简介 (3)</vt:lpstr>
      <vt:lpstr>虚拟机功能简介 (4)</vt:lpstr>
    </vt:vector>
  </TitlesOfParts>
  <Company>Huawei Technologies Co.,Ltd.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fanyan (A)</dc:creator>
  <cp:lastModifiedBy>zhangliang (AG)</cp:lastModifiedBy>
  <cp:revision>253</cp:revision>
  <cp:lastPrinted>2020-07-31T09:33:18Z</cp:lastPrinted>
  <dcterms:created xsi:type="dcterms:W3CDTF">2018-11-29T10:16:29Z</dcterms:created>
  <dcterms:modified xsi:type="dcterms:W3CDTF">2020-10-19T08:06:37Z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(3)xB6VE8mi5PGAdtvM1A+TsLAG0JdduuQRNZXan18cKsVpvbhougtn6B1CsluEqJXzlMQoZPKR
Pbg9Dz4fJilnxFL58tVSX03fKC147dcrA3eS6ggKjny6xfl7+xHjqmuS75Kcn3UnglnEPouS
DakSLY7UZq3ksOD5dOyeELMNi+WpAvLY6+IMXdUxpyGn7EoDnkAeLQUtkYOuHoURcaYhRKMf
GWYn/XICwn8wjUFg75</vt:lpwstr>
  </property>
  <property fmtid="{D5CDD505-2E9C-101B-9397-08002B2CF9AE}" pid="3" name="_2015_ms_pID_7253431">
    <vt:lpwstr>LDiJCjZzZXR01GtDVMm3yqshHPEH6fNZfIy4Urqlm+YvSyLGNXW6tq
xk/prpzqMkRFEQRN3v4BNmled/PPo5sW9HPFzkDwzVipV43DI+8PhB9nhRaDZxm89xE9ddk9
iAfczCp8f5k7xQKidRY7X9ffDS2XPxnXDmWQJd/l4gs092gi/GlGUbDvxwq5InRgbzYWjVlV
63YQNcvqP9eJWXjo6Nx9xaSZvfhyfLKwaitX</vt:lpwstr>
  </property>
  <property fmtid="{D5CDD505-2E9C-101B-9397-08002B2CF9AE}" pid="4" name="_2015_ms_pID_7253432">
    <vt:lpwstr>4A==</vt:lpwstr>
  </property>
  <property fmtid="{D5CDD505-2E9C-101B-9397-08002B2CF9AE}" pid="5" name="ContentTypeId">
    <vt:lpwstr>0x010100CC226774B8D87F4D92D9D1F6859ED44E</vt:lpwstr>
  </property>
  <property fmtid="{D5CDD505-2E9C-101B-9397-08002B2CF9AE}" pid="6" name="_readonly">
    <vt:lpwstr/>
  </property>
  <property fmtid="{D5CDD505-2E9C-101B-9397-08002B2CF9AE}" pid="7" name="_change">
    <vt:lpwstr/>
  </property>
  <property fmtid="{D5CDD505-2E9C-101B-9397-08002B2CF9AE}" pid="8" name="_full-control">
    <vt:lpwstr/>
  </property>
  <property fmtid="{D5CDD505-2E9C-101B-9397-08002B2CF9AE}" pid="9" name="sflag">
    <vt:lpwstr>1602221705</vt:lpwstr>
  </property>
</Properties>
</file>