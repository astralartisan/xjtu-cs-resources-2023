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Lst>
  <p:notesMasterIdLst>
    <p:notesMasterId r:id="rId59"/>
  </p:notesMasterIdLst>
  <p:sldIdLst>
    <p:sldId id="356" r:id="rId2"/>
    <p:sldId id="256" r:id="rId3"/>
    <p:sldId id="257" r:id="rId4"/>
    <p:sldId id="314" r:id="rId5"/>
    <p:sldId id="263" r:id="rId6"/>
    <p:sldId id="432" r:id="rId7"/>
    <p:sldId id="365" r:id="rId8"/>
    <p:sldId id="401" r:id="rId9"/>
    <p:sldId id="400" r:id="rId10"/>
    <p:sldId id="402" r:id="rId11"/>
    <p:sldId id="403" r:id="rId12"/>
    <p:sldId id="404" r:id="rId13"/>
    <p:sldId id="405" r:id="rId14"/>
    <p:sldId id="406" r:id="rId15"/>
    <p:sldId id="433" r:id="rId16"/>
    <p:sldId id="409" r:id="rId17"/>
    <p:sldId id="410" r:id="rId18"/>
    <p:sldId id="434" r:id="rId19"/>
    <p:sldId id="845" r:id="rId20"/>
    <p:sldId id="846" r:id="rId21"/>
    <p:sldId id="435" r:id="rId22"/>
    <p:sldId id="417" r:id="rId23"/>
    <p:sldId id="440" r:id="rId24"/>
    <p:sldId id="418" r:id="rId25"/>
    <p:sldId id="421" r:id="rId26"/>
    <p:sldId id="442" r:id="rId27"/>
    <p:sldId id="844" r:id="rId28"/>
    <p:sldId id="867" r:id="rId29"/>
    <p:sldId id="443" r:id="rId30"/>
    <p:sldId id="441" r:id="rId31"/>
    <p:sldId id="444" r:id="rId32"/>
    <p:sldId id="445" r:id="rId33"/>
    <p:sldId id="446" r:id="rId34"/>
    <p:sldId id="447" r:id="rId35"/>
    <p:sldId id="448" r:id="rId36"/>
    <p:sldId id="449" r:id="rId37"/>
    <p:sldId id="450" r:id="rId38"/>
    <p:sldId id="451" r:id="rId39"/>
    <p:sldId id="452" r:id="rId40"/>
    <p:sldId id="842" r:id="rId41"/>
    <p:sldId id="843" r:id="rId42"/>
    <p:sldId id="921" r:id="rId43"/>
    <p:sldId id="922" r:id="rId44"/>
    <p:sldId id="923" r:id="rId45"/>
    <p:sldId id="924" r:id="rId46"/>
    <p:sldId id="878" r:id="rId47"/>
    <p:sldId id="879" r:id="rId48"/>
    <p:sldId id="880" r:id="rId49"/>
    <p:sldId id="919" r:id="rId50"/>
    <p:sldId id="436" r:id="rId51"/>
    <p:sldId id="424" r:id="rId52"/>
    <p:sldId id="425" r:id="rId53"/>
    <p:sldId id="426" r:id="rId54"/>
    <p:sldId id="427" r:id="rId55"/>
    <p:sldId id="431" r:id="rId56"/>
    <p:sldId id="364" r:id="rId57"/>
    <p:sldId id="439" r:id="rId5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64" autoAdjust="0"/>
    <p:restoredTop sz="68131" autoAdjust="0"/>
  </p:normalViewPr>
  <p:slideViewPr>
    <p:cSldViewPr>
      <p:cViewPr>
        <p:scale>
          <a:sx n="50" d="100"/>
          <a:sy n="50" d="100"/>
        </p:scale>
        <p:origin x="807"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26C36363-6000-4443-B38E-3DB14CC8425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5779" name="Rectangle 3">
            <a:extLst>
              <a:ext uri="{FF2B5EF4-FFF2-40B4-BE49-F238E27FC236}">
                <a16:creationId xmlns:a16="http://schemas.microsoft.com/office/drawing/2014/main" id="{CC69B48D-F491-4011-A128-B00A1BC2D6C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43012" name="Rectangle 4">
            <a:extLst>
              <a:ext uri="{FF2B5EF4-FFF2-40B4-BE49-F238E27FC236}">
                <a16:creationId xmlns:a16="http://schemas.microsoft.com/office/drawing/2014/main" id="{DAE01F26-4FB4-4E3E-BFD6-C298C6E3988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a:extLst>
              <a:ext uri="{FF2B5EF4-FFF2-40B4-BE49-F238E27FC236}">
                <a16:creationId xmlns:a16="http://schemas.microsoft.com/office/drawing/2014/main" id="{041314C7-D4B8-4384-A756-39F45DCDBDF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a:extLst>
              <a:ext uri="{FF2B5EF4-FFF2-40B4-BE49-F238E27FC236}">
                <a16:creationId xmlns:a16="http://schemas.microsoft.com/office/drawing/2014/main" id="{A2020C71-BD1F-4830-A747-A824D5662A57}"/>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5783" name="Rectangle 7">
            <a:extLst>
              <a:ext uri="{FF2B5EF4-FFF2-40B4-BE49-F238E27FC236}">
                <a16:creationId xmlns:a16="http://schemas.microsoft.com/office/drawing/2014/main" id="{D5CCD681-B71F-4171-9A84-1F0CD350422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B7A21136-4059-4B96-8D75-A65E53651DC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系统开发方法</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2</a:t>
            </a:fld>
            <a:endParaRPr lang="en-US" altLang="zh-CN"/>
          </a:p>
        </p:txBody>
      </p:sp>
    </p:spTree>
    <p:extLst>
      <p:ext uri="{BB962C8B-B14F-4D97-AF65-F5344CB8AC3E}">
        <p14:creationId xmlns:p14="http://schemas.microsoft.com/office/powerpoint/2010/main" val="1057874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2F9B091-A3B7-4F96-BBEC-502826AA22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9CE510-22D2-40D8-B1DE-A985C0ED0B46}" type="slidenum">
              <a:rPr lang="en-US" altLang="zh-CN"/>
              <a:pPr eaLnBrk="1" hangingPunct="1"/>
              <a:t>3</a:t>
            </a:fld>
            <a:endParaRPr lang="en-US" altLang="zh-CN"/>
          </a:p>
        </p:txBody>
      </p:sp>
      <p:sp>
        <p:nvSpPr>
          <p:cNvPr id="44035" name="Rectangle 2">
            <a:extLst>
              <a:ext uri="{FF2B5EF4-FFF2-40B4-BE49-F238E27FC236}">
                <a16:creationId xmlns:a16="http://schemas.microsoft.com/office/drawing/2014/main" id="{F8C11C3C-1870-4935-8666-8B660E64CC4A}"/>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A90FD44F-5325-4CB4-B77C-0A8EE77B6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本章目录：</a:t>
            </a:r>
            <a:endParaRPr lang="en-US" altLang="zh-CN" dirty="0">
              <a:latin typeface="Arial" panose="020B0604020202020204" pitchFamily="34" charset="0"/>
              <a:cs typeface="Arial" panose="020B0604020202020204" pitchFamily="34" charset="0"/>
            </a:endParaRPr>
          </a:p>
          <a:p>
            <a:pPr eaLnBrk="1" hangingPunct="1"/>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系统开发生命周期</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支持阶段</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方法、模型、工具和技术</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软件构造与建模的两种方法</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敏捷开发</a:t>
            </a:r>
            <a:endParaRPr lang="zh-CN" altLang="zh-CN" dirty="0">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本章目标：</a:t>
            </a:r>
            <a:endParaRPr lang="en-US" altLang="zh-CN" dirty="0"/>
          </a:p>
          <a:p>
            <a:endParaRPr lang="en-US" altLang="zh-CN" dirty="0"/>
          </a:p>
          <a:p>
            <a:r>
              <a:rPr lang="zh-CN" altLang="en-US" dirty="0"/>
              <a:t>系统开发生命周期</a:t>
            </a:r>
            <a:endParaRPr lang="en-US" altLang="zh-CN" dirty="0"/>
          </a:p>
          <a:p>
            <a:r>
              <a:rPr lang="zh-CN" altLang="en-US" dirty="0"/>
              <a:t>信息系统支持的关键活动和任务</a:t>
            </a:r>
            <a:endParaRPr lang="en-US" altLang="zh-CN" dirty="0"/>
          </a:p>
          <a:p>
            <a:r>
              <a:rPr lang="zh-CN" altLang="en-US" dirty="0"/>
              <a:t>系统开发方法中包括哪些内容（模型，工具，技术）</a:t>
            </a:r>
            <a:endParaRPr lang="en-US" altLang="zh-CN" dirty="0"/>
          </a:p>
          <a:p>
            <a:r>
              <a:rPr lang="zh-CN" altLang="en-US" dirty="0"/>
              <a:t>描述用于软件设计和建模的两种完整方法：结构化方法和面向对象方法</a:t>
            </a:r>
            <a:endParaRPr lang="en-US" altLang="zh-CN" dirty="0"/>
          </a:p>
          <a:p>
            <a:r>
              <a:rPr lang="zh-CN" altLang="en-US" dirty="0"/>
              <a:t>敏捷开发的核心特征</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4</a:t>
            </a:fld>
            <a:endParaRPr lang="en-US" altLang="zh-CN"/>
          </a:p>
        </p:txBody>
      </p:sp>
    </p:spTree>
    <p:extLst>
      <p:ext uri="{BB962C8B-B14F-4D97-AF65-F5344CB8AC3E}">
        <p14:creationId xmlns:p14="http://schemas.microsoft.com/office/powerpoint/2010/main" val="1093769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第一章演示了一个使用迭代和敏捷系统开发生命周期</a:t>
            </a:r>
            <a:r>
              <a:rPr lang="en-US" altLang="zh-CN" dirty="0"/>
              <a:t>(SDLC)</a:t>
            </a:r>
            <a:r>
              <a:rPr lang="zh-CN" altLang="en-US" dirty="0"/>
              <a:t>的系统开发项目</a:t>
            </a:r>
            <a:endParaRPr lang="en-US" altLang="zh-CN" dirty="0"/>
          </a:p>
          <a:p>
            <a:endParaRPr lang="en-US" altLang="zh-CN" dirty="0"/>
          </a:p>
          <a:p>
            <a:r>
              <a:rPr lang="zh-CN" altLang="en-US" dirty="0"/>
              <a:t>后面的章节侧重于系统分析活动和任务以及一些系统设计活动和任务</a:t>
            </a:r>
            <a:endParaRPr lang="en-US" altLang="zh-CN" dirty="0"/>
          </a:p>
          <a:p>
            <a:endParaRPr lang="en-US" altLang="zh-CN" dirty="0"/>
          </a:p>
          <a:p>
            <a:r>
              <a:rPr lang="zh-CN" altLang="en-US" dirty="0"/>
              <a:t>现在我们回过头来更详细地研究</a:t>
            </a:r>
            <a:r>
              <a:rPr lang="en-US" altLang="zh-CN" dirty="0"/>
              <a:t>SDLC</a:t>
            </a:r>
            <a:r>
              <a:rPr lang="zh-CN" altLang="en-US" dirty="0"/>
              <a:t>和相关概念</a:t>
            </a:r>
            <a:endParaRPr lang="en-US" altLang="zh-CN" dirty="0"/>
          </a:p>
          <a:p>
            <a:r>
              <a:rPr lang="en-US" altLang="zh-CN" dirty="0"/>
              <a:t>    </a:t>
            </a:r>
            <a:r>
              <a:rPr lang="zh-CN" altLang="en-US" dirty="0"/>
              <a:t>预测性 </a:t>
            </a:r>
            <a:r>
              <a:rPr lang="en-US" altLang="zh-CN" dirty="0"/>
              <a:t>vs  </a:t>
            </a:r>
            <a:r>
              <a:rPr lang="zh-CN" altLang="en-US" dirty="0"/>
              <a:t>适应性</a:t>
            </a:r>
            <a:endParaRPr lang="en-US" altLang="zh-CN" dirty="0"/>
          </a:p>
          <a:p>
            <a:r>
              <a:rPr lang="zh-CN" altLang="en-US" dirty="0"/>
              <a:t>    系统支持的活动和任务</a:t>
            </a:r>
            <a:endParaRPr lang="en-US" altLang="zh-CN" dirty="0"/>
          </a:p>
          <a:p>
            <a:r>
              <a:rPr lang="en-US" altLang="zh-CN" dirty="0"/>
              <a:t>    </a:t>
            </a:r>
            <a:r>
              <a:rPr lang="zh-CN" altLang="en-US" dirty="0"/>
              <a:t>模型，方法，工具和技术</a:t>
            </a:r>
            <a:endParaRPr lang="en-US" altLang="zh-CN" dirty="0"/>
          </a:p>
          <a:p>
            <a:r>
              <a:rPr lang="en-US" altLang="zh-CN" dirty="0"/>
              <a:t>    </a:t>
            </a:r>
            <a:r>
              <a:rPr lang="zh-CN" altLang="en-US" dirty="0"/>
              <a:t>传统和面向对象的开发</a:t>
            </a:r>
            <a:endParaRPr lang="en-US" altLang="zh-CN" dirty="0"/>
          </a:p>
          <a:p>
            <a:r>
              <a:rPr lang="en-US" altLang="zh-CN" dirty="0"/>
              <a:t>    </a:t>
            </a:r>
            <a:r>
              <a:rPr lang="zh-CN" altLang="en-US" dirty="0"/>
              <a:t>敏捷开发</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a:t>
            </a:fld>
            <a:endParaRPr lang="en-US" altLang="zh-CN"/>
          </a:p>
        </p:txBody>
      </p:sp>
    </p:spTree>
    <p:extLst>
      <p:ext uri="{BB962C8B-B14F-4D97-AF65-F5344CB8AC3E}">
        <p14:creationId xmlns:p14="http://schemas.microsoft.com/office/powerpoint/2010/main" val="2820634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2F9B091-A3B7-4F96-BBEC-502826AA22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9CE510-22D2-40D8-B1DE-A985C0ED0B46}" type="slidenum">
              <a:rPr lang="en-US" altLang="zh-CN"/>
              <a:pPr eaLnBrk="1" hangingPunct="1"/>
              <a:t>6</a:t>
            </a:fld>
            <a:endParaRPr lang="en-US" altLang="zh-CN"/>
          </a:p>
        </p:txBody>
      </p:sp>
      <p:sp>
        <p:nvSpPr>
          <p:cNvPr id="44035" name="Rectangle 2">
            <a:extLst>
              <a:ext uri="{FF2B5EF4-FFF2-40B4-BE49-F238E27FC236}">
                <a16:creationId xmlns:a16="http://schemas.microsoft.com/office/drawing/2014/main" id="{F8C11C3C-1870-4935-8666-8B660E64CC4A}"/>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A90FD44F-5325-4CB4-B77C-0A8EE77B6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系统开发生命周期</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支持阶段</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方法、模型、工具和技术</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软件构造与建模的两种方法</a:t>
            </a:r>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敏捷开发</a:t>
            </a:r>
            <a:endParaRPr lang="zh-CN"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3329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预测方法</a:t>
            </a:r>
            <a:endParaRPr lang="en-US" altLang="zh-CN" dirty="0"/>
          </a:p>
          <a:p>
            <a:r>
              <a:rPr lang="en-US" altLang="zh-CN" dirty="0"/>
              <a:t>    </a:t>
            </a:r>
            <a:r>
              <a:rPr lang="zh-CN" altLang="en-US" dirty="0"/>
              <a:t>瀑布模型</a:t>
            </a:r>
            <a:endParaRPr lang="en-US" altLang="zh-CN" dirty="0"/>
          </a:p>
          <a:p>
            <a:r>
              <a:rPr lang="zh-CN" altLang="en-US" dirty="0"/>
              <a:t>    假设项目可以提前计划，并且可以根据计划开发信息系统</a:t>
            </a:r>
            <a:endParaRPr lang="en-US" altLang="zh-CN" dirty="0"/>
          </a:p>
          <a:p>
            <a:r>
              <a:rPr lang="en-US" altLang="zh-CN" dirty="0"/>
              <a:t>    </a:t>
            </a:r>
            <a:r>
              <a:rPr lang="zh-CN" altLang="en-US" dirty="0"/>
              <a:t>需求是被很好的理解的</a:t>
            </a:r>
            <a:endParaRPr lang="en-US" altLang="zh-CN" dirty="0"/>
          </a:p>
          <a:p>
            <a:r>
              <a:rPr lang="en-US" altLang="zh-CN" dirty="0"/>
              <a:t> </a:t>
            </a:r>
          </a:p>
          <a:p>
            <a:r>
              <a:rPr lang="zh-CN" altLang="en-US" dirty="0"/>
              <a:t>适应方法</a:t>
            </a:r>
            <a:endParaRPr lang="en-US" altLang="zh-CN" dirty="0"/>
          </a:p>
          <a:p>
            <a:r>
              <a:rPr lang="en-US" altLang="zh-CN" dirty="0"/>
              <a:t>    </a:t>
            </a:r>
            <a:r>
              <a:rPr lang="zh-CN" altLang="en-US" dirty="0"/>
              <a:t>迭代模型</a:t>
            </a:r>
            <a:endParaRPr lang="en-US" altLang="zh-CN" dirty="0"/>
          </a:p>
          <a:p>
            <a:r>
              <a:rPr lang="zh-CN" altLang="en-US" dirty="0"/>
              <a:t>    假设项目必须更加灵活，并随着项目的进展适应不断变化的需求</a:t>
            </a:r>
            <a:endParaRPr lang="en-US" altLang="zh-CN" dirty="0"/>
          </a:p>
          <a:p>
            <a:r>
              <a:rPr lang="en-US" altLang="zh-CN" dirty="0"/>
              <a:t>    </a:t>
            </a:r>
            <a:r>
              <a:rPr lang="zh-CN" altLang="en-US" dirty="0"/>
              <a:t>需求是不确定的</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7</a:t>
            </a:fld>
            <a:endParaRPr lang="en-US" altLang="zh-CN"/>
          </a:p>
        </p:txBody>
      </p:sp>
    </p:spTree>
    <p:extLst>
      <p:ext uri="{BB962C8B-B14F-4D97-AF65-F5344CB8AC3E}">
        <p14:creationId xmlns:p14="http://schemas.microsoft.com/office/powerpoint/2010/main" val="3887137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8</a:t>
            </a:fld>
            <a:endParaRPr lang="en-US" altLang="zh-CN"/>
          </a:p>
        </p:txBody>
      </p:sp>
    </p:spTree>
    <p:extLst>
      <p:ext uri="{BB962C8B-B14F-4D97-AF65-F5344CB8AC3E}">
        <p14:creationId xmlns:p14="http://schemas.microsoft.com/office/powerpoint/2010/main" val="19105480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传统预测方法：</a:t>
            </a:r>
            <a:endParaRPr lang="en-US" altLang="zh-CN" dirty="0"/>
          </a:p>
          <a:p>
            <a:endParaRPr lang="en-US" altLang="zh-CN" dirty="0"/>
          </a:p>
          <a:p>
            <a:r>
              <a:rPr lang="zh-CN" altLang="en-US" dirty="0"/>
              <a:t>早期方法</a:t>
            </a:r>
            <a:endParaRPr lang="en-US" altLang="zh-CN" dirty="0"/>
          </a:p>
          <a:p>
            <a:endParaRPr lang="en-US" altLang="zh-CN" dirty="0"/>
          </a:p>
          <a:p>
            <a:r>
              <a:rPr lang="zh-CN" altLang="en-US" dirty="0"/>
              <a:t>通常有连续的阶段（计划，分析，设计，开发，部署）</a:t>
            </a:r>
            <a:endParaRPr lang="en-US" altLang="zh-CN" dirty="0"/>
          </a:p>
          <a:p>
            <a:endParaRPr lang="en-US" altLang="zh-CN" dirty="0"/>
          </a:p>
          <a:p>
            <a:r>
              <a:rPr lang="zh-CN" altLang="en-US" dirty="0"/>
              <a:t>瀑布模型</a:t>
            </a:r>
            <a:endParaRPr lang="en-US" altLang="zh-CN" dirty="0"/>
          </a:p>
          <a:p>
            <a:pPr algn="l"/>
            <a:r>
              <a:rPr lang="zh-CN" altLang="en-US" dirty="0"/>
              <a:t>  </a:t>
            </a:r>
            <a:r>
              <a:rPr lang="en-US" altLang="zh-CN" b="0" i="0" dirty="0">
                <a:solidFill>
                  <a:srgbClr val="2A2B2E"/>
                </a:solidFill>
                <a:effectLst/>
                <a:latin typeface="PingFang SC"/>
              </a:rPr>
              <a:t>SDLC</a:t>
            </a:r>
            <a:r>
              <a:rPr lang="zh-CN" altLang="en-US" b="0" i="0" dirty="0">
                <a:solidFill>
                  <a:srgbClr val="2A2B2E"/>
                </a:solidFill>
                <a:effectLst/>
                <a:latin typeface="PingFang SC"/>
              </a:rPr>
              <a:t>假设阶段可以在没有重叠或迭代的情况下顺序完成</a:t>
            </a:r>
            <a:br>
              <a:rPr lang="zh-CN" altLang="en-US" dirty="0"/>
            </a:br>
            <a:endParaRPr lang="zh-CN" altLang="en-US" b="0" i="0" dirty="0">
              <a:solidFill>
                <a:srgbClr val="2A2B2E"/>
              </a:solidFill>
              <a:effectLst/>
              <a:latin typeface="PingFang SC"/>
            </a:endParaRPr>
          </a:p>
          <a:p>
            <a:r>
              <a:rPr lang="zh-CN" altLang="en-US" b="0" i="0" dirty="0">
                <a:solidFill>
                  <a:srgbClr val="2A2B2E"/>
                </a:solidFill>
                <a:effectLst/>
                <a:latin typeface="PingFang SC"/>
              </a:rPr>
              <a:t>一旦一个阶段完成，你就会跌入下一个阶段，再也回不去了</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9</a:t>
            </a:fld>
            <a:endParaRPr lang="en-US" altLang="zh-CN"/>
          </a:p>
        </p:txBody>
      </p:sp>
    </p:spTree>
    <p:extLst>
      <p:ext uri="{BB962C8B-B14F-4D97-AF65-F5344CB8AC3E}">
        <p14:creationId xmlns:p14="http://schemas.microsoft.com/office/powerpoint/2010/main" val="1999228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瀑布模型开发生命周期</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10</a:t>
            </a:fld>
            <a:endParaRPr lang="en-US" altLang="zh-CN"/>
          </a:p>
        </p:txBody>
      </p:sp>
    </p:spTree>
    <p:extLst>
      <p:ext uri="{BB962C8B-B14F-4D97-AF65-F5344CB8AC3E}">
        <p14:creationId xmlns:p14="http://schemas.microsoft.com/office/powerpoint/2010/main" val="1663457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改进的瀑布模型：</a:t>
            </a:r>
            <a:r>
              <a:rPr lang="zh-CN" altLang="en-US" b="0" i="0" dirty="0">
                <a:solidFill>
                  <a:srgbClr val="2A2B2E"/>
                </a:solidFill>
                <a:effectLst/>
                <a:latin typeface="PingFang SC"/>
              </a:rPr>
              <a:t>更灵活，但仍然假设预测性计划和顺序阶段</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11</a:t>
            </a:fld>
            <a:endParaRPr lang="en-US" altLang="zh-CN"/>
          </a:p>
        </p:txBody>
      </p:sp>
    </p:spTree>
    <p:extLst>
      <p:ext uri="{BB962C8B-B14F-4D97-AF65-F5344CB8AC3E}">
        <p14:creationId xmlns:p14="http://schemas.microsoft.com/office/powerpoint/2010/main" val="3393720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2A2B2E"/>
                </a:solidFill>
                <a:effectLst/>
                <a:latin typeface="PingFang SC"/>
              </a:rPr>
              <a:t>适应性的</a:t>
            </a:r>
            <a:r>
              <a:rPr lang="en-US" altLang="zh-CN" b="0" i="0" dirty="0">
                <a:solidFill>
                  <a:srgbClr val="2A2B2E"/>
                </a:solidFill>
                <a:effectLst/>
                <a:latin typeface="PingFang SC"/>
              </a:rPr>
              <a:t>SDLC</a:t>
            </a:r>
            <a:r>
              <a:rPr lang="zh-CN" altLang="en-US" b="0" i="0" dirty="0">
                <a:solidFill>
                  <a:srgbClr val="2A2B2E"/>
                </a:solidFill>
                <a:effectLst/>
                <a:latin typeface="PingFang SC"/>
              </a:rPr>
              <a:t>：</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为了应对日益复杂的需求和不确定的技术环境而出现</a:t>
            </a:r>
            <a:endParaRPr lang="en-US" altLang="zh-CN" b="0" i="0" dirty="0">
              <a:solidFill>
                <a:srgbClr val="2A2B2E"/>
              </a:solidFill>
              <a:effectLst/>
              <a:latin typeface="PingFang SC"/>
            </a:endParaRPr>
          </a:p>
          <a:p>
            <a:pPr algn="l"/>
            <a:endParaRPr lang="en-US" altLang="zh-CN" b="0" i="0" dirty="0">
              <a:solidFill>
                <a:srgbClr val="2A2B2E"/>
              </a:solidFill>
              <a:effectLst/>
              <a:latin typeface="PingFang SC"/>
            </a:endParaRPr>
          </a:p>
          <a:p>
            <a:pPr algn="l"/>
            <a:r>
              <a:rPr lang="zh-CN" altLang="en-US" b="0" i="0" dirty="0">
                <a:solidFill>
                  <a:srgbClr val="2A2B2E"/>
                </a:solidFill>
                <a:effectLst/>
                <a:latin typeface="PingFang SC"/>
              </a:rPr>
              <a:t>总是包括从一开始就完成一些设计和实现的迭代</a:t>
            </a:r>
          </a:p>
          <a:p>
            <a:br>
              <a:rPr lang="zh-CN" altLang="en-US" b="0" i="0" dirty="0">
                <a:solidFill>
                  <a:srgbClr val="939599"/>
                </a:solidFill>
                <a:effectLst/>
                <a:latin typeface="PingFang SC"/>
              </a:rPr>
            </a:b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12</a:t>
            </a:fld>
            <a:endParaRPr lang="en-US" altLang="zh-CN"/>
          </a:p>
        </p:txBody>
      </p:sp>
    </p:spTree>
    <p:extLst>
      <p:ext uri="{BB962C8B-B14F-4D97-AF65-F5344CB8AC3E}">
        <p14:creationId xmlns:p14="http://schemas.microsoft.com/office/powerpoint/2010/main" val="4268830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螺旋模型</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13</a:t>
            </a:fld>
            <a:endParaRPr lang="en-US" altLang="zh-CN"/>
          </a:p>
        </p:txBody>
      </p:sp>
    </p:spTree>
    <p:extLst>
      <p:ext uri="{BB962C8B-B14F-4D97-AF65-F5344CB8AC3E}">
        <p14:creationId xmlns:p14="http://schemas.microsoft.com/office/powerpoint/2010/main" val="1206945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迭代交叉生命周期阶段</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14</a:t>
            </a:fld>
            <a:endParaRPr lang="en-US" altLang="zh-CN"/>
          </a:p>
        </p:txBody>
      </p:sp>
    </p:spTree>
    <p:extLst>
      <p:ext uri="{BB962C8B-B14F-4D97-AF65-F5344CB8AC3E}">
        <p14:creationId xmlns:p14="http://schemas.microsoft.com/office/powerpoint/2010/main" val="3607843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2F9B091-A3B7-4F96-BBEC-502826AA22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9CE510-22D2-40D8-B1DE-A985C0ED0B46}" type="slidenum">
              <a:rPr lang="en-US" altLang="zh-CN"/>
              <a:pPr eaLnBrk="1" hangingPunct="1"/>
              <a:t>15</a:t>
            </a:fld>
            <a:endParaRPr lang="en-US" altLang="zh-CN"/>
          </a:p>
        </p:txBody>
      </p:sp>
      <p:sp>
        <p:nvSpPr>
          <p:cNvPr id="44035" name="Rectangle 2">
            <a:extLst>
              <a:ext uri="{FF2B5EF4-FFF2-40B4-BE49-F238E27FC236}">
                <a16:creationId xmlns:a16="http://schemas.microsoft.com/office/drawing/2014/main" id="{F8C11C3C-1870-4935-8666-8B660E64CC4A}"/>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A90FD44F-5325-4CB4-B77C-0A8EE77B6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支持阶段</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8994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支持阶段：</a:t>
            </a:r>
            <a:endParaRPr lang="en-US" altLang="zh-CN" dirty="0"/>
          </a:p>
          <a:p>
            <a:endParaRPr lang="en-US" altLang="zh-CN" dirty="0"/>
          </a:p>
          <a:p>
            <a:r>
              <a:rPr lang="zh-CN" altLang="en-US" b="0" i="0" dirty="0">
                <a:solidFill>
                  <a:srgbClr val="2A2B2E"/>
                </a:solidFill>
                <a:effectLst/>
                <a:latin typeface="PingFang SC"/>
              </a:rPr>
              <a:t>所有信息系统一旦完成都需要得到支持</a:t>
            </a:r>
            <a:endParaRPr lang="en-US" altLang="zh-CN" dirty="0"/>
          </a:p>
          <a:p>
            <a:endParaRPr lang="en-US" altLang="zh-CN" dirty="0"/>
          </a:p>
          <a:p>
            <a:r>
              <a:rPr lang="zh-CN" altLang="en-US" dirty="0"/>
              <a:t>预测性的系统开发生命周期明确地包括一个支持阶段</a:t>
            </a:r>
            <a:endParaRPr lang="en-US" altLang="zh-CN" dirty="0"/>
          </a:p>
          <a:p>
            <a:r>
              <a:rPr lang="zh-CN" altLang="en-US" dirty="0"/>
              <a:t>但自适应迭代系统开发生命周期认为支持阶段是一个独立的项目</a:t>
            </a:r>
            <a:endParaRPr lang="en-US" altLang="zh-CN" dirty="0"/>
          </a:p>
          <a:p>
            <a:endParaRPr lang="en-US" altLang="zh-CN" dirty="0"/>
          </a:p>
          <a:p>
            <a:r>
              <a:rPr lang="zh-CN" altLang="en-US" dirty="0"/>
              <a:t>支持阶段活动（维护系统，加强系统，支持用户）</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16</a:t>
            </a:fld>
            <a:endParaRPr lang="en-US" altLang="zh-CN"/>
          </a:p>
        </p:txBody>
      </p:sp>
    </p:spTree>
    <p:extLst>
      <p:ext uri="{BB962C8B-B14F-4D97-AF65-F5344CB8AC3E}">
        <p14:creationId xmlns:p14="http://schemas.microsoft.com/office/powerpoint/2010/main" val="2321051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维护：</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修复错误（补丁）</a:t>
            </a:r>
            <a:endParaRPr lang="en-US" altLang="zh-CN" dirty="0"/>
          </a:p>
          <a:p>
            <a:r>
              <a:rPr lang="zh-CN" altLang="en-US" dirty="0"/>
              <a:t>    小的调整</a:t>
            </a:r>
            <a:endParaRPr lang="en-US" altLang="zh-CN" dirty="0"/>
          </a:p>
          <a:p>
            <a:r>
              <a:rPr lang="zh-CN" altLang="en-US" dirty="0"/>
              <a:t>    针对操作系统或环境的更改进行更新</a:t>
            </a:r>
            <a:endParaRPr lang="en-US" altLang="zh-CN" dirty="0"/>
          </a:p>
          <a:p>
            <a:endParaRPr lang="en-US" altLang="zh-CN" dirty="0"/>
          </a:p>
          <a:p>
            <a:r>
              <a:rPr lang="zh-CN" altLang="en-US" dirty="0"/>
              <a:t>增强：</a:t>
            </a:r>
            <a:endParaRPr lang="en-US" altLang="zh-CN" dirty="0"/>
          </a:p>
          <a:p>
            <a:r>
              <a:rPr lang="zh-CN" altLang="en-US" dirty="0"/>
              <a:t>    添加所需的功能</a:t>
            </a:r>
            <a:endParaRPr lang="en-US" altLang="zh-CN" dirty="0"/>
          </a:p>
          <a:p>
            <a:r>
              <a:rPr lang="zh-CN" altLang="en-US" dirty="0"/>
              <a:t>    添加或更改功能以符合法规或法规</a:t>
            </a:r>
            <a:endParaRPr lang="en-US" altLang="zh-CN" dirty="0"/>
          </a:p>
          <a:p>
            <a:endParaRPr lang="en-US" altLang="zh-CN" dirty="0"/>
          </a:p>
          <a:p>
            <a:r>
              <a:rPr lang="zh-CN" altLang="en-US" dirty="0"/>
              <a:t>支持用户：</a:t>
            </a:r>
            <a:endParaRPr lang="en-US" altLang="zh-CN" dirty="0"/>
          </a:p>
          <a:p>
            <a:r>
              <a:rPr lang="en-US" altLang="zh-CN" dirty="0"/>
              <a:t>    </a:t>
            </a:r>
            <a:r>
              <a:rPr lang="zh-CN" altLang="en-US" dirty="0"/>
              <a:t>用户培训</a:t>
            </a:r>
            <a:endParaRPr lang="en-US" altLang="zh-CN" dirty="0"/>
          </a:p>
          <a:p>
            <a:r>
              <a:rPr lang="en-US" altLang="zh-CN" dirty="0"/>
              <a:t>    </a:t>
            </a:r>
            <a:r>
              <a:rPr lang="zh-CN" altLang="en-US" dirty="0"/>
              <a:t>帮助台</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17</a:t>
            </a:fld>
            <a:endParaRPr lang="en-US" altLang="zh-CN"/>
          </a:p>
        </p:txBody>
      </p:sp>
    </p:spTree>
    <p:extLst>
      <p:ext uri="{BB962C8B-B14F-4D97-AF65-F5344CB8AC3E}">
        <p14:creationId xmlns:p14="http://schemas.microsoft.com/office/powerpoint/2010/main" val="407366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2F9B091-A3B7-4F96-BBEC-502826AA22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9CE510-22D2-40D8-B1DE-A985C0ED0B46}" type="slidenum">
              <a:rPr lang="en-US" altLang="zh-CN"/>
              <a:pPr eaLnBrk="1" hangingPunct="1"/>
              <a:t>18</a:t>
            </a:fld>
            <a:endParaRPr lang="en-US" altLang="zh-CN"/>
          </a:p>
        </p:txBody>
      </p:sp>
      <p:sp>
        <p:nvSpPr>
          <p:cNvPr id="44035" name="Rectangle 2">
            <a:extLst>
              <a:ext uri="{FF2B5EF4-FFF2-40B4-BE49-F238E27FC236}">
                <a16:creationId xmlns:a16="http://schemas.microsoft.com/office/drawing/2014/main" id="{F8C11C3C-1870-4935-8666-8B660E64CC4A}"/>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A90FD44F-5325-4CB4-B77C-0A8EE77B6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Arial" panose="020B0604020202020204" pitchFamily="34" charset="0"/>
                <a:cs typeface="Arial" panose="020B0604020202020204" pitchFamily="34" charset="0"/>
              </a:rPr>
              <a:t>方法、模型、工具和技术</a:t>
            </a:r>
            <a:endParaRPr lang="en-US" altLang="zh-CN" dirty="0">
              <a:latin typeface="Arial" panose="020B0604020202020204" pitchFamily="34" charset="0"/>
              <a:cs typeface="Arial" panose="020B0604020202020204" pitchFamily="34" charset="0"/>
            </a:endParaRPr>
          </a:p>
          <a:p>
            <a:pPr eaLnBrk="1" hangingPunct="1"/>
            <a:endParaRPr lang="en-US" altLang="zh-CN" dirty="0">
              <a:latin typeface="Arial" panose="020B0604020202020204" pitchFamily="34" charset="0"/>
              <a:cs typeface="Arial" panose="020B0604020202020204" pitchFamily="34" charset="0"/>
            </a:endParaRPr>
          </a:p>
          <a:p>
            <a:pPr eaLnBrk="1" hangingPunct="1"/>
            <a:r>
              <a:rPr lang="zh-CN" altLang="en-US" dirty="0">
                <a:latin typeface="Arial" panose="020B0604020202020204" pitchFamily="34" charset="0"/>
                <a:cs typeface="Arial" panose="020B0604020202020204" pitchFamily="34" charset="0"/>
              </a:rPr>
              <a:t>系统开发者所使用各种辅助工具帮助他们完成任务</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0368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维护：</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修复错误（补丁）</a:t>
            </a:r>
            <a:endParaRPr lang="en-US" altLang="zh-CN" dirty="0"/>
          </a:p>
          <a:p>
            <a:r>
              <a:rPr lang="zh-CN" altLang="en-US" dirty="0"/>
              <a:t>    小的调整</a:t>
            </a:r>
            <a:endParaRPr lang="en-US" altLang="zh-CN" dirty="0"/>
          </a:p>
          <a:p>
            <a:r>
              <a:rPr lang="zh-CN" altLang="en-US" dirty="0"/>
              <a:t>    针对操作系统或环境的更改进行更新</a:t>
            </a:r>
            <a:endParaRPr lang="en-US" altLang="zh-CN" dirty="0"/>
          </a:p>
          <a:p>
            <a:endParaRPr lang="en-US" altLang="zh-CN" dirty="0"/>
          </a:p>
          <a:p>
            <a:r>
              <a:rPr lang="zh-CN" altLang="en-US" dirty="0"/>
              <a:t>增强：</a:t>
            </a:r>
            <a:endParaRPr lang="en-US" altLang="zh-CN" dirty="0"/>
          </a:p>
          <a:p>
            <a:r>
              <a:rPr lang="zh-CN" altLang="en-US" dirty="0"/>
              <a:t>    添加所需的功能</a:t>
            </a:r>
            <a:endParaRPr lang="en-US" altLang="zh-CN" dirty="0"/>
          </a:p>
          <a:p>
            <a:r>
              <a:rPr lang="zh-CN" altLang="en-US" dirty="0"/>
              <a:t>    添加或更改功能以符合法规或法规</a:t>
            </a:r>
            <a:endParaRPr lang="en-US" altLang="zh-CN" dirty="0"/>
          </a:p>
          <a:p>
            <a:endParaRPr lang="en-US" altLang="zh-CN" dirty="0"/>
          </a:p>
          <a:p>
            <a:r>
              <a:rPr lang="zh-CN" altLang="en-US" dirty="0"/>
              <a:t>支持用户：</a:t>
            </a:r>
            <a:endParaRPr lang="en-US" altLang="zh-CN" dirty="0"/>
          </a:p>
          <a:p>
            <a:r>
              <a:rPr lang="en-US" altLang="zh-CN" dirty="0"/>
              <a:t>    </a:t>
            </a:r>
            <a:r>
              <a:rPr lang="zh-CN" altLang="en-US" dirty="0"/>
              <a:t>用户培训</a:t>
            </a:r>
            <a:endParaRPr lang="en-US" altLang="zh-CN" dirty="0"/>
          </a:p>
          <a:p>
            <a:r>
              <a:rPr lang="en-US" altLang="zh-CN" dirty="0"/>
              <a:t>    </a:t>
            </a:r>
            <a:r>
              <a:rPr lang="zh-CN" altLang="en-US" dirty="0"/>
              <a:t>帮助台</a:t>
            </a:r>
            <a:endParaRPr lang="en-US" altLang="zh-CN" dirty="0"/>
          </a:p>
          <a:p>
            <a:r>
              <a:rPr lang="en-US" altLang="zh-CN" dirty="0"/>
              <a:t>    </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19</a:t>
            </a:fld>
            <a:endParaRPr lang="en-US" altLang="zh-CN"/>
          </a:p>
        </p:txBody>
      </p:sp>
    </p:spTree>
    <p:extLst>
      <p:ext uri="{BB962C8B-B14F-4D97-AF65-F5344CB8AC3E}">
        <p14:creationId xmlns:p14="http://schemas.microsoft.com/office/powerpoint/2010/main" val="10767068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2F9B091-A3B7-4F96-BBEC-502826AA22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29CE510-22D2-40D8-B1DE-A985C0ED0B46}" type="slidenum">
              <a:rPr lang="en-US" altLang="zh-CN"/>
              <a:pPr eaLnBrk="1" hangingPunct="1"/>
              <a:t>21</a:t>
            </a:fld>
            <a:endParaRPr lang="en-US" altLang="zh-CN"/>
          </a:p>
        </p:txBody>
      </p:sp>
      <p:sp>
        <p:nvSpPr>
          <p:cNvPr id="44035" name="Rectangle 2">
            <a:extLst>
              <a:ext uri="{FF2B5EF4-FFF2-40B4-BE49-F238E27FC236}">
                <a16:creationId xmlns:a16="http://schemas.microsoft.com/office/drawing/2014/main" id="{F8C11C3C-1870-4935-8666-8B660E64CC4A}"/>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A90FD44F-5325-4CB4-B77C-0A8EE77B6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r>
              <a:rPr lang="zh-CN" altLang="en-US" b="0" i="0" dirty="0">
                <a:solidFill>
                  <a:srgbClr val="2A2B2E"/>
                </a:solidFill>
                <a:effectLst/>
                <a:latin typeface="PingFang SC"/>
              </a:rPr>
              <a:t>软件构建和建模的两种方法</a:t>
            </a:r>
          </a:p>
          <a:p>
            <a:br>
              <a:rPr lang="zh-CN" altLang="en-US" b="0" i="0" dirty="0">
                <a:solidFill>
                  <a:srgbClr val="939599"/>
                </a:solidFill>
                <a:effectLst/>
                <a:latin typeface="PingFang SC"/>
              </a:rPr>
            </a:b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7531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结构化方法</a:t>
            </a:r>
            <a:endParaRPr lang="en-US" altLang="zh-CN" dirty="0"/>
          </a:p>
          <a:p>
            <a:r>
              <a:rPr lang="zh-CN" altLang="en-US" b="0" i="0" dirty="0">
                <a:solidFill>
                  <a:srgbClr val="2A2B2E"/>
                </a:solidFill>
                <a:effectLst/>
                <a:latin typeface="PingFang SC"/>
              </a:rPr>
              <a:t>    假设系统是与数据交互的过程的集合</a:t>
            </a:r>
            <a:endParaRPr lang="en-US" altLang="zh-CN" dirty="0"/>
          </a:p>
          <a:p>
            <a:r>
              <a:rPr lang="zh-CN" altLang="en-US" b="0" i="0" dirty="0">
                <a:solidFill>
                  <a:srgbClr val="2A2B2E"/>
                </a:solidFill>
                <a:effectLst/>
                <a:latin typeface="PingFang SC"/>
              </a:rPr>
              <a:t>    结构化分析、结构化设计和结构化编程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dirty="0"/>
          </a:p>
          <a:p>
            <a:r>
              <a:rPr lang="zh-CN" altLang="en-US" dirty="0"/>
              <a:t>面向对象方法</a:t>
            </a:r>
            <a:endParaRPr lang="en-US" altLang="zh-CN" dirty="0"/>
          </a:p>
          <a:p>
            <a:pPr algn="l"/>
            <a:r>
              <a:rPr lang="zh-CN" altLang="en-US" b="0" i="0" dirty="0">
                <a:solidFill>
                  <a:srgbClr val="2A2B2E"/>
                </a:solidFill>
                <a:effectLst/>
                <a:latin typeface="PingFang SC"/>
              </a:rPr>
              <a:t>  最近的方法。假设系统是相互作用以完成任务的对象集合</a:t>
            </a:r>
            <a:br>
              <a:rPr lang="zh-CN" altLang="en-US" dirty="0"/>
            </a:br>
            <a:r>
              <a:rPr lang="zh-CN" altLang="en-US" dirty="0"/>
              <a:t>  </a:t>
            </a:r>
            <a:r>
              <a:rPr lang="en-US" altLang="zh-CN" b="0" i="0" dirty="0">
                <a:solidFill>
                  <a:srgbClr val="2A2B2E"/>
                </a:solidFill>
                <a:effectLst/>
                <a:latin typeface="PingFang SC"/>
              </a:rPr>
              <a:t>OO</a:t>
            </a:r>
            <a:r>
              <a:rPr lang="zh-CN" altLang="en-US" b="0" i="0" dirty="0">
                <a:solidFill>
                  <a:srgbClr val="2A2B2E"/>
                </a:solidFill>
                <a:effectLst/>
                <a:latin typeface="PingFang SC"/>
              </a:rPr>
              <a:t>分析，</a:t>
            </a:r>
            <a:r>
              <a:rPr lang="en-US" altLang="zh-CN" b="0" i="0" dirty="0">
                <a:solidFill>
                  <a:srgbClr val="2A2B2E"/>
                </a:solidFill>
                <a:effectLst/>
                <a:latin typeface="PingFang SC"/>
              </a:rPr>
              <a:t>OO</a:t>
            </a:r>
            <a:r>
              <a:rPr lang="zh-CN" altLang="en-US" b="0" i="0" dirty="0">
                <a:solidFill>
                  <a:srgbClr val="2A2B2E"/>
                </a:solidFill>
                <a:effectLst/>
                <a:latin typeface="PingFang SC"/>
              </a:rPr>
              <a:t>设计，</a:t>
            </a:r>
            <a:r>
              <a:rPr lang="en-US" altLang="zh-CN" b="0" i="0" dirty="0">
                <a:solidFill>
                  <a:srgbClr val="2A2B2E"/>
                </a:solidFill>
                <a:effectLst/>
                <a:latin typeface="PingFang SC"/>
              </a:rPr>
              <a:t>OO</a:t>
            </a:r>
            <a:r>
              <a:rPr lang="zh-CN" altLang="en-US" b="0" i="0" dirty="0">
                <a:solidFill>
                  <a:srgbClr val="2A2B2E"/>
                </a:solidFill>
                <a:effectLst/>
                <a:latin typeface="PingFang SC"/>
              </a:rPr>
              <a:t>编程</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22</a:t>
            </a:fld>
            <a:endParaRPr lang="en-US" altLang="zh-CN"/>
          </a:p>
        </p:txBody>
      </p:sp>
    </p:spTree>
    <p:extLst>
      <p:ext uri="{BB962C8B-B14F-4D97-AF65-F5344CB8AC3E}">
        <p14:creationId xmlns:p14="http://schemas.microsoft.com/office/powerpoint/2010/main" val="21501950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结构化方法</a:t>
            </a:r>
            <a:endParaRPr lang="en-US" altLang="zh-CN" dirty="0"/>
          </a:p>
          <a:p>
            <a:r>
              <a:rPr lang="zh-CN" altLang="en-US" b="0" i="0" dirty="0">
                <a:solidFill>
                  <a:srgbClr val="2A2B2E"/>
                </a:solidFill>
                <a:effectLst/>
                <a:latin typeface="PingFang SC"/>
              </a:rPr>
              <a:t>    假设系统是与数据交互的过程的集合</a:t>
            </a:r>
            <a:endParaRPr lang="en-US" altLang="zh-CN" dirty="0"/>
          </a:p>
          <a:p>
            <a:r>
              <a:rPr lang="zh-CN" altLang="en-US" b="0" i="0" dirty="0">
                <a:solidFill>
                  <a:srgbClr val="2A2B2E"/>
                </a:solidFill>
                <a:effectLst/>
                <a:latin typeface="PingFang SC"/>
              </a:rPr>
              <a:t>    结构化分析、结构化设计和结构化编程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endParaRPr lang="en-US" altLang="zh-CN" dirty="0"/>
          </a:p>
          <a:p>
            <a:r>
              <a:rPr lang="zh-CN" altLang="en-US" dirty="0"/>
              <a:t>面向对象方法</a:t>
            </a:r>
            <a:endParaRPr lang="en-US" altLang="zh-CN" dirty="0"/>
          </a:p>
          <a:p>
            <a:pPr algn="l"/>
            <a:r>
              <a:rPr lang="zh-CN" altLang="en-US" b="0" i="0" dirty="0">
                <a:solidFill>
                  <a:srgbClr val="2A2B2E"/>
                </a:solidFill>
                <a:effectLst/>
                <a:latin typeface="PingFang SC"/>
              </a:rPr>
              <a:t>  最近的方法。假设系统是相互作用以完成任务的对象集合</a:t>
            </a:r>
            <a:br>
              <a:rPr lang="zh-CN" altLang="en-US" dirty="0"/>
            </a:br>
            <a:r>
              <a:rPr lang="zh-CN" altLang="en-US" dirty="0"/>
              <a:t>  </a:t>
            </a:r>
            <a:r>
              <a:rPr lang="en-US" altLang="zh-CN" b="0" i="0" dirty="0">
                <a:solidFill>
                  <a:srgbClr val="2A2B2E"/>
                </a:solidFill>
                <a:effectLst/>
                <a:latin typeface="PingFang SC"/>
              </a:rPr>
              <a:t>OO</a:t>
            </a:r>
            <a:r>
              <a:rPr lang="zh-CN" altLang="en-US" b="0" i="0" dirty="0">
                <a:solidFill>
                  <a:srgbClr val="2A2B2E"/>
                </a:solidFill>
                <a:effectLst/>
                <a:latin typeface="PingFang SC"/>
              </a:rPr>
              <a:t>分析，</a:t>
            </a:r>
            <a:r>
              <a:rPr lang="en-US" altLang="zh-CN" b="0" i="0" dirty="0">
                <a:solidFill>
                  <a:srgbClr val="2A2B2E"/>
                </a:solidFill>
                <a:effectLst/>
                <a:latin typeface="PingFang SC"/>
              </a:rPr>
              <a:t>OO</a:t>
            </a:r>
            <a:r>
              <a:rPr lang="zh-CN" altLang="en-US" b="0" i="0" dirty="0">
                <a:solidFill>
                  <a:srgbClr val="2A2B2E"/>
                </a:solidFill>
                <a:effectLst/>
                <a:latin typeface="PingFang SC"/>
              </a:rPr>
              <a:t>设计，</a:t>
            </a:r>
            <a:r>
              <a:rPr lang="en-US" altLang="zh-CN" b="0" i="0" dirty="0">
                <a:solidFill>
                  <a:srgbClr val="2A2B2E"/>
                </a:solidFill>
                <a:effectLst/>
                <a:latin typeface="PingFang SC"/>
              </a:rPr>
              <a:t>OO</a:t>
            </a:r>
            <a:r>
              <a:rPr lang="zh-CN" altLang="en-US" b="0" i="0" dirty="0">
                <a:solidFill>
                  <a:srgbClr val="2A2B2E"/>
                </a:solidFill>
                <a:effectLst/>
                <a:latin typeface="PingFang SC"/>
              </a:rPr>
              <a:t>编程</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23</a:t>
            </a:fld>
            <a:endParaRPr lang="en-US" altLang="zh-CN"/>
          </a:p>
        </p:txBody>
      </p:sp>
    </p:spTree>
    <p:extLst>
      <p:ext uri="{BB962C8B-B14F-4D97-AF65-F5344CB8AC3E}">
        <p14:creationId xmlns:p14="http://schemas.microsoft.com/office/powerpoint/2010/main" val="41933492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顺序语句，选择</a:t>
            </a:r>
            <a:r>
              <a:rPr lang="en-US" altLang="zh-CN" dirty="0"/>
              <a:t>/</a:t>
            </a:r>
            <a:r>
              <a:rPr lang="zh-CN" altLang="en-US" dirty="0"/>
              <a:t>判断，循环语句</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24</a:t>
            </a:fld>
            <a:endParaRPr lang="en-US" altLang="zh-CN"/>
          </a:p>
        </p:txBody>
      </p:sp>
    </p:spTree>
    <p:extLst>
      <p:ext uri="{BB962C8B-B14F-4D97-AF65-F5344CB8AC3E}">
        <p14:creationId xmlns:p14="http://schemas.microsoft.com/office/powerpoint/2010/main" val="8377862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结构化编程：自上而下或模块化程序设计</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25</a:t>
            </a:fld>
            <a:endParaRPr lang="en-US" altLang="zh-CN"/>
          </a:p>
        </p:txBody>
      </p:sp>
    </p:spTree>
    <p:extLst>
      <p:ext uri="{BB962C8B-B14F-4D97-AF65-F5344CB8AC3E}">
        <p14:creationId xmlns:p14="http://schemas.microsoft.com/office/powerpoint/2010/main" val="3798976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a:extLst>
              <a:ext uri="{FF2B5EF4-FFF2-40B4-BE49-F238E27FC236}">
                <a16:creationId xmlns:a16="http://schemas.microsoft.com/office/drawing/2014/main" id="{42EF1FA7-A5D5-47A9-B1FB-2A8A206C35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11E12912-8CAA-4DE1-97C3-F3087DA1B016}" type="slidenum">
              <a:rPr lang="zh-CN" altLang="en-US" sz="1200">
                <a:ea typeface="宋体" panose="02010600030101010101" pitchFamily="2" charset="-122"/>
              </a:rPr>
              <a:pPr algn="r"/>
              <a:t>28</a:t>
            </a:fld>
            <a:endParaRPr lang="en-US" altLang="zh-CN" sz="1200">
              <a:ea typeface="宋体" panose="02010600030101010101" pitchFamily="2" charset="-122"/>
            </a:endParaRPr>
          </a:p>
        </p:txBody>
      </p:sp>
      <p:sp>
        <p:nvSpPr>
          <p:cNvPr id="374787" name="Rectangle 2">
            <a:extLst>
              <a:ext uri="{FF2B5EF4-FFF2-40B4-BE49-F238E27FC236}">
                <a16:creationId xmlns:a16="http://schemas.microsoft.com/office/drawing/2014/main" id="{4A2F3857-4EAA-47D1-824A-34795823BA5F}"/>
              </a:ext>
            </a:extLst>
          </p:cNvPr>
          <p:cNvSpPr>
            <a:spLocks noChangeArrowheads="1" noTextEdit="1"/>
          </p:cNvSpPr>
          <p:nvPr>
            <p:ph type="sldImg"/>
          </p:nvPr>
        </p:nvSpPr>
        <p:spPr>
          <a:solidFill>
            <a:srgbClr val="FFFFFF"/>
          </a:solidFill>
          <a:ln/>
        </p:spPr>
      </p:sp>
      <p:sp>
        <p:nvSpPr>
          <p:cNvPr id="374788" name="Rectangle 3">
            <a:extLst>
              <a:ext uri="{FF2B5EF4-FFF2-40B4-BE49-F238E27FC236}">
                <a16:creationId xmlns:a16="http://schemas.microsoft.com/office/drawing/2014/main" id="{6F5857BB-2784-4196-80D4-5460BE4A927E}"/>
              </a:ext>
            </a:extLst>
          </p:cNvPr>
          <p:cNvSpPr>
            <a:spLocks noChangeArrowheads="1"/>
          </p:cNvSpPr>
          <p:nvPr>
            <p:ph type="body" idx="1"/>
          </p:nvPr>
        </p:nvSpPr>
        <p:spPr>
          <a:solidFill>
            <a:srgbClr val="FFFFFF"/>
          </a:solidFill>
          <a:ln>
            <a:solidFill>
              <a:srgbClr val="000000"/>
            </a:solidFill>
          </a:ln>
        </p:spPr>
        <p:txBody>
          <a:bodyPr/>
          <a:lstStyle/>
          <a:p>
            <a:pPr>
              <a:spcBef>
                <a:spcPct val="0"/>
              </a:spcBef>
            </a:pPr>
            <a:r>
              <a:rPr kumimoji="0" lang="zh-CN" altLang="en-US" sz="1800">
                <a:solidFill>
                  <a:srgbClr val="127254"/>
                </a:solidFill>
                <a:latin typeface="幼圆" panose="02010509060101010101" pitchFamily="49" charset="-122"/>
                <a:ea typeface="幼圆" panose="02010509060101010101" pitchFamily="49" charset="-122"/>
              </a:rPr>
              <a:t>       </a:t>
            </a:r>
            <a:endParaRPr lang="zh-CN" altLang="en-US">
              <a:latin typeface="Times New Roman" panose="02020603050405020304" pitchFamily="18" charset="0"/>
            </a:endParaRPr>
          </a:p>
        </p:txBody>
      </p:sp>
    </p:spTree>
    <p:extLst>
      <p:ext uri="{BB962C8B-B14F-4D97-AF65-F5344CB8AC3E}">
        <p14:creationId xmlns:p14="http://schemas.microsoft.com/office/powerpoint/2010/main" val="34914264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31</a:t>
            </a:fld>
            <a:endParaRPr lang="en-US" altLang="zh-CN"/>
          </a:p>
        </p:txBody>
      </p:sp>
    </p:spTree>
    <p:extLst>
      <p:ext uri="{BB962C8B-B14F-4D97-AF65-F5344CB8AC3E}">
        <p14:creationId xmlns:p14="http://schemas.microsoft.com/office/powerpoint/2010/main" val="1176721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32</a:t>
            </a:fld>
            <a:endParaRPr lang="en-US" altLang="zh-CN"/>
          </a:p>
        </p:txBody>
      </p:sp>
    </p:spTree>
    <p:extLst>
      <p:ext uri="{BB962C8B-B14F-4D97-AF65-F5344CB8AC3E}">
        <p14:creationId xmlns:p14="http://schemas.microsoft.com/office/powerpoint/2010/main" val="20194480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33</a:t>
            </a:fld>
            <a:endParaRPr lang="en-US" altLang="zh-CN"/>
          </a:p>
        </p:txBody>
      </p:sp>
    </p:spTree>
    <p:extLst>
      <p:ext uri="{BB962C8B-B14F-4D97-AF65-F5344CB8AC3E}">
        <p14:creationId xmlns:p14="http://schemas.microsoft.com/office/powerpoint/2010/main" val="889806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34</a:t>
            </a:fld>
            <a:endParaRPr lang="en-US" altLang="zh-CN"/>
          </a:p>
        </p:txBody>
      </p:sp>
    </p:spTree>
    <p:extLst>
      <p:ext uri="{BB962C8B-B14F-4D97-AF65-F5344CB8AC3E}">
        <p14:creationId xmlns:p14="http://schemas.microsoft.com/office/powerpoint/2010/main" val="15227914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35</a:t>
            </a:fld>
            <a:endParaRPr lang="en-US" altLang="zh-CN"/>
          </a:p>
        </p:txBody>
      </p:sp>
    </p:spTree>
    <p:extLst>
      <p:ext uri="{BB962C8B-B14F-4D97-AF65-F5344CB8AC3E}">
        <p14:creationId xmlns:p14="http://schemas.microsoft.com/office/powerpoint/2010/main" val="35183462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36</a:t>
            </a:fld>
            <a:endParaRPr lang="en-US" altLang="zh-CN"/>
          </a:p>
        </p:txBody>
      </p:sp>
    </p:spTree>
    <p:extLst>
      <p:ext uri="{BB962C8B-B14F-4D97-AF65-F5344CB8AC3E}">
        <p14:creationId xmlns:p14="http://schemas.microsoft.com/office/powerpoint/2010/main" val="3551592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37</a:t>
            </a:fld>
            <a:endParaRPr lang="en-US" altLang="zh-CN"/>
          </a:p>
        </p:txBody>
      </p:sp>
    </p:spTree>
    <p:extLst>
      <p:ext uri="{BB962C8B-B14F-4D97-AF65-F5344CB8AC3E}">
        <p14:creationId xmlns:p14="http://schemas.microsoft.com/office/powerpoint/2010/main" val="10219586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38</a:t>
            </a:fld>
            <a:endParaRPr lang="en-US" altLang="zh-CN"/>
          </a:p>
        </p:txBody>
      </p:sp>
    </p:spTree>
    <p:extLst>
      <p:ext uri="{BB962C8B-B14F-4D97-AF65-F5344CB8AC3E}">
        <p14:creationId xmlns:p14="http://schemas.microsoft.com/office/powerpoint/2010/main" val="411295352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39</a:t>
            </a:fld>
            <a:endParaRPr lang="en-US" altLang="zh-CN"/>
          </a:p>
        </p:txBody>
      </p:sp>
    </p:spTree>
    <p:extLst>
      <p:ext uri="{BB962C8B-B14F-4D97-AF65-F5344CB8AC3E}">
        <p14:creationId xmlns:p14="http://schemas.microsoft.com/office/powerpoint/2010/main" val="22844274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a:extLst>
              <a:ext uri="{FF2B5EF4-FFF2-40B4-BE49-F238E27FC236}">
                <a16:creationId xmlns:a16="http://schemas.microsoft.com/office/drawing/2014/main" id="{582708A4-5725-4A88-9487-8DA1F58D44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DA618B93-3092-4765-A1EE-4D4484F5FD97}" type="slidenum">
              <a:rPr lang="zh-CN" altLang="en-US" sz="1200">
                <a:ea typeface="宋体" panose="02010600030101010101" pitchFamily="2" charset="-122"/>
              </a:rPr>
              <a:pPr algn="r"/>
              <a:t>40</a:t>
            </a:fld>
            <a:endParaRPr lang="en-US" altLang="zh-CN" sz="1200">
              <a:ea typeface="宋体" panose="02010600030101010101" pitchFamily="2" charset="-122"/>
            </a:endParaRPr>
          </a:p>
        </p:txBody>
      </p:sp>
      <p:sp>
        <p:nvSpPr>
          <p:cNvPr id="333827" name="Rectangle 2">
            <a:extLst>
              <a:ext uri="{FF2B5EF4-FFF2-40B4-BE49-F238E27FC236}">
                <a16:creationId xmlns:a16="http://schemas.microsoft.com/office/drawing/2014/main" id="{233D1275-BFF9-47D2-9A35-B853F6FF0D7B}"/>
              </a:ext>
            </a:extLst>
          </p:cNvPr>
          <p:cNvSpPr>
            <a:spLocks noGrp="1" noRot="1" noChangeAspect="1" noChangeArrowheads="1" noTextEdit="1"/>
          </p:cNvSpPr>
          <p:nvPr>
            <p:ph type="sldImg"/>
          </p:nvPr>
        </p:nvSpPr>
        <p:spPr>
          <a:solidFill>
            <a:srgbClr val="FFFFFF"/>
          </a:solidFill>
          <a:ln/>
        </p:spPr>
      </p:sp>
      <p:sp>
        <p:nvSpPr>
          <p:cNvPr id="333828" name="Rectangle 3">
            <a:extLst>
              <a:ext uri="{FF2B5EF4-FFF2-40B4-BE49-F238E27FC236}">
                <a16:creationId xmlns:a16="http://schemas.microsoft.com/office/drawing/2014/main" id="{819889C4-A1B5-442E-B47F-7121D37E5BB6}"/>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从上图的分析表明，它是具有两个动作分支的事务型结构，第一个动作分支是  “统计缺书”，它包含编号为 </a:t>
            </a:r>
          </a:p>
          <a:p>
            <a:pPr eaLnBrk="1" hangingPunct="1"/>
            <a:r>
              <a:rPr lang="zh-CN" altLang="en-US">
                <a:latin typeface="Times New Roman" panose="02020603050405020304" pitchFamily="18" charset="0"/>
              </a:rPr>
              <a:t>2.1 与  2.2 的两个加工； 第二个动作分支是“登记进书” ，包含一个加工 2.3 。其中统计缺书分支是具有变换型结构</a:t>
            </a:r>
          </a:p>
          <a:p>
            <a:pPr eaLnBrk="1" hangingPunct="1"/>
            <a:r>
              <a:rPr lang="zh-CN" altLang="en-US">
                <a:latin typeface="Times New Roman" panose="02020603050405020304" pitchFamily="18" charset="0"/>
              </a:rPr>
              <a:t>加工 2.1 是它的传入部分，加工2.2是它的传出部分。它没有中心加工部分，待购教材表（</a:t>
            </a:r>
            <a:r>
              <a:rPr lang="en-US" altLang="zh-CN">
                <a:latin typeface="Times New Roman" panose="02020603050405020304" pitchFamily="18" charset="0"/>
              </a:rPr>
              <a:t>F5） </a:t>
            </a:r>
            <a:r>
              <a:rPr lang="zh-CN" altLang="en-US">
                <a:latin typeface="Times New Roman" panose="02020603050405020304" pitchFamily="18" charset="0"/>
              </a:rPr>
              <a:t>既是是这个分支的</a:t>
            </a:r>
          </a:p>
          <a:p>
            <a:pPr eaLnBrk="1" hangingPunct="1"/>
            <a:r>
              <a:rPr lang="zh-CN" altLang="en-US">
                <a:latin typeface="Times New Roman" panose="02020603050405020304" pitchFamily="18" charset="0"/>
              </a:rPr>
              <a:t>传入数据，也是它的传出数据。</a:t>
            </a:r>
          </a:p>
          <a:p>
            <a:pPr eaLnBrk="1" hangingPunct="1"/>
            <a:r>
              <a:rPr lang="zh-CN" altLang="en-US">
                <a:latin typeface="Times New Roman" panose="02020603050405020304" pitchFamily="18" charset="0"/>
              </a:rPr>
              <a:t>      请在下一页中画出它的</a:t>
            </a:r>
            <a:r>
              <a:rPr lang="en-US" altLang="zh-CN">
                <a:latin typeface="Times New Roman" panose="02020603050405020304" pitchFamily="18" charset="0"/>
              </a:rPr>
              <a:t>SC</a:t>
            </a:r>
            <a:r>
              <a:rPr lang="zh-CN" altLang="en-US">
                <a:latin typeface="Times New Roman" panose="02020603050405020304" pitchFamily="18" charset="0"/>
              </a:rPr>
              <a:t>图。</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a:extLst>
              <a:ext uri="{FF2B5EF4-FFF2-40B4-BE49-F238E27FC236}">
                <a16:creationId xmlns:a16="http://schemas.microsoft.com/office/drawing/2014/main" id="{3AB09DF0-8D3B-43F0-9CDD-FAD79AAE6C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709EA343-FDB8-45D6-B18D-8B1407B33A0C}" type="slidenum">
              <a:rPr lang="zh-CN" altLang="en-US" sz="1200">
                <a:ea typeface="宋体" panose="02010600030101010101" pitchFamily="2" charset="-122"/>
              </a:rPr>
              <a:pPr algn="r"/>
              <a:t>41</a:t>
            </a:fld>
            <a:endParaRPr lang="en-US" altLang="zh-CN" sz="1200">
              <a:ea typeface="宋体" panose="02010600030101010101" pitchFamily="2" charset="-122"/>
            </a:endParaRPr>
          </a:p>
        </p:txBody>
      </p:sp>
      <p:sp>
        <p:nvSpPr>
          <p:cNvPr id="335875" name="Rectangle 2">
            <a:extLst>
              <a:ext uri="{FF2B5EF4-FFF2-40B4-BE49-F238E27FC236}">
                <a16:creationId xmlns:a16="http://schemas.microsoft.com/office/drawing/2014/main" id="{7EC4844F-1F2B-47DF-A4B5-79FABB27002B}"/>
              </a:ext>
            </a:extLst>
          </p:cNvPr>
          <p:cNvSpPr>
            <a:spLocks noGrp="1" noRot="1" noChangeAspect="1" noChangeArrowheads="1" noTextEdit="1"/>
          </p:cNvSpPr>
          <p:nvPr>
            <p:ph type="sldImg"/>
          </p:nvPr>
        </p:nvSpPr>
        <p:spPr>
          <a:solidFill>
            <a:srgbClr val="FFFFFF"/>
          </a:solidFill>
          <a:ln/>
        </p:spPr>
      </p:sp>
      <p:sp>
        <p:nvSpPr>
          <p:cNvPr id="335876" name="Rectangle 3">
            <a:extLst>
              <a:ext uri="{FF2B5EF4-FFF2-40B4-BE49-F238E27FC236}">
                <a16:creationId xmlns:a16="http://schemas.microsoft.com/office/drawing/2014/main" id="{D73B96B7-BE46-4962-850F-483F8E5B6C2D}"/>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42</a:t>
            </a:fld>
            <a:endParaRPr lang="en-US" altLang="zh-CN"/>
          </a:p>
        </p:txBody>
      </p:sp>
    </p:spTree>
    <p:extLst>
      <p:ext uri="{BB962C8B-B14F-4D97-AF65-F5344CB8AC3E}">
        <p14:creationId xmlns:p14="http://schemas.microsoft.com/office/powerpoint/2010/main" val="5249970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43</a:t>
            </a:fld>
            <a:endParaRPr lang="en-US" altLang="zh-CN"/>
          </a:p>
        </p:txBody>
      </p:sp>
    </p:spTree>
    <p:extLst>
      <p:ext uri="{BB962C8B-B14F-4D97-AF65-F5344CB8AC3E}">
        <p14:creationId xmlns:p14="http://schemas.microsoft.com/office/powerpoint/2010/main" val="30347875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44</a:t>
            </a:fld>
            <a:endParaRPr lang="en-US" altLang="zh-CN"/>
          </a:p>
        </p:txBody>
      </p:sp>
    </p:spTree>
    <p:extLst>
      <p:ext uri="{BB962C8B-B14F-4D97-AF65-F5344CB8AC3E}">
        <p14:creationId xmlns:p14="http://schemas.microsoft.com/office/powerpoint/2010/main" val="20053610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45</a:t>
            </a:fld>
            <a:endParaRPr lang="en-US" altLang="zh-CN"/>
          </a:p>
        </p:txBody>
      </p:sp>
    </p:spTree>
    <p:extLst>
      <p:ext uri="{BB962C8B-B14F-4D97-AF65-F5344CB8AC3E}">
        <p14:creationId xmlns:p14="http://schemas.microsoft.com/office/powerpoint/2010/main" val="8178940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7">
            <a:extLst>
              <a:ext uri="{FF2B5EF4-FFF2-40B4-BE49-F238E27FC236}">
                <a16:creationId xmlns:a16="http://schemas.microsoft.com/office/drawing/2014/main" id="{47B9602A-7BCC-4237-A601-A0A77D496B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03C2BEED-2705-4C90-838C-1CCCB11921B9}" type="slidenum">
              <a:rPr lang="zh-CN" altLang="en-US" sz="1200">
                <a:ea typeface="宋体" panose="02010600030101010101" pitchFamily="2" charset="-122"/>
              </a:rPr>
              <a:pPr algn="r"/>
              <a:t>46</a:t>
            </a:fld>
            <a:endParaRPr lang="en-US" altLang="zh-CN" sz="1200">
              <a:ea typeface="宋体" panose="02010600030101010101" pitchFamily="2" charset="-122"/>
            </a:endParaRPr>
          </a:p>
        </p:txBody>
      </p:sp>
      <p:sp>
        <p:nvSpPr>
          <p:cNvPr id="393219" name="Rectangle 2">
            <a:extLst>
              <a:ext uri="{FF2B5EF4-FFF2-40B4-BE49-F238E27FC236}">
                <a16:creationId xmlns:a16="http://schemas.microsoft.com/office/drawing/2014/main" id="{3044ADA0-93E3-4AB8-B40F-C56B3A6BCAB0}"/>
              </a:ext>
            </a:extLst>
          </p:cNvPr>
          <p:cNvSpPr>
            <a:spLocks noChangeArrowheads="1" noTextEdit="1"/>
          </p:cNvSpPr>
          <p:nvPr>
            <p:ph type="sldImg"/>
          </p:nvPr>
        </p:nvSpPr>
        <p:spPr>
          <a:solidFill>
            <a:srgbClr val="FFFFFF"/>
          </a:solidFill>
          <a:ln/>
        </p:spPr>
      </p:sp>
      <p:sp>
        <p:nvSpPr>
          <p:cNvPr id="393220" name="Rectangle 3">
            <a:extLst>
              <a:ext uri="{FF2B5EF4-FFF2-40B4-BE49-F238E27FC236}">
                <a16:creationId xmlns:a16="http://schemas.microsoft.com/office/drawing/2014/main" id="{08F65AC7-5DBF-4026-BBEC-B06C28C4B715}"/>
              </a:ext>
            </a:extLst>
          </p:cNvPr>
          <p:cNvSpPr>
            <a:spLocks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a:t>
            </a:r>
            <a:endParaRPr lang="zh-CN" altLang="en-US">
              <a:latin typeface="Times New Roman" panose="02020603050405020304" pitchFamily="18" charset="0"/>
            </a:endParaRPr>
          </a:p>
        </p:txBody>
      </p:sp>
    </p:spTree>
    <p:extLst>
      <p:ext uri="{BB962C8B-B14F-4D97-AF65-F5344CB8AC3E}">
        <p14:creationId xmlns:p14="http://schemas.microsoft.com/office/powerpoint/2010/main" val="17877740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a:extLst>
              <a:ext uri="{FF2B5EF4-FFF2-40B4-BE49-F238E27FC236}">
                <a16:creationId xmlns:a16="http://schemas.microsoft.com/office/drawing/2014/main" id="{ECD5EBD3-38F3-419B-BFB9-7F4D346C09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287E17BB-B008-4134-861A-CE1DB83952F3}" type="slidenum">
              <a:rPr lang="zh-CN" altLang="en-US" sz="1200">
                <a:ea typeface="宋体" panose="02010600030101010101" pitchFamily="2" charset="-122"/>
              </a:rPr>
              <a:pPr algn="r"/>
              <a:t>47</a:t>
            </a:fld>
            <a:endParaRPr lang="en-US" altLang="zh-CN" sz="1200">
              <a:ea typeface="宋体" panose="02010600030101010101" pitchFamily="2" charset="-122"/>
            </a:endParaRPr>
          </a:p>
        </p:txBody>
      </p:sp>
      <p:sp>
        <p:nvSpPr>
          <p:cNvPr id="395267" name="Rectangle 2">
            <a:extLst>
              <a:ext uri="{FF2B5EF4-FFF2-40B4-BE49-F238E27FC236}">
                <a16:creationId xmlns:a16="http://schemas.microsoft.com/office/drawing/2014/main" id="{7946013C-12E4-42E3-8105-EDEC1A218E17}"/>
              </a:ext>
            </a:extLst>
          </p:cNvPr>
          <p:cNvSpPr>
            <a:spLocks noChangeArrowheads="1" noTextEdit="1"/>
          </p:cNvSpPr>
          <p:nvPr>
            <p:ph type="sldImg"/>
          </p:nvPr>
        </p:nvSpPr>
        <p:spPr>
          <a:solidFill>
            <a:srgbClr val="FFFFFF"/>
          </a:solidFill>
          <a:ln/>
        </p:spPr>
      </p:sp>
      <p:sp>
        <p:nvSpPr>
          <p:cNvPr id="395268" name="Rectangle 3">
            <a:extLst>
              <a:ext uri="{FF2B5EF4-FFF2-40B4-BE49-F238E27FC236}">
                <a16:creationId xmlns:a16="http://schemas.microsoft.com/office/drawing/2014/main" id="{EFEA8389-9F1F-4AE5-AA99-A6D06E913FC0}"/>
              </a:ext>
            </a:extLst>
          </p:cNvPr>
          <p:cNvSpPr>
            <a:spLocks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a:t>
            </a:r>
            <a:endParaRPr lang="zh-CN" altLang="en-US">
              <a:latin typeface="Times New Roman" panose="02020603050405020304" pitchFamily="18" charset="0"/>
            </a:endParaRPr>
          </a:p>
        </p:txBody>
      </p:sp>
    </p:spTree>
    <p:extLst>
      <p:ext uri="{BB962C8B-B14F-4D97-AF65-F5344CB8AC3E}">
        <p14:creationId xmlns:p14="http://schemas.microsoft.com/office/powerpoint/2010/main" val="9192304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7">
            <a:extLst>
              <a:ext uri="{FF2B5EF4-FFF2-40B4-BE49-F238E27FC236}">
                <a16:creationId xmlns:a16="http://schemas.microsoft.com/office/drawing/2014/main" id="{2B73E5F3-8317-45FF-A8CE-E50A2A5615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8CCE325C-C470-4222-8DC0-0155D76BB0BF}" type="slidenum">
              <a:rPr lang="zh-CN" altLang="en-US" sz="1200">
                <a:ea typeface="宋体" panose="02010600030101010101" pitchFamily="2" charset="-122"/>
              </a:rPr>
              <a:pPr algn="r"/>
              <a:t>48</a:t>
            </a:fld>
            <a:endParaRPr lang="en-US" altLang="zh-CN" sz="1200">
              <a:ea typeface="宋体" panose="02010600030101010101" pitchFamily="2" charset="-122"/>
            </a:endParaRPr>
          </a:p>
        </p:txBody>
      </p:sp>
      <p:sp>
        <p:nvSpPr>
          <p:cNvPr id="397315" name="Rectangle 2">
            <a:extLst>
              <a:ext uri="{FF2B5EF4-FFF2-40B4-BE49-F238E27FC236}">
                <a16:creationId xmlns:a16="http://schemas.microsoft.com/office/drawing/2014/main" id="{B6A5CD29-F32D-4A44-BA77-F9010222A9DE}"/>
              </a:ext>
            </a:extLst>
          </p:cNvPr>
          <p:cNvSpPr>
            <a:spLocks noChangeArrowheads="1" noTextEdit="1"/>
          </p:cNvSpPr>
          <p:nvPr>
            <p:ph type="sldImg"/>
          </p:nvPr>
        </p:nvSpPr>
        <p:spPr>
          <a:solidFill>
            <a:srgbClr val="FFFFFF"/>
          </a:solidFill>
          <a:ln/>
        </p:spPr>
      </p:sp>
      <p:sp>
        <p:nvSpPr>
          <p:cNvPr id="397316" name="Rectangle 3">
            <a:extLst>
              <a:ext uri="{FF2B5EF4-FFF2-40B4-BE49-F238E27FC236}">
                <a16:creationId xmlns:a16="http://schemas.microsoft.com/office/drawing/2014/main" id="{C100433B-8727-4E06-BADD-6BF78C95CDF2}"/>
              </a:ext>
            </a:extLst>
          </p:cNvPr>
          <p:cNvSpPr>
            <a:spLocks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显而易见，用</a:t>
            </a:r>
            <a:r>
              <a:rPr kumimoji="0" lang="en-US" altLang="zh-CN" sz="2000">
                <a:solidFill>
                  <a:schemeClr val="accent2"/>
                </a:solidFill>
                <a:latin typeface="Times New Roman" panose="02020603050405020304" pitchFamily="18" charset="0"/>
                <a:ea typeface="楷体_GB2312" pitchFamily="49" charset="-122"/>
              </a:rPr>
              <a:t>PAD </a:t>
            </a:r>
            <a:r>
              <a:rPr kumimoji="0" lang="zh-CN" altLang="en-US" sz="2000">
                <a:solidFill>
                  <a:schemeClr val="accent2"/>
                </a:solidFill>
                <a:latin typeface="Times New Roman" panose="02020603050405020304" pitchFamily="18" charset="0"/>
                <a:ea typeface="楷体_GB2312" pitchFamily="49" charset="-122"/>
              </a:rPr>
              <a:t>图表达的软件过程将呈树形结构，它即克服了传统的流程图不能清晰表现程序结构的缺点，又不像</a:t>
            </a:r>
            <a:r>
              <a:rPr kumimoji="0" lang="en-US" altLang="zh-CN" sz="2000">
                <a:solidFill>
                  <a:schemeClr val="accent2"/>
                </a:solidFill>
                <a:latin typeface="Times New Roman" panose="02020603050405020304" pitchFamily="18" charset="0"/>
                <a:ea typeface="楷体_GB2312" pitchFamily="49" charset="-122"/>
              </a:rPr>
              <a:t>N-S</a:t>
            </a:r>
            <a:r>
              <a:rPr kumimoji="0" lang="zh-CN" altLang="en-US" sz="2000">
                <a:solidFill>
                  <a:schemeClr val="accent2"/>
                </a:solidFill>
                <a:latin typeface="Times New Roman" panose="02020603050405020304" pitchFamily="18" charset="0"/>
                <a:ea typeface="楷体_GB2312" pitchFamily="49" charset="-122"/>
              </a:rPr>
              <a:t>图那样受到把全部程序约束在一个方框内的限制，这就是它的优势所在。</a:t>
            </a:r>
            <a:endParaRPr lang="zh-CN" altLang="en-US">
              <a:latin typeface="Times New Roman" panose="02020603050405020304" pitchFamily="18" charset="0"/>
            </a:endParaRPr>
          </a:p>
        </p:txBody>
      </p:sp>
    </p:spTree>
    <p:extLst>
      <p:ext uri="{BB962C8B-B14F-4D97-AF65-F5344CB8AC3E}">
        <p14:creationId xmlns:p14="http://schemas.microsoft.com/office/powerpoint/2010/main" val="23656482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7">
            <a:extLst>
              <a:ext uri="{FF2B5EF4-FFF2-40B4-BE49-F238E27FC236}">
                <a16:creationId xmlns:a16="http://schemas.microsoft.com/office/drawing/2014/main" id="{1FEA2A35-F460-491E-BE4B-819B9DB0E0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r"/>
            <a:fld id="{81CE9C29-255A-41F0-B11B-8F5CA9E163CC}" type="slidenum">
              <a:rPr lang="zh-CN" altLang="en-US" sz="1200">
                <a:ea typeface="宋体" panose="02010600030101010101" pitchFamily="2" charset="-122"/>
              </a:rPr>
              <a:pPr algn="r"/>
              <a:t>49</a:t>
            </a:fld>
            <a:endParaRPr lang="en-US" altLang="zh-CN" sz="1200">
              <a:ea typeface="宋体" panose="02010600030101010101" pitchFamily="2" charset="-122"/>
            </a:endParaRPr>
          </a:p>
        </p:txBody>
      </p:sp>
      <p:sp>
        <p:nvSpPr>
          <p:cNvPr id="399363" name="Rectangle 1026">
            <a:extLst>
              <a:ext uri="{FF2B5EF4-FFF2-40B4-BE49-F238E27FC236}">
                <a16:creationId xmlns:a16="http://schemas.microsoft.com/office/drawing/2014/main" id="{BD41559D-9405-4705-922F-7D6628EC6101}"/>
              </a:ext>
            </a:extLst>
          </p:cNvPr>
          <p:cNvSpPr>
            <a:spLocks noChangeArrowheads="1" noTextEdit="1"/>
          </p:cNvSpPr>
          <p:nvPr>
            <p:ph type="sldImg"/>
          </p:nvPr>
        </p:nvSpPr>
        <p:spPr>
          <a:solidFill>
            <a:srgbClr val="FFFFFF"/>
          </a:solidFill>
          <a:ln/>
        </p:spPr>
      </p:sp>
      <p:sp>
        <p:nvSpPr>
          <p:cNvPr id="399364" name="Rectangle 1027">
            <a:extLst>
              <a:ext uri="{FF2B5EF4-FFF2-40B4-BE49-F238E27FC236}">
                <a16:creationId xmlns:a16="http://schemas.microsoft.com/office/drawing/2014/main" id="{29521132-04D5-48E6-9692-A7A65CDC6E82}"/>
              </a:ext>
            </a:extLst>
          </p:cNvPr>
          <p:cNvSpPr>
            <a:spLocks noChangeArrowheads="1"/>
          </p:cNvSpPr>
          <p:nvPr>
            <p:ph type="body" idx="1"/>
          </p:nvPr>
        </p:nvSpPr>
        <p:spPr>
          <a:solidFill>
            <a:srgbClr val="FFFFFF"/>
          </a:solidFill>
          <a:ln>
            <a:solidFill>
              <a:srgbClr val="000000"/>
            </a:solidFill>
          </a:ln>
        </p:spPr>
        <p:txBody>
          <a:bodyPr/>
          <a:lstStyle/>
          <a:p>
            <a:pPr eaLnBrk="1" hangingPunct="1"/>
            <a:r>
              <a:rPr lang="zh-CN" altLang="en-US">
                <a:latin typeface="Times New Roman" panose="02020603050405020304" pitchFamily="18" charset="0"/>
              </a:rPr>
              <a:t>      </a:t>
            </a:r>
            <a:r>
              <a:rPr kumimoji="0" lang="zh-CN" altLang="en-US" sz="2000">
                <a:solidFill>
                  <a:schemeClr val="accent2"/>
                </a:solidFill>
                <a:latin typeface="Times New Roman" panose="02020603050405020304" pitchFamily="18" charset="0"/>
                <a:ea typeface="楷体_GB2312" pitchFamily="49" charset="-122"/>
              </a:rPr>
              <a:t> 显而易见，用</a:t>
            </a:r>
            <a:r>
              <a:rPr kumimoji="0" lang="en-US" altLang="zh-CN" sz="2000">
                <a:solidFill>
                  <a:schemeClr val="accent2"/>
                </a:solidFill>
                <a:latin typeface="Times New Roman" panose="02020603050405020304" pitchFamily="18" charset="0"/>
                <a:ea typeface="楷体_GB2312" pitchFamily="49" charset="-122"/>
              </a:rPr>
              <a:t>PAD </a:t>
            </a:r>
            <a:r>
              <a:rPr kumimoji="0" lang="zh-CN" altLang="en-US" sz="2000">
                <a:solidFill>
                  <a:schemeClr val="accent2"/>
                </a:solidFill>
                <a:latin typeface="Times New Roman" panose="02020603050405020304" pitchFamily="18" charset="0"/>
                <a:ea typeface="楷体_GB2312" pitchFamily="49" charset="-122"/>
              </a:rPr>
              <a:t>图表达的软件过程将呈树形结构，它即克服了传统的流程图不能清晰表现程序结构的缺点，又不像</a:t>
            </a:r>
            <a:r>
              <a:rPr kumimoji="0" lang="en-US" altLang="zh-CN" sz="2000">
                <a:solidFill>
                  <a:schemeClr val="accent2"/>
                </a:solidFill>
                <a:latin typeface="Times New Roman" panose="02020603050405020304" pitchFamily="18" charset="0"/>
                <a:ea typeface="楷体_GB2312" pitchFamily="49" charset="-122"/>
              </a:rPr>
              <a:t>N-S</a:t>
            </a:r>
            <a:r>
              <a:rPr kumimoji="0" lang="zh-CN" altLang="en-US" sz="2000">
                <a:solidFill>
                  <a:schemeClr val="accent2"/>
                </a:solidFill>
                <a:latin typeface="Times New Roman" panose="02020603050405020304" pitchFamily="18" charset="0"/>
                <a:ea typeface="楷体_GB2312" pitchFamily="49" charset="-122"/>
              </a:rPr>
              <a:t>图那样受到把全部程序约束在一个方框内的限制，这就是它的优势所在。</a:t>
            </a:r>
            <a:endParaRPr lang="zh-CN" altLang="en-US">
              <a:latin typeface="Times New Roman" panose="02020603050405020304" pitchFamily="18" charset="0"/>
            </a:endParaRPr>
          </a:p>
        </p:txBody>
      </p:sp>
    </p:spTree>
    <p:extLst>
      <p:ext uri="{BB962C8B-B14F-4D97-AF65-F5344CB8AC3E}">
        <p14:creationId xmlns:p14="http://schemas.microsoft.com/office/powerpoint/2010/main" val="34944703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面向对象方法</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50</a:t>
            </a:fld>
            <a:endParaRPr lang="en-US" altLang="zh-CN"/>
          </a:p>
        </p:txBody>
      </p:sp>
    </p:spTree>
    <p:extLst>
      <p:ext uri="{BB962C8B-B14F-4D97-AF65-F5344CB8AC3E}">
        <p14:creationId xmlns:p14="http://schemas.microsoft.com/office/powerpoint/2010/main" val="23181529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面向对象分析：</a:t>
            </a:r>
            <a:r>
              <a:rPr lang="zh-CN" altLang="en-US" b="0" i="0" dirty="0">
                <a:solidFill>
                  <a:srgbClr val="2A2B2E"/>
                </a:solidFill>
                <a:effectLst/>
                <a:latin typeface="PingFang SC"/>
              </a:rPr>
              <a:t>识别和定义用例和对象</a:t>
            </a:r>
            <a:r>
              <a:rPr lang="en-US" altLang="zh-CN" b="0" i="0" dirty="0">
                <a:solidFill>
                  <a:srgbClr val="2A2B2E"/>
                </a:solidFill>
                <a:effectLst/>
                <a:latin typeface="PingFang SC"/>
              </a:rPr>
              <a:t>(</a:t>
            </a:r>
            <a:r>
              <a:rPr lang="zh-CN" altLang="en-US" b="0" i="0" dirty="0">
                <a:solidFill>
                  <a:srgbClr val="2A2B2E"/>
                </a:solidFill>
                <a:effectLst/>
                <a:latin typeface="PingFang SC"/>
              </a:rPr>
              <a:t>类</a:t>
            </a:r>
            <a:r>
              <a:rPr lang="en-US" altLang="zh-CN" b="0" i="0" dirty="0">
                <a:solidFill>
                  <a:srgbClr val="2A2B2E"/>
                </a:solidFill>
                <a:effectLst/>
                <a:latin typeface="PingFang SC"/>
              </a:rPr>
              <a:t>)</a:t>
            </a:r>
            <a:r>
              <a:rPr lang="zh-CN" altLang="en-US" b="0" i="0" dirty="0">
                <a:solidFill>
                  <a:srgbClr val="2A2B2E"/>
                </a:solidFill>
                <a:effectLst/>
                <a:latin typeface="PingFang SC"/>
              </a:rPr>
              <a:t>集的过程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面向对象设计：在新系统中识别和定义用例和对象</a:t>
            </a:r>
            <a:r>
              <a:rPr lang="en-US" altLang="zh-CN" b="0" i="0" dirty="0">
                <a:solidFill>
                  <a:srgbClr val="2A2B2E"/>
                </a:solidFill>
                <a:effectLst/>
                <a:latin typeface="PingFang SC"/>
              </a:rPr>
              <a:t>(</a:t>
            </a:r>
            <a:r>
              <a:rPr lang="zh-CN" altLang="en-US" b="0" i="0" dirty="0">
                <a:solidFill>
                  <a:srgbClr val="2A2B2E"/>
                </a:solidFill>
                <a:effectLst/>
                <a:latin typeface="PingFang SC"/>
              </a:rPr>
              <a:t>类</a:t>
            </a:r>
            <a:r>
              <a:rPr lang="en-US" altLang="zh-CN" b="0" i="0" dirty="0">
                <a:solidFill>
                  <a:srgbClr val="2A2B2E"/>
                </a:solidFill>
                <a:effectLst/>
                <a:latin typeface="PingFang SC"/>
              </a:rPr>
              <a:t>)</a:t>
            </a:r>
            <a:r>
              <a:rPr lang="zh-CN" altLang="en-US" b="0" i="0" dirty="0">
                <a:solidFill>
                  <a:srgbClr val="2A2B2E"/>
                </a:solidFill>
                <a:effectLst/>
                <a:latin typeface="PingFang SC"/>
              </a:rPr>
              <a:t>集的过程</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面向对象编程：编写语句来定义实际的类以及类的每个对象的功能</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51</a:t>
            </a:fld>
            <a:endParaRPr lang="en-US" altLang="zh-CN"/>
          </a:p>
        </p:txBody>
      </p:sp>
    </p:spTree>
    <p:extLst>
      <p:ext uri="{BB962C8B-B14F-4D97-AF65-F5344CB8AC3E}">
        <p14:creationId xmlns:p14="http://schemas.microsoft.com/office/powerpoint/2010/main" val="27994261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面向对象方法：把信息系统看做一起工作来完成某项任务的相互作用的对象的几何</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52</a:t>
            </a:fld>
            <a:endParaRPr lang="en-US" altLang="zh-CN"/>
          </a:p>
        </p:txBody>
      </p:sp>
    </p:spTree>
    <p:extLst>
      <p:ext uri="{BB962C8B-B14F-4D97-AF65-F5344CB8AC3E}">
        <p14:creationId xmlns:p14="http://schemas.microsoft.com/office/powerpoint/2010/main" val="22137956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面向对象分析期间生成的类图</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53</a:t>
            </a:fld>
            <a:endParaRPr lang="en-US" altLang="zh-CN"/>
          </a:p>
        </p:txBody>
      </p:sp>
    </p:spTree>
    <p:extLst>
      <p:ext uri="{BB962C8B-B14F-4D97-AF65-F5344CB8AC3E}">
        <p14:creationId xmlns:p14="http://schemas.microsoft.com/office/powerpoint/2010/main" val="1813909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顺序图</a:t>
            </a:r>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54</a:t>
            </a:fld>
            <a:endParaRPr lang="en-US" altLang="zh-CN"/>
          </a:p>
        </p:txBody>
      </p:sp>
    </p:spTree>
    <p:extLst>
      <p:ext uri="{BB962C8B-B14F-4D97-AF65-F5344CB8AC3E}">
        <p14:creationId xmlns:p14="http://schemas.microsoft.com/office/powerpoint/2010/main" val="1058724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本章更详细地介绍了系统开发的方法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en-US" altLang="zh-CN" b="0" i="0" dirty="0">
                <a:solidFill>
                  <a:srgbClr val="2A2B2E"/>
                </a:solidFill>
                <a:effectLst/>
                <a:latin typeface="PingFang SC"/>
              </a:rPr>
              <a:t>SDLC</a:t>
            </a:r>
            <a:r>
              <a:rPr lang="zh-CN" altLang="en-US" b="0" i="0" dirty="0">
                <a:solidFill>
                  <a:srgbClr val="2A2B2E"/>
                </a:solidFill>
                <a:effectLst/>
                <a:latin typeface="PingFang SC"/>
              </a:rPr>
              <a:t>有两种方法</a:t>
            </a:r>
            <a:r>
              <a:rPr lang="en-US" altLang="zh-CN" b="0" i="0" dirty="0">
                <a:solidFill>
                  <a:srgbClr val="2A2B2E"/>
                </a:solidFill>
                <a:effectLst/>
                <a:latin typeface="PingFang SC"/>
              </a:rPr>
              <a:t>:</a:t>
            </a:r>
            <a:r>
              <a:rPr lang="zh-CN" altLang="en-US" b="0" i="0" dirty="0">
                <a:solidFill>
                  <a:srgbClr val="2A2B2E"/>
                </a:solidFill>
                <a:effectLst/>
                <a:latin typeface="PingFang SC"/>
              </a:rPr>
              <a:t>预测性和适应性</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预测性</a:t>
            </a:r>
            <a:r>
              <a:rPr lang="en-US" altLang="zh-CN" b="0" i="0" dirty="0">
                <a:solidFill>
                  <a:srgbClr val="2A2B2E"/>
                </a:solidFill>
                <a:effectLst/>
                <a:latin typeface="PingFang SC"/>
              </a:rPr>
              <a:t>SDLC</a:t>
            </a:r>
            <a:r>
              <a:rPr lang="zh-CN" altLang="en-US" b="0" i="0" dirty="0">
                <a:solidFill>
                  <a:srgbClr val="2A2B2E"/>
                </a:solidFill>
                <a:effectLst/>
                <a:latin typeface="PingFang SC"/>
              </a:rPr>
              <a:t>，也称为瀑布模型，在可以完全提前计划项目时使用</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当需求不太确定并且项目需要对变更做出反应时，使用迭代的</a:t>
            </a:r>
            <a:r>
              <a:rPr lang="en-US" altLang="zh-CN" b="0" i="0" dirty="0">
                <a:solidFill>
                  <a:srgbClr val="2A2B2E"/>
                </a:solidFill>
                <a:effectLst/>
                <a:latin typeface="PingFang SC"/>
              </a:rPr>
              <a:t>Adaptive SDLC</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55</a:t>
            </a:fld>
            <a:endParaRPr lang="en-US" altLang="zh-CN"/>
          </a:p>
        </p:txBody>
      </p:sp>
    </p:spTree>
    <p:extLst>
      <p:ext uri="{BB962C8B-B14F-4D97-AF65-F5344CB8AC3E}">
        <p14:creationId xmlns:p14="http://schemas.microsoft.com/office/powerpoint/2010/main" val="38568550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结构化方法和面向对象的方法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敏捷开发式现在的趋势</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56</a:t>
            </a:fld>
            <a:endParaRPr lang="en-US" altLang="zh-CN"/>
          </a:p>
        </p:txBody>
      </p:sp>
    </p:spTree>
    <p:extLst>
      <p:ext uri="{BB962C8B-B14F-4D97-AF65-F5344CB8AC3E}">
        <p14:creationId xmlns:p14="http://schemas.microsoft.com/office/powerpoint/2010/main" val="250617243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A2B2E"/>
                </a:solidFill>
                <a:effectLst/>
                <a:latin typeface="PingFang SC"/>
              </a:rPr>
              <a:t>结构化方法和面向对象的方法</a:t>
            </a:r>
            <a:endParaRPr lang="en-US" altLang="zh-CN" b="0" i="0" dirty="0">
              <a:solidFill>
                <a:srgbClr val="2A2B2E"/>
              </a:solidFill>
              <a:effectLst/>
              <a:latin typeface="PingFang SC"/>
            </a:endParaRPr>
          </a:p>
          <a:p>
            <a:endParaRPr lang="en-US" altLang="zh-CN" b="0" i="0" dirty="0">
              <a:solidFill>
                <a:srgbClr val="2A2B2E"/>
              </a:solidFill>
              <a:effectLst/>
              <a:latin typeface="PingFang SC"/>
            </a:endParaRPr>
          </a:p>
          <a:p>
            <a:r>
              <a:rPr lang="zh-CN" altLang="en-US" b="0" i="0" dirty="0">
                <a:solidFill>
                  <a:srgbClr val="2A2B2E"/>
                </a:solidFill>
                <a:effectLst/>
                <a:latin typeface="PingFang SC"/>
              </a:rPr>
              <a:t>敏捷开发式现在的趋势</a:t>
            </a:r>
            <a:endParaRPr lang="zh-CN" altLang="en-US" dirty="0"/>
          </a:p>
        </p:txBody>
      </p:sp>
      <p:sp>
        <p:nvSpPr>
          <p:cNvPr id="4" name="灯片编号占位符 3"/>
          <p:cNvSpPr>
            <a:spLocks noGrp="1"/>
          </p:cNvSpPr>
          <p:nvPr>
            <p:ph type="sldNum" sz="quarter" idx="5"/>
          </p:nvPr>
        </p:nvSpPr>
        <p:spPr/>
        <p:txBody>
          <a:bodyPr/>
          <a:lstStyle/>
          <a:p>
            <a:fld id="{B7A21136-4059-4B96-8D75-A65E53651DC4}" type="slidenum">
              <a:rPr lang="en-US" altLang="zh-CN" smtClean="0"/>
              <a:pPr/>
              <a:t>57</a:t>
            </a:fld>
            <a:endParaRPr lang="en-US" altLang="zh-CN"/>
          </a:p>
        </p:txBody>
      </p:sp>
    </p:spTree>
    <p:extLst>
      <p:ext uri="{BB962C8B-B14F-4D97-AF65-F5344CB8AC3E}">
        <p14:creationId xmlns:p14="http://schemas.microsoft.com/office/powerpoint/2010/main" val="108731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a:extLst>
              <a:ext uri="{FF2B5EF4-FFF2-40B4-BE49-F238E27FC236}">
                <a16:creationId xmlns:a16="http://schemas.microsoft.com/office/drawing/2014/main" id="{60655375-791D-4534-BCC8-836D62480E8D}"/>
              </a:ext>
            </a:extLst>
          </p:cNvPr>
          <p:cNvSpPr>
            <a:spLocks noChangeShapeType="1"/>
          </p:cNvSpPr>
          <p:nvPr/>
        </p:nvSpPr>
        <p:spPr bwMode="auto">
          <a:xfrm>
            <a:off x="7315200" y="1066800"/>
            <a:ext cx="0" cy="44958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grpSp>
        <p:nvGrpSpPr>
          <p:cNvPr id="5" name="Group 8">
            <a:extLst>
              <a:ext uri="{FF2B5EF4-FFF2-40B4-BE49-F238E27FC236}">
                <a16:creationId xmlns:a16="http://schemas.microsoft.com/office/drawing/2014/main" id="{FBC04232-2487-4DEE-A69F-838568563DA9}"/>
              </a:ext>
            </a:extLst>
          </p:cNvPr>
          <p:cNvGrpSpPr>
            <a:grpSpLocks/>
          </p:cNvGrpSpPr>
          <p:nvPr/>
        </p:nvGrpSpPr>
        <p:grpSpPr bwMode="auto">
          <a:xfrm>
            <a:off x="7493000" y="2992438"/>
            <a:ext cx="1338263" cy="2189162"/>
            <a:chOff x="4704" y="1885"/>
            <a:chExt cx="843" cy="1379"/>
          </a:xfrm>
        </p:grpSpPr>
        <p:sp>
          <p:nvSpPr>
            <p:cNvPr id="6" name="Oval 9">
              <a:extLst>
                <a:ext uri="{FF2B5EF4-FFF2-40B4-BE49-F238E27FC236}">
                  <a16:creationId xmlns:a16="http://schemas.microsoft.com/office/drawing/2014/main" id="{29B4986D-6E51-47DA-9390-68DD39D2C88E}"/>
                </a:ext>
              </a:extLst>
            </p:cNvPr>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7" name="Oval 10">
              <a:extLst>
                <a:ext uri="{FF2B5EF4-FFF2-40B4-BE49-F238E27FC236}">
                  <a16:creationId xmlns:a16="http://schemas.microsoft.com/office/drawing/2014/main" id="{5D70BA31-AAB0-4B08-9994-F2978458CB6E}"/>
                </a:ext>
              </a:extLst>
            </p:cNvPr>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8" name="Oval 11">
              <a:extLst>
                <a:ext uri="{FF2B5EF4-FFF2-40B4-BE49-F238E27FC236}">
                  <a16:creationId xmlns:a16="http://schemas.microsoft.com/office/drawing/2014/main" id="{F703CC29-C19D-413A-A85E-328F16279E6C}"/>
                </a:ext>
              </a:extLst>
            </p:cNvPr>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9" name="Oval 12">
              <a:extLst>
                <a:ext uri="{FF2B5EF4-FFF2-40B4-BE49-F238E27FC236}">
                  <a16:creationId xmlns:a16="http://schemas.microsoft.com/office/drawing/2014/main" id="{6E86CCD2-D634-4B4C-9A15-F99C526BD278}"/>
                </a:ext>
              </a:extLst>
            </p:cNvPr>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0" name="Oval 13">
              <a:extLst>
                <a:ext uri="{FF2B5EF4-FFF2-40B4-BE49-F238E27FC236}">
                  <a16:creationId xmlns:a16="http://schemas.microsoft.com/office/drawing/2014/main" id="{90F30ABD-5A6E-4489-A170-8970A6C9C5E1}"/>
                </a:ext>
              </a:extLst>
            </p:cNvPr>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 name="Oval 14">
              <a:extLst>
                <a:ext uri="{FF2B5EF4-FFF2-40B4-BE49-F238E27FC236}">
                  <a16:creationId xmlns:a16="http://schemas.microsoft.com/office/drawing/2014/main" id="{7FB85105-F027-4D94-AC68-34CAC9F91EE6}"/>
                </a:ext>
              </a:extLst>
            </p:cNvPr>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2" name="Oval 15">
              <a:extLst>
                <a:ext uri="{FF2B5EF4-FFF2-40B4-BE49-F238E27FC236}">
                  <a16:creationId xmlns:a16="http://schemas.microsoft.com/office/drawing/2014/main" id="{2B2828B5-B690-4AC2-AD1D-53BDE13119B7}"/>
                </a:ext>
              </a:extLst>
            </p:cNvPr>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3" name="Oval 16">
              <a:extLst>
                <a:ext uri="{FF2B5EF4-FFF2-40B4-BE49-F238E27FC236}">
                  <a16:creationId xmlns:a16="http://schemas.microsoft.com/office/drawing/2014/main" id="{B1C59D03-50DD-4B77-8A8E-BB06C45BFB69}"/>
                </a:ext>
              </a:extLst>
            </p:cNvPr>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4" name="Oval 17">
              <a:extLst>
                <a:ext uri="{FF2B5EF4-FFF2-40B4-BE49-F238E27FC236}">
                  <a16:creationId xmlns:a16="http://schemas.microsoft.com/office/drawing/2014/main" id="{ED1AC7A9-E96F-4B79-B5B2-45E367C69542}"/>
                </a:ext>
              </a:extLst>
            </p:cNvPr>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5" name="Oval 18">
              <a:extLst>
                <a:ext uri="{FF2B5EF4-FFF2-40B4-BE49-F238E27FC236}">
                  <a16:creationId xmlns:a16="http://schemas.microsoft.com/office/drawing/2014/main" id="{6562D915-C778-44E9-A622-97FF7D1E7182}"/>
                </a:ext>
              </a:extLst>
            </p:cNvPr>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6" name="Oval 19">
              <a:extLst>
                <a:ext uri="{FF2B5EF4-FFF2-40B4-BE49-F238E27FC236}">
                  <a16:creationId xmlns:a16="http://schemas.microsoft.com/office/drawing/2014/main" id="{32E48B1F-1468-49C3-8202-99D6064F6F4C}"/>
                </a:ext>
              </a:extLst>
            </p:cNvPr>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7" name="Oval 20">
              <a:extLst>
                <a:ext uri="{FF2B5EF4-FFF2-40B4-BE49-F238E27FC236}">
                  <a16:creationId xmlns:a16="http://schemas.microsoft.com/office/drawing/2014/main" id="{E0832CEF-9F54-4939-8BC2-3F19CD952829}"/>
                </a:ext>
              </a:extLst>
            </p:cNvPr>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8" name="Oval 21">
              <a:extLst>
                <a:ext uri="{FF2B5EF4-FFF2-40B4-BE49-F238E27FC236}">
                  <a16:creationId xmlns:a16="http://schemas.microsoft.com/office/drawing/2014/main" id="{87C4CE4E-7955-4894-BE9C-80F9A77FD143}"/>
                </a:ext>
              </a:extLst>
            </p:cNvPr>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9" name="Oval 22">
              <a:extLst>
                <a:ext uri="{FF2B5EF4-FFF2-40B4-BE49-F238E27FC236}">
                  <a16:creationId xmlns:a16="http://schemas.microsoft.com/office/drawing/2014/main" id="{7A45DFBD-EBEE-4BD2-B3D4-D4178DAD7995}"/>
                </a:ext>
              </a:extLst>
            </p:cNvPr>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0" name="Oval 23">
              <a:extLst>
                <a:ext uri="{FF2B5EF4-FFF2-40B4-BE49-F238E27FC236}">
                  <a16:creationId xmlns:a16="http://schemas.microsoft.com/office/drawing/2014/main" id="{910D506D-767C-4060-A5CC-EC53E39227DE}"/>
                </a:ext>
              </a:extLst>
            </p:cNvPr>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1" name="Oval 24">
              <a:extLst>
                <a:ext uri="{FF2B5EF4-FFF2-40B4-BE49-F238E27FC236}">
                  <a16:creationId xmlns:a16="http://schemas.microsoft.com/office/drawing/2014/main" id="{4772E655-7204-4F92-B5C0-5EAA2F97BA0E}"/>
                </a:ext>
              </a:extLst>
            </p:cNvPr>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2" name="Oval 25">
              <a:extLst>
                <a:ext uri="{FF2B5EF4-FFF2-40B4-BE49-F238E27FC236}">
                  <a16:creationId xmlns:a16="http://schemas.microsoft.com/office/drawing/2014/main" id="{23982045-3054-409F-B6A7-1497CCAF1B93}"/>
                </a:ext>
              </a:extLst>
            </p:cNvPr>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3" name="Oval 26">
              <a:extLst>
                <a:ext uri="{FF2B5EF4-FFF2-40B4-BE49-F238E27FC236}">
                  <a16:creationId xmlns:a16="http://schemas.microsoft.com/office/drawing/2014/main" id="{399E1772-5EF4-4267-AF3F-B3C8357CC569}"/>
                </a:ext>
              </a:extLst>
            </p:cNvPr>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4" name="Oval 27">
              <a:extLst>
                <a:ext uri="{FF2B5EF4-FFF2-40B4-BE49-F238E27FC236}">
                  <a16:creationId xmlns:a16="http://schemas.microsoft.com/office/drawing/2014/main" id="{4A4753FB-980C-41FE-AED4-2B0853C92CF1}"/>
                </a:ext>
              </a:extLst>
            </p:cNvPr>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5" name="Oval 28">
              <a:extLst>
                <a:ext uri="{FF2B5EF4-FFF2-40B4-BE49-F238E27FC236}">
                  <a16:creationId xmlns:a16="http://schemas.microsoft.com/office/drawing/2014/main" id="{FCFC2914-23AB-4B42-8CE4-079FC54B5FA3}"/>
                </a:ext>
              </a:extLst>
            </p:cNvPr>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6" name="Oval 29">
              <a:extLst>
                <a:ext uri="{FF2B5EF4-FFF2-40B4-BE49-F238E27FC236}">
                  <a16:creationId xmlns:a16="http://schemas.microsoft.com/office/drawing/2014/main" id="{275D46C8-F90F-40B7-BDDE-662A9D27FDE6}"/>
                </a:ext>
              </a:extLst>
            </p:cNvPr>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27" name="Oval 30">
              <a:extLst>
                <a:ext uri="{FF2B5EF4-FFF2-40B4-BE49-F238E27FC236}">
                  <a16:creationId xmlns:a16="http://schemas.microsoft.com/office/drawing/2014/main" id="{3C5762F3-92CD-41C4-8722-5C5E5A2F5EF0}"/>
                </a:ext>
              </a:extLst>
            </p:cNvPr>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28" name="Oval 31">
              <a:extLst>
                <a:ext uri="{FF2B5EF4-FFF2-40B4-BE49-F238E27FC236}">
                  <a16:creationId xmlns:a16="http://schemas.microsoft.com/office/drawing/2014/main" id="{8651A9FB-0375-4F24-AFED-95850976DD68}"/>
                </a:ext>
              </a:extLst>
            </p:cNvPr>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29" name="Oval 32">
              <a:extLst>
                <a:ext uri="{FF2B5EF4-FFF2-40B4-BE49-F238E27FC236}">
                  <a16:creationId xmlns:a16="http://schemas.microsoft.com/office/drawing/2014/main" id="{521CC3F2-18E9-4817-B6D5-2D4EDB61EB38}"/>
                </a:ext>
              </a:extLst>
            </p:cNvPr>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0" name="Oval 33">
              <a:extLst>
                <a:ext uri="{FF2B5EF4-FFF2-40B4-BE49-F238E27FC236}">
                  <a16:creationId xmlns:a16="http://schemas.microsoft.com/office/drawing/2014/main" id="{6451DB34-9A9D-4279-871F-686F936232D5}"/>
                </a:ext>
              </a:extLst>
            </p:cNvPr>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1" name="Oval 34">
              <a:extLst>
                <a:ext uri="{FF2B5EF4-FFF2-40B4-BE49-F238E27FC236}">
                  <a16:creationId xmlns:a16="http://schemas.microsoft.com/office/drawing/2014/main" id="{373A04DD-CC7F-45D1-9631-F69B8C06B35B}"/>
                </a:ext>
              </a:extLst>
            </p:cNvPr>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2" name="Oval 35">
              <a:extLst>
                <a:ext uri="{FF2B5EF4-FFF2-40B4-BE49-F238E27FC236}">
                  <a16:creationId xmlns:a16="http://schemas.microsoft.com/office/drawing/2014/main" id="{BD7560EB-625B-4268-9848-046DCDA8F10C}"/>
                </a:ext>
              </a:extLst>
            </p:cNvPr>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33" name="Oval 36">
              <a:extLst>
                <a:ext uri="{FF2B5EF4-FFF2-40B4-BE49-F238E27FC236}">
                  <a16:creationId xmlns:a16="http://schemas.microsoft.com/office/drawing/2014/main" id="{AB8F8136-3CEE-459E-B8FD-BFD2B51F56DD}"/>
                </a:ext>
              </a:extLst>
            </p:cNvPr>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4" name="Oval 37">
              <a:extLst>
                <a:ext uri="{FF2B5EF4-FFF2-40B4-BE49-F238E27FC236}">
                  <a16:creationId xmlns:a16="http://schemas.microsoft.com/office/drawing/2014/main" id="{2C45343A-FF86-46C8-A3BA-F4AB28142FED}"/>
                </a:ext>
              </a:extLst>
            </p:cNvPr>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5" name="Oval 38">
              <a:extLst>
                <a:ext uri="{FF2B5EF4-FFF2-40B4-BE49-F238E27FC236}">
                  <a16:creationId xmlns:a16="http://schemas.microsoft.com/office/drawing/2014/main" id="{3B3125A4-65F0-40B1-A22D-DA99BC31D560}"/>
                </a:ext>
              </a:extLst>
            </p:cNvPr>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36" name="Oval 39">
              <a:extLst>
                <a:ext uri="{FF2B5EF4-FFF2-40B4-BE49-F238E27FC236}">
                  <a16:creationId xmlns:a16="http://schemas.microsoft.com/office/drawing/2014/main" id="{4BD03E38-E936-44D7-A6A8-5E149DB48EEF}"/>
                </a:ext>
              </a:extLst>
            </p:cNvPr>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
        <p:nvSpPr>
          <p:cNvPr id="37" name="Line 40">
            <a:extLst>
              <a:ext uri="{FF2B5EF4-FFF2-40B4-BE49-F238E27FC236}">
                <a16:creationId xmlns:a16="http://schemas.microsoft.com/office/drawing/2014/main" id="{49523D0E-1389-4A54-9B39-B3F14E3039C8}"/>
              </a:ext>
            </a:extLst>
          </p:cNvPr>
          <p:cNvSpPr>
            <a:spLocks noChangeShapeType="1"/>
          </p:cNvSpPr>
          <p:nvPr/>
        </p:nvSpPr>
        <p:spPr bwMode="auto">
          <a:xfrm>
            <a:off x="304800" y="2819400"/>
            <a:ext cx="8229600" cy="0"/>
          </a:xfrm>
          <a:prstGeom prst="line">
            <a:avLst/>
          </a:prstGeom>
          <a:noFill/>
          <a:ln w="6350">
            <a:solidFill>
              <a:schemeClr val="tx1"/>
            </a:solidFill>
            <a:round/>
            <a:headEnd/>
            <a:tailEnd/>
          </a:ln>
          <a:effectLst/>
        </p:spPr>
        <p:txBody>
          <a:bodyPr/>
          <a:lstStyle/>
          <a:p>
            <a:pPr>
              <a:defRPr/>
            </a:pPr>
            <a:endParaRPr lang="en-US">
              <a:latin typeface="Arial" charset="0"/>
              <a:cs typeface="Arial" charset="0"/>
            </a:endParaRPr>
          </a:p>
        </p:txBody>
      </p:sp>
      <p:sp>
        <p:nvSpPr>
          <p:cNvPr id="38" name="Rectangle 41">
            <a:extLst>
              <a:ext uri="{FF2B5EF4-FFF2-40B4-BE49-F238E27FC236}">
                <a16:creationId xmlns:a16="http://schemas.microsoft.com/office/drawing/2014/main" id="{D6BF336B-5A89-4A0C-9B60-D3867073D549}"/>
              </a:ext>
            </a:extLst>
          </p:cNvPr>
          <p:cNvSpPr>
            <a:spLocks noChangeArrowheads="1"/>
          </p:cNvSpPr>
          <p:nvPr/>
        </p:nvSpPr>
        <p:spPr bwMode="auto">
          <a:xfrm>
            <a:off x="457200" y="1676400"/>
            <a:ext cx="6781800" cy="1076325"/>
          </a:xfrm>
          <a:prstGeom prst="rect">
            <a:avLst/>
          </a:prstGeom>
          <a:noFill/>
          <a:ln w="9525">
            <a:noFill/>
            <a:miter lim="800000"/>
            <a:headEnd/>
            <a:tailEnd/>
          </a:ln>
          <a:effectLst/>
        </p:spPr>
        <p:txBody>
          <a:bodyPr anchor="b"/>
          <a:lstStyle/>
          <a:p>
            <a:pPr algn="r">
              <a:defRPr/>
            </a:pPr>
            <a:endParaRPr lang="en-US" altLang="en-US" sz="3200" b="1">
              <a:solidFill>
                <a:schemeClr val="tx2"/>
              </a:solidFill>
              <a:latin typeface="Arial" charset="0"/>
              <a:cs typeface="Arial" charset="0"/>
            </a:endParaRPr>
          </a:p>
        </p:txBody>
      </p:sp>
      <p:sp>
        <p:nvSpPr>
          <p:cNvPr id="120835" name="Rectangle 3"/>
          <p:cNvSpPr>
            <a:spLocks noGrp="1" noChangeArrowheads="1"/>
          </p:cNvSpPr>
          <p:nvPr>
            <p:ph type="ctrTitle"/>
          </p:nvPr>
        </p:nvSpPr>
        <p:spPr>
          <a:xfrm>
            <a:off x="304800" y="304800"/>
            <a:ext cx="6781800" cy="1076325"/>
          </a:xfrm>
        </p:spPr>
        <p:txBody>
          <a:bodyPr/>
          <a:lstStyle>
            <a:lvl1pPr algn="r">
              <a:defRPr sz="3200"/>
            </a:lvl1pPr>
          </a:lstStyle>
          <a:p>
            <a:r>
              <a:rPr lang="en-US" altLang="en-US"/>
              <a:t>Click to edit Master title style</a:t>
            </a:r>
          </a:p>
        </p:txBody>
      </p:sp>
      <p:sp>
        <p:nvSpPr>
          <p:cNvPr id="120836" name="Rectangle 4"/>
          <p:cNvSpPr>
            <a:spLocks noGrp="1" noChangeArrowheads="1"/>
          </p:cNvSpPr>
          <p:nvPr>
            <p:ph type="subTitle" idx="1"/>
          </p:nvPr>
        </p:nvSpPr>
        <p:spPr>
          <a:xfrm>
            <a:off x="914400" y="3048000"/>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9" name="Rectangle 5">
            <a:extLst>
              <a:ext uri="{FF2B5EF4-FFF2-40B4-BE49-F238E27FC236}">
                <a16:creationId xmlns:a16="http://schemas.microsoft.com/office/drawing/2014/main" id="{232A4418-BADC-4F4B-BF25-9CF80A295D2A}"/>
              </a:ext>
            </a:extLst>
          </p:cNvPr>
          <p:cNvSpPr>
            <a:spLocks noGrp="1" noChangeArrowheads="1"/>
          </p:cNvSpPr>
          <p:nvPr>
            <p:ph type="dt" sz="half" idx="10"/>
          </p:nvPr>
        </p:nvSpPr>
        <p:spPr>
          <a:xfrm>
            <a:off x="457200" y="6248400"/>
            <a:ext cx="1371600" cy="457200"/>
          </a:xfrm>
        </p:spPr>
        <p:txBody>
          <a:bodyPr/>
          <a:lstStyle>
            <a:lvl1pPr>
              <a:defRPr/>
            </a:lvl1pPr>
          </a:lstStyle>
          <a:p>
            <a:pPr>
              <a:defRPr/>
            </a:pPr>
            <a:endParaRPr lang="en-US" altLang="en-US"/>
          </a:p>
        </p:txBody>
      </p:sp>
      <p:sp>
        <p:nvSpPr>
          <p:cNvPr id="40" name="Rectangle 6">
            <a:extLst>
              <a:ext uri="{FF2B5EF4-FFF2-40B4-BE49-F238E27FC236}">
                <a16:creationId xmlns:a16="http://schemas.microsoft.com/office/drawing/2014/main" id="{212CB6CB-2FC0-4383-B8E0-37A7DEFD1D1C}"/>
              </a:ext>
            </a:extLst>
          </p:cNvPr>
          <p:cNvSpPr>
            <a:spLocks noGrp="1" noChangeArrowheads="1"/>
          </p:cNvSpPr>
          <p:nvPr>
            <p:ph type="ftr" sz="quarter" idx="11"/>
          </p:nvPr>
        </p:nvSpPr>
        <p:spPr>
          <a:xfrm>
            <a:off x="1981200" y="6248400"/>
            <a:ext cx="5105400" cy="457200"/>
          </a:xfrm>
        </p:spPr>
        <p:txBody>
          <a:bodyPr/>
          <a:lstStyle>
            <a:lvl1pPr>
              <a:defRPr/>
            </a:lvl1pPr>
          </a:lstStyle>
          <a:p>
            <a:pPr>
              <a:defRPr/>
            </a:pPr>
            <a:r>
              <a:rPr lang="en-US" altLang="en-US"/>
              <a:t>Systems Analysis and Design in a Changing World, 6th Edition</a:t>
            </a:r>
          </a:p>
        </p:txBody>
      </p:sp>
      <p:sp>
        <p:nvSpPr>
          <p:cNvPr id="41" name="Rectangle 7">
            <a:extLst>
              <a:ext uri="{FF2B5EF4-FFF2-40B4-BE49-F238E27FC236}">
                <a16:creationId xmlns:a16="http://schemas.microsoft.com/office/drawing/2014/main" id="{6197B186-912F-4152-93BF-95BAD6D5B8BE}"/>
              </a:ext>
            </a:extLst>
          </p:cNvPr>
          <p:cNvSpPr>
            <a:spLocks noGrp="1" noChangeArrowheads="1"/>
          </p:cNvSpPr>
          <p:nvPr>
            <p:ph type="sldNum" sz="quarter" idx="12"/>
          </p:nvPr>
        </p:nvSpPr>
        <p:spPr>
          <a:xfrm>
            <a:off x="7315200" y="6248400"/>
            <a:ext cx="1371600" cy="457200"/>
          </a:xfrm>
        </p:spPr>
        <p:txBody>
          <a:bodyPr/>
          <a:lstStyle>
            <a:lvl1pPr>
              <a:defRPr/>
            </a:lvl1pPr>
          </a:lstStyle>
          <a:p>
            <a:fld id="{E7378C25-2656-4FAB-8798-A411FE57ED90}" type="slidenum">
              <a:rPr lang="en-US" altLang="en-US"/>
              <a:pPr/>
              <a:t>‹#›</a:t>
            </a:fld>
            <a:endParaRPr lang="en-US" altLang="en-US"/>
          </a:p>
        </p:txBody>
      </p:sp>
    </p:spTree>
    <p:extLst>
      <p:ext uri="{BB962C8B-B14F-4D97-AF65-F5344CB8AC3E}">
        <p14:creationId xmlns:p14="http://schemas.microsoft.com/office/powerpoint/2010/main" val="3785856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204D630-4060-40EF-9F00-A8635094D88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5A00323F-FB28-4EA5-BFA5-6366AAA0AD4B}"/>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4543E235-349E-46EC-82D2-F568207912CD}"/>
              </a:ext>
            </a:extLst>
          </p:cNvPr>
          <p:cNvSpPr>
            <a:spLocks noGrp="1" noChangeArrowheads="1"/>
          </p:cNvSpPr>
          <p:nvPr>
            <p:ph type="sldNum" sz="quarter" idx="12"/>
          </p:nvPr>
        </p:nvSpPr>
        <p:spPr>
          <a:ln/>
        </p:spPr>
        <p:txBody>
          <a:bodyPr/>
          <a:lstStyle>
            <a:lvl1pPr>
              <a:defRPr/>
            </a:lvl1pPr>
          </a:lstStyle>
          <a:p>
            <a:fld id="{BA3BC865-3899-417B-859C-FB705549A12A}" type="slidenum">
              <a:rPr lang="en-US" altLang="en-US"/>
              <a:pPr/>
              <a:t>‹#›</a:t>
            </a:fld>
            <a:endParaRPr lang="en-US" altLang="en-US"/>
          </a:p>
        </p:txBody>
      </p:sp>
    </p:spTree>
    <p:extLst>
      <p:ext uri="{BB962C8B-B14F-4D97-AF65-F5344CB8AC3E}">
        <p14:creationId xmlns:p14="http://schemas.microsoft.com/office/powerpoint/2010/main" val="2439008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384E0B32-337B-4717-831E-9407638178E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24E0AEAF-744E-4CBF-AE1A-A899AB562E3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28801B36-5F0A-4890-90FC-3EC2A61397E3}"/>
              </a:ext>
            </a:extLst>
          </p:cNvPr>
          <p:cNvSpPr>
            <a:spLocks noGrp="1" noChangeArrowheads="1"/>
          </p:cNvSpPr>
          <p:nvPr>
            <p:ph type="sldNum" sz="quarter" idx="12"/>
          </p:nvPr>
        </p:nvSpPr>
        <p:spPr>
          <a:ln/>
        </p:spPr>
        <p:txBody>
          <a:bodyPr/>
          <a:lstStyle>
            <a:lvl1pPr>
              <a:defRPr/>
            </a:lvl1pPr>
          </a:lstStyle>
          <a:p>
            <a:fld id="{E44710DA-EB69-4052-A090-2F15909C2F6A}" type="slidenum">
              <a:rPr lang="en-US" altLang="en-US"/>
              <a:pPr/>
              <a:t>‹#›</a:t>
            </a:fld>
            <a:endParaRPr lang="en-US" altLang="en-US"/>
          </a:p>
        </p:txBody>
      </p:sp>
    </p:spTree>
    <p:extLst>
      <p:ext uri="{BB962C8B-B14F-4D97-AF65-F5344CB8AC3E}">
        <p14:creationId xmlns:p14="http://schemas.microsoft.com/office/powerpoint/2010/main" val="1803818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BAC5EBA3-0B59-4859-8922-E4DC644F7CE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E0F4C62E-21E6-4CD0-959D-1165AC03F19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6F2861DE-F4F6-41CA-AF59-972C4976FD26}"/>
              </a:ext>
            </a:extLst>
          </p:cNvPr>
          <p:cNvSpPr>
            <a:spLocks noGrp="1" noChangeArrowheads="1"/>
          </p:cNvSpPr>
          <p:nvPr>
            <p:ph type="sldNum" sz="quarter" idx="12"/>
          </p:nvPr>
        </p:nvSpPr>
        <p:spPr>
          <a:ln/>
        </p:spPr>
        <p:txBody>
          <a:bodyPr/>
          <a:lstStyle>
            <a:lvl1pPr>
              <a:defRPr/>
            </a:lvl1pPr>
          </a:lstStyle>
          <a:p>
            <a:fld id="{D3A0188B-7F19-4BC6-B3CC-78833BEE2C85}" type="slidenum">
              <a:rPr lang="en-US" altLang="en-US"/>
              <a:pPr/>
              <a:t>‹#›</a:t>
            </a:fld>
            <a:endParaRPr lang="en-US" altLang="en-US"/>
          </a:p>
        </p:txBody>
      </p:sp>
    </p:spTree>
    <p:extLst>
      <p:ext uri="{BB962C8B-B14F-4D97-AF65-F5344CB8AC3E}">
        <p14:creationId xmlns:p14="http://schemas.microsoft.com/office/powerpoint/2010/main" val="1771398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4B592A54-5F0A-42F2-9B09-7C4CE1679EF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678AF3F6-68B2-4CDB-B06E-1A707A8E3733}"/>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9" name="Rectangle 7">
            <a:extLst>
              <a:ext uri="{FF2B5EF4-FFF2-40B4-BE49-F238E27FC236}">
                <a16:creationId xmlns:a16="http://schemas.microsoft.com/office/drawing/2014/main" id="{B0F24D09-7F74-4F45-8BB5-1C452883D6AE}"/>
              </a:ext>
            </a:extLst>
          </p:cNvPr>
          <p:cNvSpPr>
            <a:spLocks noGrp="1" noChangeArrowheads="1"/>
          </p:cNvSpPr>
          <p:nvPr>
            <p:ph type="sldNum" sz="quarter" idx="12"/>
          </p:nvPr>
        </p:nvSpPr>
        <p:spPr>
          <a:ln/>
        </p:spPr>
        <p:txBody>
          <a:bodyPr/>
          <a:lstStyle>
            <a:lvl1pPr>
              <a:defRPr/>
            </a:lvl1pPr>
          </a:lstStyle>
          <a:p>
            <a:fld id="{2661B66C-1220-4144-881B-4D3B7F51DDD5}" type="slidenum">
              <a:rPr lang="en-US" altLang="en-US"/>
              <a:pPr/>
              <a:t>‹#›</a:t>
            </a:fld>
            <a:endParaRPr lang="en-US" altLang="en-US"/>
          </a:p>
        </p:txBody>
      </p:sp>
    </p:spTree>
    <p:extLst>
      <p:ext uri="{BB962C8B-B14F-4D97-AF65-F5344CB8AC3E}">
        <p14:creationId xmlns:p14="http://schemas.microsoft.com/office/powerpoint/2010/main" val="461408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592D6393-671E-4273-B01F-E73F3DC1BC9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612B3708-37B4-43C0-B32B-DC9CFA68595F}"/>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0F1A050E-E44A-4CAF-B123-AF2BE44BBC24}"/>
              </a:ext>
            </a:extLst>
          </p:cNvPr>
          <p:cNvSpPr>
            <a:spLocks noGrp="1" noChangeArrowheads="1"/>
          </p:cNvSpPr>
          <p:nvPr>
            <p:ph type="sldNum" sz="quarter" idx="12"/>
          </p:nvPr>
        </p:nvSpPr>
        <p:spPr>
          <a:ln/>
        </p:spPr>
        <p:txBody>
          <a:bodyPr/>
          <a:lstStyle>
            <a:lvl1pPr>
              <a:defRPr/>
            </a:lvl1pPr>
          </a:lstStyle>
          <a:p>
            <a:fld id="{F9937E50-EFF7-4822-83E7-0198B52CF652}" type="slidenum">
              <a:rPr lang="en-US" altLang="en-US"/>
              <a:pPr/>
              <a:t>‹#›</a:t>
            </a:fld>
            <a:endParaRPr lang="en-US" altLang="en-US"/>
          </a:p>
        </p:txBody>
      </p:sp>
    </p:spTree>
    <p:extLst>
      <p:ext uri="{BB962C8B-B14F-4D97-AF65-F5344CB8AC3E}">
        <p14:creationId xmlns:p14="http://schemas.microsoft.com/office/powerpoint/2010/main" val="2830340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B9051A68-5EBF-44FB-A871-CD34CC5B86D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5BE3D737-D8E2-4700-91C2-0F2523C92FE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4" name="Rectangle 7">
            <a:extLst>
              <a:ext uri="{FF2B5EF4-FFF2-40B4-BE49-F238E27FC236}">
                <a16:creationId xmlns:a16="http://schemas.microsoft.com/office/drawing/2014/main" id="{B4BE4EE2-E6F5-4FDA-A00F-92DE2A7934D6}"/>
              </a:ext>
            </a:extLst>
          </p:cNvPr>
          <p:cNvSpPr>
            <a:spLocks noGrp="1" noChangeArrowheads="1"/>
          </p:cNvSpPr>
          <p:nvPr>
            <p:ph type="sldNum" sz="quarter" idx="12"/>
          </p:nvPr>
        </p:nvSpPr>
        <p:spPr>
          <a:ln/>
        </p:spPr>
        <p:txBody>
          <a:bodyPr/>
          <a:lstStyle>
            <a:lvl1pPr>
              <a:defRPr/>
            </a:lvl1pPr>
          </a:lstStyle>
          <a:p>
            <a:fld id="{CD39FB44-306C-4FD4-B5CD-70BCBD68E2D4}" type="slidenum">
              <a:rPr lang="en-US" altLang="en-US"/>
              <a:pPr/>
              <a:t>‹#›</a:t>
            </a:fld>
            <a:endParaRPr lang="en-US" altLang="en-US"/>
          </a:p>
        </p:txBody>
      </p:sp>
    </p:spTree>
    <p:extLst>
      <p:ext uri="{BB962C8B-B14F-4D97-AF65-F5344CB8AC3E}">
        <p14:creationId xmlns:p14="http://schemas.microsoft.com/office/powerpoint/2010/main" val="288340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CAC3254C-1A08-4A60-B0B1-A5711465979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1DAA277-DCC3-4E51-A2FE-2E1C007E5681}"/>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97A32553-526F-4EC3-83C1-EC76B2D1C8E9}"/>
              </a:ext>
            </a:extLst>
          </p:cNvPr>
          <p:cNvSpPr>
            <a:spLocks noGrp="1" noChangeArrowheads="1"/>
          </p:cNvSpPr>
          <p:nvPr>
            <p:ph type="sldNum" sz="quarter" idx="12"/>
          </p:nvPr>
        </p:nvSpPr>
        <p:spPr>
          <a:ln/>
        </p:spPr>
        <p:txBody>
          <a:bodyPr/>
          <a:lstStyle>
            <a:lvl1pPr>
              <a:defRPr/>
            </a:lvl1pPr>
          </a:lstStyle>
          <a:p>
            <a:fld id="{A9AADBB5-6949-4BA9-BFF1-F78BB2F16680}" type="slidenum">
              <a:rPr lang="en-US" altLang="en-US"/>
              <a:pPr/>
              <a:t>‹#›</a:t>
            </a:fld>
            <a:endParaRPr lang="en-US" altLang="en-US"/>
          </a:p>
        </p:txBody>
      </p:sp>
    </p:spTree>
    <p:extLst>
      <p:ext uri="{BB962C8B-B14F-4D97-AF65-F5344CB8AC3E}">
        <p14:creationId xmlns:p14="http://schemas.microsoft.com/office/powerpoint/2010/main" val="2864761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DEA7AA33-0F9D-41FF-9BE3-C2DE5BADF29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6BBA118A-A733-4845-B89C-0AD04AF0B107}"/>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7" name="Rectangle 7">
            <a:extLst>
              <a:ext uri="{FF2B5EF4-FFF2-40B4-BE49-F238E27FC236}">
                <a16:creationId xmlns:a16="http://schemas.microsoft.com/office/drawing/2014/main" id="{5E931F6D-FBD1-4949-9854-4194363D7486}"/>
              </a:ext>
            </a:extLst>
          </p:cNvPr>
          <p:cNvSpPr>
            <a:spLocks noGrp="1" noChangeArrowheads="1"/>
          </p:cNvSpPr>
          <p:nvPr>
            <p:ph type="sldNum" sz="quarter" idx="12"/>
          </p:nvPr>
        </p:nvSpPr>
        <p:spPr>
          <a:ln/>
        </p:spPr>
        <p:txBody>
          <a:bodyPr/>
          <a:lstStyle>
            <a:lvl1pPr>
              <a:defRPr/>
            </a:lvl1pPr>
          </a:lstStyle>
          <a:p>
            <a:fld id="{E9435CCF-5B98-485E-B4E6-A68116254BA5}" type="slidenum">
              <a:rPr lang="en-US" altLang="en-US"/>
              <a:pPr/>
              <a:t>‹#›</a:t>
            </a:fld>
            <a:endParaRPr lang="en-US" altLang="en-US"/>
          </a:p>
        </p:txBody>
      </p:sp>
    </p:spTree>
    <p:extLst>
      <p:ext uri="{BB962C8B-B14F-4D97-AF65-F5344CB8AC3E}">
        <p14:creationId xmlns:p14="http://schemas.microsoft.com/office/powerpoint/2010/main" val="340249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7D8CAFB-916E-4A1E-8CA1-98ADBC37E7A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A95F7F7B-9104-4009-8061-8E9C55EB607C}"/>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7B1F66AA-3A8C-4539-9D63-941B91A84F77}"/>
              </a:ext>
            </a:extLst>
          </p:cNvPr>
          <p:cNvSpPr>
            <a:spLocks noGrp="1" noChangeArrowheads="1"/>
          </p:cNvSpPr>
          <p:nvPr>
            <p:ph type="sldNum" sz="quarter" idx="12"/>
          </p:nvPr>
        </p:nvSpPr>
        <p:spPr>
          <a:ln/>
        </p:spPr>
        <p:txBody>
          <a:bodyPr/>
          <a:lstStyle>
            <a:lvl1pPr>
              <a:defRPr/>
            </a:lvl1pPr>
          </a:lstStyle>
          <a:p>
            <a:fld id="{29139BE9-8EE1-4A49-9D87-D891578ECF4D}" type="slidenum">
              <a:rPr lang="en-US" altLang="en-US"/>
              <a:pPr/>
              <a:t>‹#›</a:t>
            </a:fld>
            <a:endParaRPr lang="en-US" altLang="en-US"/>
          </a:p>
        </p:txBody>
      </p:sp>
    </p:spTree>
    <p:extLst>
      <p:ext uri="{BB962C8B-B14F-4D97-AF65-F5344CB8AC3E}">
        <p14:creationId xmlns:p14="http://schemas.microsoft.com/office/powerpoint/2010/main" val="2820138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061E664-8896-4768-A3A4-C69465641D3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3008E0AC-DA1A-4517-9F8C-F10E33D149D0}"/>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6" name="Rectangle 7">
            <a:extLst>
              <a:ext uri="{FF2B5EF4-FFF2-40B4-BE49-F238E27FC236}">
                <a16:creationId xmlns:a16="http://schemas.microsoft.com/office/drawing/2014/main" id="{AB05BC49-5870-46E9-B9A7-4D160FFC4C0F}"/>
              </a:ext>
            </a:extLst>
          </p:cNvPr>
          <p:cNvSpPr>
            <a:spLocks noGrp="1" noChangeArrowheads="1"/>
          </p:cNvSpPr>
          <p:nvPr>
            <p:ph type="sldNum" sz="quarter" idx="12"/>
          </p:nvPr>
        </p:nvSpPr>
        <p:spPr>
          <a:ln/>
        </p:spPr>
        <p:txBody>
          <a:bodyPr/>
          <a:lstStyle>
            <a:lvl1pPr>
              <a:defRPr/>
            </a:lvl1pPr>
          </a:lstStyle>
          <a:p>
            <a:fld id="{CEF83CC4-CAAD-4103-BD72-3C9CBFC82282}" type="slidenum">
              <a:rPr lang="en-US" altLang="en-US"/>
              <a:pPr/>
              <a:t>‹#›</a:t>
            </a:fld>
            <a:endParaRPr lang="en-US" altLang="en-US"/>
          </a:p>
        </p:txBody>
      </p:sp>
    </p:spTree>
    <p:extLst>
      <p:ext uri="{BB962C8B-B14F-4D97-AF65-F5344CB8AC3E}">
        <p14:creationId xmlns:p14="http://schemas.microsoft.com/office/powerpoint/2010/main" val="32899270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122238"/>
            <a:ext cx="8229600" cy="6008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a:extLst>
              <a:ext uri="{FF2B5EF4-FFF2-40B4-BE49-F238E27FC236}">
                <a16:creationId xmlns:a16="http://schemas.microsoft.com/office/drawing/2014/main" id="{D03A2B09-332D-4ECF-A295-D581CB4BFBB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23B9117C-04E7-4410-A8AB-917B6A92E1B7}"/>
              </a:ext>
            </a:extLst>
          </p:cNvPr>
          <p:cNvSpPr>
            <a:spLocks noGrp="1" noChangeArrowheads="1"/>
          </p:cNvSpPr>
          <p:nvPr>
            <p:ph type="ftr" sz="quarter" idx="11"/>
          </p:nvPr>
        </p:nvSpPr>
        <p:spPr>
          <a:ln/>
        </p:spPr>
        <p:txBody>
          <a:bodyPr/>
          <a:lstStyle>
            <a:lvl1pPr>
              <a:defRPr/>
            </a:lvl1pPr>
          </a:lstStyle>
          <a:p>
            <a:pPr>
              <a:defRPr/>
            </a:pPr>
            <a:r>
              <a:rPr lang="en-US" altLang="en-US"/>
              <a:t>Systems Analysis and Design in a Changing World, 6th Edition</a:t>
            </a:r>
          </a:p>
        </p:txBody>
      </p:sp>
      <p:sp>
        <p:nvSpPr>
          <p:cNvPr id="5" name="Rectangle 7">
            <a:extLst>
              <a:ext uri="{FF2B5EF4-FFF2-40B4-BE49-F238E27FC236}">
                <a16:creationId xmlns:a16="http://schemas.microsoft.com/office/drawing/2014/main" id="{D95DAD58-0B87-4053-9460-2D6E2A3421D3}"/>
              </a:ext>
            </a:extLst>
          </p:cNvPr>
          <p:cNvSpPr>
            <a:spLocks noGrp="1" noChangeArrowheads="1"/>
          </p:cNvSpPr>
          <p:nvPr>
            <p:ph type="sldNum" sz="quarter" idx="12"/>
          </p:nvPr>
        </p:nvSpPr>
        <p:spPr>
          <a:ln/>
        </p:spPr>
        <p:txBody>
          <a:bodyPr/>
          <a:lstStyle>
            <a:lvl1pPr>
              <a:defRPr/>
            </a:lvl1pPr>
          </a:lstStyle>
          <a:p>
            <a:fld id="{41F44329-E679-4A51-82CE-D664BF5CCADA}" type="slidenum">
              <a:rPr lang="en-US" altLang="en-US"/>
              <a:pPr/>
              <a:t>‹#›</a:t>
            </a:fld>
            <a:endParaRPr lang="en-US" altLang="en-US"/>
          </a:p>
        </p:txBody>
      </p:sp>
    </p:spTree>
    <p:extLst>
      <p:ext uri="{BB962C8B-B14F-4D97-AF65-F5344CB8AC3E}">
        <p14:creationId xmlns:p14="http://schemas.microsoft.com/office/powerpoint/2010/main" val="218574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9810" name="Line 2">
            <a:extLst>
              <a:ext uri="{FF2B5EF4-FFF2-40B4-BE49-F238E27FC236}">
                <a16:creationId xmlns:a16="http://schemas.microsoft.com/office/drawing/2014/main" id="{A8423D62-A6AC-4788-A803-4EB2C4CFB944}"/>
              </a:ext>
            </a:extLst>
          </p:cNvPr>
          <p:cNvSpPr>
            <a:spLocks noChangeShapeType="1"/>
          </p:cNvSpPr>
          <p:nvPr/>
        </p:nvSpPr>
        <p:spPr bwMode="auto">
          <a:xfrm>
            <a:off x="7962900" y="152400"/>
            <a:ext cx="0" cy="1524000"/>
          </a:xfrm>
          <a:prstGeom prst="line">
            <a:avLst/>
          </a:prstGeom>
          <a:noFill/>
          <a:ln w="9525">
            <a:solidFill>
              <a:schemeClr val="tx1"/>
            </a:solidFill>
            <a:round/>
            <a:headEnd/>
            <a:tailEnd/>
          </a:ln>
          <a:effectLst/>
        </p:spPr>
        <p:txBody>
          <a:bodyPr/>
          <a:lstStyle/>
          <a:p>
            <a:pPr>
              <a:defRPr/>
            </a:pPr>
            <a:endParaRPr lang="en-US">
              <a:latin typeface="Arial" charset="0"/>
              <a:cs typeface="Arial" charset="0"/>
            </a:endParaRPr>
          </a:p>
        </p:txBody>
      </p:sp>
      <p:sp>
        <p:nvSpPr>
          <p:cNvPr id="1027" name="Rectangle 3">
            <a:extLst>
              <a:ext uri="{FF2B5EF4-FFF2-40B4-BE49-F238E27FC236}">
                <a16:creationId xmlns:a16="http://schemas.microsoft.com/office/drawing/2014/main" id="{D5AB8113-47C6-456D-9E59-9B51EDDED924}"/>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03B7593E-6607-4851-AD18-28D0D4E66C85}"/>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9813" name="Rectangle 5">
            <a:extLst>
              <a:ext uri="{FF2B5EF4-FFF2-40B4-BE49-F238E27FC236}">
                <a16:creationId xmlns:a16="http://schemas.microsoft.com/office/drawing/2014/main" id="{3176B958-0264-44BD-9F78-658914AE8284}"/>
              </a:ext>
            </a:extLst>
          </p:cNvPr>
          <p:cNvSpPr>
            <a:spLocks noGrp="1" noChangeArrowheads="1"/>
          </p:cNvSpPr>
          <p:nvPr>
            <p:ph type="dt" sz="half" idx="2"/>
          </p:nvPr>
        </p:nvSpPr>
        <p:spPr bwMode="auto">
          <a:xfrm>
            <a:off x="457200" y="6248400"/>
            <a:ext cx="1219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cs typeface="Arial" charset="0"/>
              </a:defRPr>
            </a:lvl1pPr>
          </a:lstStyle>
          <a:p>
            <a:pPr>
              <a:defRPr/>
            </a:pPr>
            <a:endParaRPr lang="en-US" altLang="en-US"/>
          </a:p>
        </p:txBody>
      </p:sp>
      <p:sp>
        <p:nvSpPr>
          <p:cNvPr id="119814" name="Rectangle 6">
            <a:extLst>
              <a:ext uri="{FF2B5EF4-FFF2-40B4-BE49-F238E27FC236}">
                <a16:creationId xmlns:a16="http://schemas.microsoft.com/office/drawing/2014/main" id="{2DA461CB-ADDD-42DD-A715-F3C9A9A7A0B0}"/>
              </a:ext>
            </a:extLst>
          </p:cNvPr>
          <p:cNvSpPr>
            <a:spLocks noGrp="1" noChangeArrowheads="1"/>
          </p:cNvSpPr>
          <p:nvPr>
            <p:ph type="ftr" sz="quarter" idx="3"/>
          </p:nvPr>
        </p:nvSpPr>
        <p:spPr bwMode="auto">
          <a:xfrm>
            <a:off x="1828800" y="6248400"/>
            <a:ext cx="548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cs typeface="Arial" charset="0"/>
              </a:defRPr>
            </a:lvl1pPr>
          </a:lstStyle>
          <a:p>
            <a:pPr>
              <a:defRPr/>
            </a:pPr>
            <a:r>
              <a:rPr lang="en-US" altLang="en-US"/>
              <a:t>Systems Analysis and Design in a Changing World, 6th Edition</a:t>
            </a:r>
          </a:p>
        </p:txBody>
      </p:sp>
      <p:sp>
        <p:nvSpPr>
          <p:cNvPr id="119815" name="Rectangle 7">
            <a:extLst>
              <a:ext uri="{FF2B5EF4-FFF2-40B4-BE49-F238E27FC236}">
                <a16:creationId xmlns:a16="http://schemas.microsoft.com/office/drawing/2014/main" id="{C787D751-FFEF-463E-9819-981115B1F8B4}"/>
              </a:ext>
            </a:extLst>
          </p:cNvPr>
          <p:cNvSpPr>
            <a:spLocks noGrp="1" noChangeArrowheads="1"/>
          </p:cNvSpPr>
          <p:nvPr>
            <p:ph type="sldNum" sz="quarter" idx="4"/>
          </p:nvPr>
        </p:nvSpPr>
        <p:spPr bwMode="auto">
          <a:xfrm>
            <a:off x="7543800" y="6248400"/>
            <a:ext cx="1143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A546AFD0-167D-431E-B913-CDFC74197249}" type="slidenum">
              <a:rPr lang="en-US" altLang="en-US"/>
              <a:pPr/>
              <a:t>‹#›</a:t>
            </a:fld>
            <a:endParaRPr lang="en-US" altLang="en-US"/>
          </a:p>
        </p:txBody>
      </p:sp>
      <p:grpSp>
        <p:nvGrpSpPr>
          <p:cNvPr id="1032" name="Group 8">
            <a:extLst>
              <a:ext uri="{FF2B5EF4-FFF2-40B4-BE49-F238E27FC236}">
                <a16:creationId xmlns:a16="http://schemas.microsoft.com/office/drawing/2014/main" id="{62B74DF8-086E-4F92-9982-302FBD241B6F}"/>
              </a:ext>
            </a:extLst>
          </p:cNvPr>
          <p:cNvGrpSpPr>
            <a:grpSpLocks/>
          </p:cNvGrpSpPr>
          <p:nvPr/>
        </p:nvGrpSpPr>
        <p:grpSpPr bwMode="auto">
          <a:xfrm>
            <a:off x="8153400" y="152400"/>
            <a:ext cx="792163" cy="1295400"/>
            <a:chOff x="5136" y="960"/>
            <a:chExt cx="528" cy="864"/>
          </a:xfrm>
        </p:grpSpPr>
        <p:sp>
          <p:nvSpPr>
            <p:cNvPr id="119817" name="Oval 9">
              <a:extLst>
                <a:ext uri="{FF2B5EF4-FFF2-40B4-BE49-F238E27FC236}">
                  <a16:creationId xmlns:a16="http://schemas.microsoft.com/office/drawing/2014/main" id="{37C2F130-EBEE-4500-8337-EB8B82A7135F}"/>
                </a:ext>
              </a:extLst>
            </p:cNvPr>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8" name="Oval 10">
              <a:extLst>
                <a:ext uri="{FF2B5EF4-FFF2-40B4-BE49-F238E27FC236}">
                  <a16:creationId xmlns:a16="http://schemas.microsoft.com/office/drawing/2014/main" id="{78964203-438C-4616-B35E-9BDC6BF91253}"/>
                </a:ext>
              </a:extLst>
            </p:cNvPr>
            <p:cNvSpPr>
              <a:spLocks noChangeArrowheads="1"/>
            </p:cNvSpPr>
            <p:nvPr/>
          </p:nvSpPr>
          <p:spPr bwMode="auto">
            <a:xfrm>
              <a:off x="5248" y="960"/>
              <a:ext cx="79"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19" name="Oval 11">
              <a:extLst>
                <a:ext uri="{FF2B5EF4-FFF2-40B4-BE49-F238E27FC236}">
                  <a16:creationId xmlns:a16="http://schemas.microsoft.com/office/drawing/2014/main" id="{7E290C94-C1C3-41F8-904A-BF86F881A53D}"/>
                </a:ext>
              </a:extLst>
            </p:cNvPr>
            <p:cNvSpPr>
              <a:spLocks noChangeArrowheads="1"/>
            </p:cNvSpPr>
            <p:nvPr/>
          </p:nvSpPr>
          <p:spPr bwMode="auto">
            <a:xfrm>
              <a:off x="5360" y="960"/>
              <a:ext cx="78"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0" name="Oval 12">
              <a:extLst>
                <a:ext uri="{FF2B5EF4-FFF2-40B4-BE49-F238E27FC236}">
                  <a16:creationId xmlns:a16="http://schemas.microsoft.com/office/drawing/2014/main" id="{E97393CD-B6B9-4F4F-9061-51BF8E0CC009}"/>
                </a:ext>
              </a:extLst>
            </p:cNvPr>
            <p:cNvSpPr>
              <a:spLocks noChangeArrowheads="1"/>
            </p:cNvSpPr>
            <p:nvPr/>
          </p:nvSpPr>
          <p:spPr bwMode="auto">
            <a:xfrm>
              <a:off x="5136" y="1072"/>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1" name="Oval 13">
              <a:extLst>
                <a:ext uri="{FF2B5EF4-FFF2-40B4-BE49-F238E27FC236}">
                  <a16:creationId xmlns:a16="http://schemas.microsoft.com/office/drawing/2014/main" id="{7C85B7F9-3D26-43B2-8188-6FF8F0BDE89B}"/>
                </a:ext>
              </a:extLst>
            </p:cNvPr>
            <p:cNvSpPr>
              <a:spLocks noChangeArrowheads="1"/>
            </p:cNvSpPr>
            <p:nvPr/>
          </p:nvSpPr>
          <p:spPr bwMode="auto">
            <a:xfrm>
              <a:off x="5248" y="1072"/>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2" name="Oval 14">
              <a:extLst>
                <a:ext uri="{FF2B5EF4-FFF2-40B4-BE49-F238E27FC236}">
                  <a16:creationId xmlns:a16="http://schemas.microsoft.com/office/drawing/2014/main" id="{BBA12E90-E9B7-4AF7-ACD9-5E6F608BA6B2}"/>
                </a:ext>
              </a:extLst>
            </p:cNvPr>
            <p:cNvSpPr>
              <a:spLocks noChangeArrowheads="1"/>
            </p:cNvSpPr>
            <p:nvPr/>
          </p:nvSpPr>
          <p:spPr bwMode="auto">
            <a:xfrm>
              <a:off x="5360" y="1072"/>
              <a:ext cx="78"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3" name="Oval 15">
              <a:extLst>
                <a:ext uri="{FF2B5EF4-FFF2-40B4-BE49-F238E27FC236}">
                  <a16:creationId xmlns:a16="http://schemas.microsoft.com/office/drawing/2014/main" id="{95A3A71A-A3C0-435F-8ADF-7B48708B6D55}"/>
                </a:ext>
              </a:extLst>
            </p:cNvPr>
            <p:cNvSpPr>
              <a:spLocks noChangeArrowheads="1"/>
            </p:cNvSpPr>
            <p:nvPr/>
          </p:nvSpPr>
          <p:spPr bwMode="auto">
            <a:xfrm>
              <a:off x="5472" y="1072"/>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4" name="Oval 16">
              <a:extLst>
                <a:ext uri="{FF2B5EF4-FFF2-40B4-BE49-F238E27FC236}">
                  <a16:creationId xmlns:a16="http://schemas.microsoft.com/office/drawing/2014/main" id="{59CBFE94-5172-4BD9-9A88-0230C83F5DE6}"/>
                </a:ext>
              </a:extLst>
            </p:cNvPr>
            <p:cNvSpPr>
              <a:spLocks noChangeArrowheads="1"/>
            </p:cNvSpPr>
            <p:nvPr/>
          </p:nvSpPr>
          <p:spPr bwMode="auto">
            <a:xfrm>
              <a:off x="5136" y="1184"/>
              <a:ext cx="80"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5" name="Oval 17">
              <a:extLst>
                <a:ext uri="{FF2B5EF4-FFF2-40B4-BE49-F238E27FC236}">
                  <a16:creationId xmlns:a16="http://schemas.microsoft.com/office/drawing/2014/main" id="{DE672A42-6B31-474B-B7AE-944D35C9B0AF}"/>
                </a:ext>
              </a:extLst>
            </p:cNvPr>
            <p:cNvSpPr>
              <a:spLocks noChangeArrowheads="1"/>
            </p:cNvSpPr>
            <p:nvPr/>
          </p:nvSpPr>
          <p:spPr bwMode="auto">
            <a:xfrm>
              <a:off x="5248" y="1184"/>
              <a:ext cx="79" cy="78"/>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26" name="Oval 18">
              <a:extLst>
                <a:ext uri="{FF2B5EF4-FFF2-40B4-BE49-F238E27FC236}">
                  <a16:creationId xmlns:a16="http://schemas.microsoft.com/office/drawing/2014/main" id="{B2AF560C-B331-4F0F-A73F-CE151B5EB903}"/>
                </a:ext>
              </a:extLst>
            </p:cNvPr>
            <p:cNvSpPr>
              <a:spLocks noChangeArrowheads="1"/>
            </p:cNvSpPr>
            <p:nvPr/>
          </p:nvSpPr>
          <p:spPr bwMode="auto">
            <a:xfrm>
              <a:off x="5360"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7" name="Oval 19">
              <a:extLst>
                <a:ext uri="{FF2B5EF4-FFF2-40B4-BE49-F238E27FC236}">
                  <a16:creationId xmlns:a16="http://schemas.microsoft.com/office/drawing/2014/main" id="{BA75A36F-2629-4321-9104-ECA8176A3CCB}"/>
                </a:ext>
              </a:extLst>
            </p:cNvPr>
            <p:cNvSpPr>
              <a:spLocks noChangeArrowheads="1"/>
            </p:cNvSpPr>
            <p:nvPr/>
          </p:nvSpPr>
          <p:spPr bwMode="auto">
            <a:xfrm>
              <a:off x="5472" y="1184"/>
              <a:ext cx="78" cy="78"/>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28" name="Oval 20">
              <a:extLst>
                <a:ext uri="{FF2B5EF4-FFF2-40B4-BE49-F238E27FC236}">
                  <a16:creationId xmlns:a16="http://schemas.microsoft.com/office/drawing/2014/main" id="{A8FE3C66-3CB9-47A7-9BEC-6CA86BCBD717}"/>
                </a:ext>
              </a:extLst>
            </p:cNvPr>
            <p:cNvSpPr>
              <a:spLocks noChangeArrowheads="1"/>
            </p:cNvSpPr>
            <p:nvPr/>
          </p:nvSpPr>
          <p:spPr bwMode="auto">
            <a:xfrm>
              <a:off x="5584" y="1184"/>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29" name="Oval 21">
              <a:extLst>
                <a:ext uri="{FF2B5EF4-FFF2-40B4-BE49-F238E27FC236}">
                  <a16:creationId xmlns:a16="http://schemas.microsoft.com/office/drawing/2014/main" id="{59DE12BB-D5F3-48AE-BE90-4A6AC5697203}"/>
                </a:ext>
              </a:extLst>
            </p:cNvPr>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pPr>
                <a:defRPr/>
              </a:pPr>
              <a:endParaRPr lang="en-US">
                <a:latin typeface="Arial" charset="0"/>
                <a:cs typeface="Arial" charset="0"/>
              </a:endParaRPr>
            </a:p>
          </p:txBody>
        </p:sp>
        <p:sp>
          <p:nvSpPr>
            <p:cNvPr id="119830" name="Oval 22">
              <a:extLst>
                <a:ext uri="{FF2B5EF4-FFF2-40B4-BE49-F238E27FC236}">
                  <a16:creationId xmlns:a16="http://schemas.microsoft.com/office/drawing/2014/main" id="{C219334F-9AE3-4E5C-834F-087E36A93F2B}"/>
                </a:ext>
              </a:extLst>
            </p:cNvPr>
            <p:cNvSpPr>
              <a:spLocks noChangeArrowheads="1"/>
            </p:cNvSpPr>
            <p:nvPr/>
          </p:nvSpPr>
          <p:spPr bwMode="auto">
            <a:xfrm>
              <a:off x="5248" y="1296"/>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1" name="Oval 23">
              <a:extLst>
                <a:ext uri="{FF2B5EF4-FFF2-40B4-BE49-F238E27FC236}">
                  <a16:creationId xmlns:a16="http://schemas.microsoft.com/office/drawing/2014/main" id="{1089CA42-94D9-4050-B9BD-789095CEC1C4}"/>
                </a:ext>
              </a:extLst>
            </p:cNvPr>
            <p:cNvSpPr>
              <a:spLocks noChangeArrowheads="1"/>
            </p:cNvSpPr>
            <p:nvPr/>
          </p:nvSpPr>
          <p:spPr bwMode="auto">
            <a:xfrm>
              <a:off x="5360" y="1296"/>
              <a:ext cx="78"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2" name="Oval 24">
              <a:extLst>
                <a:ext uri="{FF2B5EF4-FFF2-40B4-BE49-F238E27FC236}">
                  <a16:creationId xmlns:a16="http://schemas.microsoft.com/office/drawing/2014/main" id="{4C650747-65AC-406C-8A7D-74EF0D517426}"/>
                </a:ext>
              </a:extLst>
            </p:cNvPr>
            <p:cNvSpPr>
              <a:spLocks noChangeArrowheads="1"/>
            </p:cNvSpPr>
            <p:nvPr/>
          </p:nvSpPr>
          <p:spPr bwMode="auto">
            <a:xfrm>
              <a:off x="5472" y="1296"/>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3" name="Oval 25">
              <a:extLst>
                <a:ext uri="{FF2B5EF4-FFF2-40B4-BE49-F238E27FC236}">
                  <a16:creationId xmlns:a16="http://schemas.microsoft.com/office/drawing/2014/main" id="{CD466865-A8E5-4E0A-9513-8EC7A34B8111}"/>
                </a:ext>
              </a:extLst>
            </p:cNvPr>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4" name="Oval 26">
              <a:extLst>
                <a:ext uri="{FF2B5EF4-FFF2-40B4-BE49-F238E27FC236}">
                  <a16:creationId xmlns:a16="http://schemas.microsoft.com/office/drawing/2014/main" id="{C47EC467-5902-484A-9778-097ACA9DE27A}"/>
                </a:ext>
              </a:extLst>
            </p:cNvPr>
            <p:cNvSpPr>
              <a:spLocks noChangeArrowheads="1"/>
            </p:cNvSpPr>
            <p:nvPr/>
          </p:nvSpPr>
          <p:spPr bwMode="auto">
            <a:xfrm>
              <a:off x="5248" y="1408"/>
              <a:ext cx="79" cy="80"/>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5" name="Oval 27">
              <a:extLst>
                <a:ext uri="{FF2B5EF4-FFF2-40B4-BE49-F238E27FC236}">
                  <a16:creationId xmlns:a16="http://schemas.microsoft.com/office/drawing/2014/main" id="{4B90DA35-5268-4932-9733-900FCF2E9F5D}"/>
                </a:ext>
              </a:extLst>
            </p:cNvPr>
            <p:cNvSpPr>
              <a:spLocks noChangeArrowheads="1"/>
            </p:cNvSpPr>
            <p:nvPr/>
          </p:nvSpPr>
          <p:spPr bwMode="auto">
            <a:xfrm>
              <a:off x="5360"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6" name="Oval 28">
              <a:extLst>
                <a:ext uri="{FF2B5EF4-FFF2-40B4-BE49-F238E27FC236}">
                  <a16:creationId xmlns:a16="http://schemas.microsoft.com/office/drawing/2014/main" id="{05725E1A-6AC1-425C-9682-7EC9D0B46DDA}"/>
                </a:ext>
              </a:extLst>
            </p:cNvPr>
            <p:cNvSpPr>
              <a:spLocks noChangeArrowheads="1"/>
            </p:cNvSpPr>
            <p:nvPr/>
          </p:nvSpPr>
          <p:spPr bwMode="auto">
            <a:xfrm>
              <a:off x="5472" y="1408"/>
              <a:ext cx="78" cy="80"/>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37" name="Oval 29">
              <a:extLst>
                <a:ext uri="{FF2B5EF4-FFF2-40B4-BE49-F238E27FC236}">
                  <a16:creationId xmlns:a16="http://schemas.microsoft.com/office/drawing/2014/main" id="{153F4375-AA9A-42D3-B96C-BDA94D4FFA60}"/>
                </a:ext>
              </a:extLst>
            </p:cNvPr>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38" name="Oval 30">
              <a:extLst>
                <a:ext uri="{FF2B5EF4-FFF2-40B4-BE49-F238E27FC236}">
                  <a16:creationId xmlns:a16="http://schemas.microsoft.com/office/drawing/2014/main" id="{2590FA81-78F6-43F7-BD54-52B1B8090A39}"/>
                </a:ext>
              </a:extLst>
            </p:cNvPr>
            <p:cNvSpPr>
              <a:spLocks noChangeArrowheads="1"/>
            </p:cNvSpPr>
            <p:nvPr/>
          </p:nvSpPr>
          <p:spPr bwMode="auto">
            <a:xfrm>
              <a:off x="5136" y="1520"/>
              <a:ext cx="80" cy="79"/>
            </a:xfrm>
            <a:prstGeom prst="ellipse">
              <a:avLst/>
            </a:prstGeom>
            <a:solidFill>
              <a:schemeClr val="accent2"/>
            </a:solidFill>
            <a:ln w="9525">
              <a:noFill/>
              <a:round/>
              <a:headEnd/>
              <a:tailEnd/>
            </a:ln>
            <a:effectLst/>
          </p:spPr>
          <p:txBody>
            <a:bodyPr wrap="none" anchor="ctr"/>
            <a:lstStyle/>
            <a:p>
              <a:pPr>
                <a:defRPr/>
              </a:pPr>
              <a:endParaRPr lang="en-US">
                <a:latin typeface="Arial" charset="0"/>
                <a:cs typeface="Arial" charset="0"/>
              </a:endParaRPr>
            </a:p>
          </p:txBody>
        </p:sp>
        <p:sp>
          <p:nvSpPr>
            <p:cNvPr id="119839" name="Oval 31">
              <a:extLst>
                <a:ext uri="{FF2B5EF4-FFF2-40B4-BE49-F238E27FC236}">
                  <a16:creationId xmlns:a16="http://schemas.microsoft.com/office/drawing/2014/main" id="{6DE29E82-A957-49E8-8150-9F10FEB9D8AB}"/>
                </a:ext>
              </a:extLst>
            </p:cNvPr>
            <p:cNvSpPr>
              <a:spLocks noChangeArrowheads="1"/>
            </p:cNvSpPr>
            <p:nvPr/>
          </p:nvSpPr>
          <p:spPr bwMode="auto">
            <a:xfrm>
              <a:off x="5248" y="1520"/>
              <a:ext cx="79"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0" name="Oval 32">
              <a:extLst>
                <a:ext uri="{FF2B5EF4-FFF2-40B4-BE49-F238E27FC236}">
                  <a16:creationId xmlns:a16="http://schemas.microsoft.com/office/drawing/2014/main" id="{3B103338-2F77-458A-8992-8751B4279032}"/>
                </a:ext>
              </a:extLst>
            </p:cNvPr>
            <p:cNvSpPr>
              <a:spLocks noChangeArrowheads="1"/>
            </p:cNvSpPr>
            <p:nvPr/>
          </p:nvSpPr>
          <p:spPr bwMode="auto">
            <a:xfrm>
              <a:off x="5360" y="1520"/>
              <a:ext cx="78" cy="79"/>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1" name="Oval 33">
              <a:extLst>
                <a:ext uri="{FF2B5EF4-FFF2-40B4-BE49-F238E27FC236}">
                  <a16:creationId xmlns:a16="http://schemas.microsoft.com/office/drawing/2014/main" id="{F932AB63-ED51-4BDF-8555-7486643A0016}"/>
                </a:ext>
              </a:extLst>
            </p:cNvPr>
            <p:cNvSpPr>
              <a:spLocks noChangeArrowheads="1"/>
            </p:cNvSpPr>
            <p:nvPr/>
          </p:nvSpPr>
          <p:spPr bwMode="auto">
            <a:xfrm>
              <a:off x="5472" y="1520"/>
              <a:ext cx="78" cy="79"/>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2" name="Oval 34">
              <a:extLst>
                <a:ext uri="{FF2B5EF4-FFF2-40B4-BE49-F238E27FC236}">
                  <a16:creationId xmlns:a16="http://schemas.microsoft.com/office/drawing/2014/main" id="{B7415A5B-5D98-4BDF-92FF-1AC24534F93D}"/>
                </a:ext>
              </a:extLst>
            </p:cNvPr>
            <p:cNvSpPr>
              <a:spLocks noChangeArrowheads="1"/>
            </p:cNvSpPr>
            <p:nvPr/>
          </p:nvSpPr>
          <p:spPr bwMode="auto">
            <a:xfrm>
              <a:off x="5136" y="1632"/>
              <a:ext cx="80"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3" name="Oval 35">
              <a:extLst>
                <a:ext uri="{FF2B5EF4-FFF2-40B4-BE49-F238E27FC236}">
                  <a16:creationId xmlns:a16="http://schemas.microsoft.com/office/drawing/2014/main" id="{169E9254-CBF9-4709-8C14-24E451122FC4}"/>
                </a:ext>
              </a:extLst>
            </p:cNvPr>
            <p:cNvSpPr>
              <a:spLocks noChangeArrowheads="1"/>
            </p:cNvSpPr>
            <p:nvPr/>
          </p:nvSpPr>
          <p:spPr bwMode="auto">
            <a:xfrm>
              <a:off x="5248" y="1632"/>
              <a:ext cx="79" cy="78"/>
            </a:xfrm>
            <a:prstGeom prst="ellipse">
              <a:avLst/>
            </a:prstGeom>
            <a:solidFill>
              <a:schemeClr val="accent1"/>
            </a:solidFill>
            <a:ln w="9525">
              <a:noFill/>
              <a:round/>
              <a:headEnd/>
              <a:tailEnd/>
            </a:ln>
            <a:effectLst/>
          </p:spPr>
          <p:txBody>
            <a:bodyPr wrap="none" anchor="ctr"/>
            <a:lstStyle/>
            <a:p>
              <a:pPr>
                <a:defRPr/>
              </a:pPr>
              <a:endParaRPr lang="en-US">
                <a:latin typeface="Arial" charset="0"/>
                <a:cs typeface="Arial" charset="0"/>
              </a:endParaRPr>
            </a:p>
          </p:txBody>
        </p:sp>
        <p:sp>
          <p:nvSpPr>
            <p:cNvPr id="119844" name="Oval 36">
              <a:extLst>
                <a:ext uri="{FF2B5EF4-FFF2-40B4-BE49-F238E27FC236}">
                  <a16:creationId xmlns:a16="http://schemas.microsoft.com/office/drawing/2014/main" id="{F9AE6C35-0F70-4684-8BE1-9C948415E9C8}"/>
                </a:ext>
              </a:extLst>
            </p:cNvPr>
            <p:cNvSpPr>
              <a:spLocks noChangeArrowheads="1"/>
            </p:cNvSpPr>
            <p:nvPr/>
          </p:nvSpPr>
          <p:spPr bwMode="auto">
            <a:xfrm>
              <a:off x="5360"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5" name="Oval 37">
              <a:extLst>
                <a:ext uri="{FF2B5EF4-FFF2-40B4-BE49-F238E27FC236}">
                  <a16:creationId xmlns:a16="http://schemas.microsoft.com/office/drawing/2014/main" id="{24066CC6-D8EE-4872-8675-04BF99AAF039}"/>
                </a:ext>
              </a:extLst>
            </p:cNvPr>
            <p:cNvSpPr>
              <a:spLocks noChangeArrowheads="1"/>
            </p:cNvSpPr>
            <p:nvPr/>
          </p:nvSpPr>
          <p:spPr bwMode="auto">
            <a:xfrm>
              <a:off x="5472" y="1632"/>
              <a:ext cx="78" cy="78"/>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6" name="Oval 38">
              <a:extLst>
                <a:ext uri="{FF2B5EF4-FFF2-40B4-BE49-F238E27FC236}">
                  <a16:creationId xmlns:a16="http://schemas.microsoft.com/office/drawing/2014/main" id="{B93C2B11-B8EC-47DD-88D7-A17575885888}"/>
                </a:ext>
              </a:extLst>
            </p:cNvPr>
            <p:cNvSpPr>
              <a:spLocks noChangeArrowheads="1"/>
            </p:cNvSpPr>
            <p:nvPr/>
          </p:nvSpPr>
          <p:spPr bwMode="auto">
            <a:xfrm>
              <a:off x="5248" y="1744"/>
              <a:ext cx="79"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sp>
          <p:nvSpPr>
            <p:cNvPr id="119847" name="Oval 39">
              <a:extLst>
                <a:ext uri="{FF2B5EF4-FFF2-40B4-BE49-F238E27FC236}">
                  <a16:creationId xmlns:a16="http://schemas.microsoft.com/office/drawing/2014/main" id="{1F60F08F-8FFA-4FA2-8F26-A3A09EB027DE}"/>
                </a:ext>
              </a:extLst>
            </p:cNvPr>
            <p:cNvSpPr>
              <a:spLocks noChangeArrowheads="1"/>
            </p:cNvSpPr>
            <p:nvPr/>
          </p:nvSpPr>
          <p:spPr bwMode="auto">
            <a:xfrm>
              <a:off x="5472" y="1744"/>
              <a:ext cx="78" cy="80"/>
            </a:xfrm>
            <a:prstGeom prst="ellipse">
              <a:avLst/>
            </a:prstGeom>
            <a:solidFill>
              <a:schemeClr val="folHlink"/>
            </a:solidFill>
            <a:ln w="9525">
              <a:noFill/>
              <a:round/>
              <a:headEnd/>
              <a:tailEnd/>
            </a:ln>
            <a:effectLst/>
          </p:spPr>
          <p:txBody>
            <a:bodyPr wrap="none" anchor="ctr"/>
            <a:lstStyle/>
            <a:p>
              <a:pPr>
                <a:defRPr/>
              </a:pPr>
              <a:endParaRPr lang="en-US">
                <a:latin typeface="Arial" charset="0"/>
                <a:cs typeface="Arial" charset="0"/>
              </a:endParaRPr>
            </a:p>
          </p:txBody>
        </p:sp>
      </p:grpSp>
    </p:spTree>
  </p:cSld>
  <p:clrMap bg1="lt1" tx1="dk1" bg2="lt2" tx2="dk2" accent1="accent1" accent2="accent2" accent3="accent3" accent4="accent4" accent5="accent5" accent6="accent6" hlink="hlink" folHlink="folHlink"/>
  <p:sldLayoutIdLst>
    <p:sldLayoutId id="2147483718"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Lst>
  <p:hf hd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a:extLst>
              <a:ext uri="{FF2B5EF4-FFF2-40B4-BE49-F238E27FC236}">
                <a16:creationId xmlns:a16="http://schemas.microsoft.com/office/drawing/2014/main" id="{A929D85D-636A-4FAA-9BFC-49E30E846AA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Systems Analysis and Design in a Changing World, 6th Edition</a:t>
            </a:r>
          </a:p>
        </p:txBody>
      </p:sp>
      <p:sp>
        <p:nvSpPr>
          <p:cNvPr id="3075" name="Slide Number Placeholder 4">
            <a:extLst>
              <a:ext uri="{FF2B5EF4-FFF2-40B4-BE49-F238E27FC236}">
                <a16:creationId xmlns:a16="http://schemas.microsoft.com/office/drawing/2014/main" id="{74172EDB-19F7-413F-B76F-942107DA4B6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CA9502-690D-42CE-8B28-EB327E5D9B66}" type="slidenum">
              <a:rPr lang="en-US" altLang="en-US"/>
              <a:pPr eaLnBrk="1" hangingPunct="1"/>
              <a:t>1</a:t>
            </a:fld>
            <a:endParaRPr lang="en-US" altLang="en-US"/>
          </a:p>
        </p:txBody>
      </p:sp>
      <p:sp>
        <p:nvSpPr>
          <p:cNvPr id="3076" name="Text Box 3">
            <a:extLst>
              <a:ext uri="{FF2B5EF4-FFF2-40B4-BE49-F238E27FC236}">
                <a16:creationId xmlns:a16="http://schemas.microsoft.com/office/drawing/2014/main" id="{29060128-FD69-4D11-9E62-0ED7CDB97CBC}"/>
              </a:ext>
            </a:extLst>
          </p:cNvPr>
          <p:cNvSpPr txBox="1">
            <a:spLocks noChangeArrowheads="1"/>
          </p:cNvSpPr>
          <p:nvPr/>
        </p:nvSpPr>
        <p:spPr bwMode="auto">
          <a:xfrm>
            <a:off x="1066800" y="4495800"/>
            <a:ext cx="7086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zh-CN" sz="4000">
                <a:solidFill>
                  <a:schemeClr val="bg1"/>
                </a:solidFill>
                <a:ea typeface="宋体" panose="02010600030101010101" pitchFamily="2" charset="-122"/>
              </a:rPr>
              <a:t>Chapter 8</a:t>
            </a:r>
          </a:p>
        </p:txBody>
      </p:sp>
      <p:sp>
        <p:nvSpPr>
          <p:cNvPr id="3077" name="TextBox 6">
            <a:extLst>
              <a:ext uri="{FF2B5EF4-FFF2-40B4-BE49-F238E27FC236}">
                <a16:creationId xmlns:a16="http://schemas.microsoft.com/office/drawing/2014/main" id="{85270E01-53E4-4E90-88BD-37515ED4F36F}"/>
              </a:ext>
            </a:extLst>
          </p:cNvPr>
          <p:cNvSpPr txBox="1">
            <a:spLocks noChangeArrowheads="1"/>
          </p:cNvSpPr>
          <p:nvPr/>
        </p:nvSpPr>
        <p:spPr bwMode="auto">
          <a:xfrm>
            <a:off x="838200" y="152400"/>
            <a:ext cx="8153400" cy="2616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INTRODUCTION TO </a:t>
            </a:r>
          </a:p>
          <a:p>
            <a:pPr eaLnBrk="1" hangingPunct="1"/>
            <a:r>
              <a:rPr lang="en-US" altLang="zh-CN" sz="4400">
                <a:solidFill>
                  <a:srgbClr val="003399"/>
                </a:solidFill>
                <a:latin typeface="Times New Roman" panose="02020603050405020304" pitchFamily="18" charset="0"/>
                <a:ea typeface="宋体" panose="02010600030101010101" pitchFamily="2" charset="-122"/>
                <a:cs typeface="Times New Roman" panose="02020603050405020304" pitchFamily="18" charset="0"/>
              </a:rPr>
              <a:t>SYSTEMS ANALYSIS AND DESIGN:</a:t>
            </a:r>
          </a:p>
          <a:p>
            <a:pPr algn="r" eaLnBrk="1" hangingPunct="1"/>
            <a:r>
              <a:rPr lang="en-US" altLang="zh-CN" sz="3200">
                <a:solidFill>
                  <a:srgbClr val="0070C0"/>
                </a:solidFill>
                <a:latin typeface="Times New Roman" panose="02020603050405020304" pitchFamily="18" charset="0"/>
                <a:ea typeface="宋体" panose="02010600030101010101" pitchFamily="2" charset="-122"/>
                <a:cs typeface="Times New Roman" panose="02020603050405020304" pitchFamily="18" charset="0"/>
              </a:rPr>
              <a:t>AN AGILE, ITERATIVE APPROACH</a:t>
            </a:r>
          </a:p>
        </p:txBody>
      </p:sp>
      <p:sp>
        <p:nvSpPr>
          <p:cNvPr id="8" name="Rectangle 7">
            <a:extLst>
              <a:ext uri="{FF2B5EF4-FFF2-40B4-BE49-F238E27FC236}">
                <a16:creationId xmlns:a16="http://schemas.microsoft.com/office/drawing/2014/main" id="{FFED24A4-D65A-46AB-BD06-2A2B2FCE726D}"/>
              </a:ext>
            </a:extLst>
          </p:cNvPr>
          <p:cNvSpPr/>
          <p:nvPr/>
        </p:nvSpPr>
        <p:spPr>
          <a:xfrm>
            <a:off x="0" y="3048000"/>
            <a:ext cx="9144000" cy="3810000"/>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dirty="0">
              <a:solidFill>
                <a:srgbClr val="0033CC"/>
              </a:solidFill>
            </a:endParaRPr>
          </a:p>
        </p:txBody>
      </p:sp>
      <p:sp>
        <p:nvSpPr>
          <p:cNvPr id="3079" name="TextBox 10">
            <a:extLst>
              <a:ext uri="{FF2B5EF4-FFF2-40B4-BE49-F238E27FC236}">
                <a16:creationId xmlns:a16="http://schemas.microsoft.com/office/drawing/2014/main" id="{F7DE11DB-B10A-469C-BE6F-572D0384AED6}"/>
              </a:ext>
            </a:extLst>
          </p:cNvPr>
          <p:cNvSpPr txBox="1">
            <a:spLocks noChangeArrowheads="1"/>
          </p:cNvSpPr>
          <p:nvPr/>
        </p:nvSpPr>
        <p:spPr bwMode="auto">
          <a:xfrm>
            <a:off x="762000" y="4114800"/>
            <a:ext cx="3124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3200">
                <a:solidFill>
                  <a:schemeClr val="bg1"/>
                </a:solidFill>
                <a:ea typeface="宋体" panose="02010600030101010101" pitchFamily="2" charset="-122"/>
              </a:rPr>
              <a:t>CHAPTER 8</a:t>
            </a:r>
          </a:p>
        </p:txBody>
      </p:sp>
      <p:sp>
        <p:nvSpPr>
          <p:cNvPr id="3080" name="TextBox 9">
            <a:extLst>
              <a:ext uri="{FF2B5EF4-FFF2-40B4-BE49-F238E27FC236}">
                <a16:creationId xmlns:a16="http://schemas.microsoft.com/office/drawing/2014/main" id="{F31AE2F6-1453-4ED3-8D95-28F30A8C8576}"/>
              </a:ext>
            </a:extLst>
          </p:cNvPr>
          <p:cNvSpPr txBox="1">
            <a:spLocks noChangeArrowheads="1"/>
          </p:cNvSpPr>
          <p:nvPr/>
        </p:nvSpPr>
        <p:spPr bwMode="auto">
          <a:xfrm>
            <a:off x="3886200" y="3276600"/>
            <a:ext cx="5105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zh-CN" sz="2400">
                <a:solidFill>
                  <a:schemeClr val="bg1"/>
                </a:solidFill>
                <a:ea typeface="宋体" panose="02010600030101010101" pitchFamily="2" charset="-122"/>
              </a:rPr>
              <a:t>SATZINGER | JACKSON | BURD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EC35700-7B02-4552-9B46-FFA18691075C}"/>
              </a:ext>
            </a:extLst>
          </p:cNvPr>
          <p:cNvSpPr>
            <a:spLocks noGrp="1" noChangeArrowheads="1"/>
          </p:cNvSpPr>
          <p:nvPr>
            <p:ph type="ctrTitle"/>
          </p:nvPr>
        </p:nvSpPr>
        <p:spPr>
          <a:xfrm>
            <a:off x="685800" y="609600"/>
            <a:ext cx="6411913" cy="1143000"/>
          </a:xfrm>
        </p:spPr>
        <p:txBody>
          <a:bodyPr/>
          <a:lstStyle/>
          <a:p>
            <a:pPr algn="l" eaLnBrk="1" hangingPunct="1"/>
            <a:r>
              <a:rPr lang="en-US" altLang="zh-CN" sz="3600" dirty="0">
                <a:ea typeface="宋体" panose="02010600030101010101" pitchFamily="2" charset="-122"/>
              </a:rPr>
              <a:t>Approaches to System Development</a:t>
            </a:r>
          </a:p>
        </p:txBody>
      </p:sp>
      <p:sp>
        <p:nvSpPr>
          <p:cNvPr id="4099" name="Rectangle 3">
            <a:extLst>
              <a:ext uri="{FF2B5EF4-FFF2-40B4-BE49-F238E27FC236}">
                <a16:creationId xmlns:a16="http://schemas.microsoft.com/office/drawing/2014/main" id="{0510678C-6356-4B1D-95F6-CA5FF320B540}"/>
              </a:ext>
            </a:extLst>
          </p:cNvPr>
          <p:cNvSpPr>
            <a:spLocks noGrp="1" noChangeArrowheads="1"/>
          </p:cNvSpPr>
          <p:nvPr>
            <p:ph type="subTitle" idx="1"/>
          </p:nvPr>
        </p:nvSpPr>
        <p:spPr>
          <a:xfrm>
            <a:off x="1970088" y="3656013"/>
            <a:ext cx="4267200" cy="1522412"/>
          </a:xfrm>
        </p:spPr>
        <p:txBody>
          <a:bodyPr/>
          <a:lstStyle/>
          <a:p>
            <a:pPr eaLnBrk="1" hangingPunct="1">
              <a:lnSpc>
                <a:spcPct val="80000"/>
              </a:lnSpc>
            </a:pPr>
            <a:r>
              <a:rPr lang="en-US" altLang="zh-CN" sz="2400">
                <a:ea typeface="宋体" panose="02010600030101010101" pitchFamily="2" charset="-122"/>
              </a:rPr>
              <a:t>Introduction to Systems </a:t>
            </a:r>
          </a:p>
          <a:p>
            <a:pPr eaLnBrk="1" hangingPunct="1">
              <a:lnSpc>
                <a:spcPct val="80000"/>
              </a:lnSpc>
            </a:pPr>
            <a:r>
              <a:rPr lang="en-US" altLang="zh-CN" sz="2400">
                <a:ea typeface="宋体" panose="02010600030101010101" pitchFamily="2" charset="-122"/>
              </a:rPr>
              <a:t>Analysis and Design: </a:t>
            </a:r>
          </a:p>
          <a:p>
            <a:pPr eaLnBrk="1" hangingPunct="1">
              <a:lnSpc>
                <a:spcPct val="80000"/>
              </a:lnSpc>
            </a:pPr>
            <a:r>
              <a:rPr lang="en-US" altLang="zh-CN" sz="2400">
                <a:ea typeface="宋体" panose="02010600030101010101" pitchFamily="2" charset="-122"/>
              </a:rPr>
              <a:t>An Agile, Iteractive Approach </a:t>
            </a:r>
          </a:p>
          <a:p>
            <a:pPr eaLnBrk="1" hangingPunct="1">
              <a:lnSpc>
                <a:spcPct val="80000"/>
              </a:lnSpc>
            </a:pPr>
            <a:r>
              <a:rPr lang="en-US" altLang="zh-CN" sz="2400">
                <a:ea typeface="宋体" panose="02010600030101010101" pitchFamily="2" charset="-122"/>
              </a:rPr>
              <a:t>6</a:t>
            </a:r>
            <a:r>
              <a:rPr lang="en-US" altLang="zh-CN" sz="2400" baseline="30000">
                <a:ea typeface="宋体" panose="02010600030101010101" pitchFamily="2" charset="-122"/>
              </a:rPr>
              <a:t>th</a:t>
            </a:r>
            <a:r>
              <a:rPr lang="en-US" altLang="zh-CN" sz="2400">
                <a:ea typeface="宋体" panose="02010600030101010101" pitchFamily="2" charset="-122"/>
              </a:rPr>
              <a:t> Ed</a:t>
            </a:r>
          </a:p>
          <a:p>
            <a:pPr eaLnBrk="1" hangingPunct="1">
              <a:lnSpc>
                <a:spcPct val="80000"/>
              </a:lnSpc>
            </a:pPr>
            <a:endParaRPr lang="en-US" altLang="zh-CN" sz="2400">
              <a:ea typeface="宋体" panose="02010600030101010101" pitchFamily="2" charset="-122"/>
            </a:endParaRPr>
          </a:p>
          <a:p>
            <a:pPr eaLnBrk="1" hangingPunct="1">
              <a:lnSpc>
                <a:spcPct val="80000"/>
              </a:lnSpc>
            </a:pPr>
            <a:r>
              <a:rPr lang="en-US" altLang="zh-CN" sz="2400">
                <a:ea typeface="宋体" panose="02010600030101010101" pitchFamily="2" charset="-122"/>
              </a:rPr>
              <a:t>Satzinger, Jackson &amp; Burd</a:t>
            </a:r>
          </a:p>
        </p:txBody>
      </p:sp>
      <p:sp>
        <p:nvSpPr>
          <p:cNvPr id="4100" name="Rectangle 4">
            <a:extLst>
              <a:ext uri="{FF2B5EF4-FFF2-40B4-BE49-F238E27FC236}">
                <a16:creationId xmlns:a16="http://schemas.microsoft.com/office/drawing/2014/main" id="{2484C625-6BAF-4C83-8CB9-4B0AA7722FE8}"/>
              </a:ext>
            </a:extLst>
          </p:cNvPr>
          <p:cNvSpPr>
            <a:spLocks noChangeArrowheads="1"/>
          </p:cNvSpPr>
          <p:nvPr/>
        </p:nvSpPr>
        <p:spPr bwMode="auto">
          <a:xfrm>
            <a:off x="381000" y="1828800"/>
            <a:ext cx="67818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r>
              <a:rPr lang="en-US" altLang="zh-CN" sz="2000" b="1">
                <a:solidFill>
                  <a:schemeClr val="tx2"/>
                </a:solidFill>
                <a:ea typeface="宋体" panose="02010600030101010101" pitchFamily="2" charset="-122"/>
              </a:rPr>
            </a:br>
            <a:r>
              <a:rPr lang="en-US" altLang="zh-CN" sz="4000" b="1">
                <a:solidFill>
                  <a:schemeClr val="tx2"/>
                </a:solidFill>
                <a:ea typeface="宋体" panose="02010600030101010101" pitchFamily="2" charset="-122"/>
              </a:rPr>
              <a:t>Chapter 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BD90E62E-6B54-4BBC-A1A6-B2438F8B8F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FACE8EEF-44C5-4F28-B2E5-4978130FD0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E642ACE-6053-4264-A08D-76C3BFD7B4DF}" type="slidenum">
              <a:rPr lang="en-US" altLang="en-US"/>
              <a:pPr eaLnBrk="1" hangingPunct="1"/>
              <a:t>3</a:t>
            </a:fld>
            <a:endParaRPr lang="en-US" altLang="en-US"/>
          </a:p>
        </p:txBody>
      </p:sp>
      <p:sp>
        <p:nvSpPr>
          <p:cNvPr id="5124" name="Rectangle 2">
            <a:extLst>
              <a:ext uri="{FF2B5EF4-FFF2-40B4-BE49-F238E27FC236}">
                <a16:creationId xmlns:a16="http://schemas.microsoft.com/office/drawing/2014/main" id="{E79D3D23-E96D-4F2B-A86F-6C09E33CC802}"/>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8 Outline</a:t>
            </a:r>
          </a:p>
        </p:txBody>
      </p:sp>
      <p:sp>
        <p:nvSpPr>
          <p:cNvPr id="5125" name="Rectangle 3">
            <a:extLst>
              <a:ext uri="{FF2B5EF4-FFF2-40B4-BE49-F238E27FC236}">
                <a16:creationId xmlns:a16="http://schemas.microsoft.com/office/drawing/2014/main" id="{05ED87BC-37E8-49AE-9A47-DEE2CA6CC135}"/>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6" name="Rectangle 4">
            <a:extLst>
              <a:ext uri="{FF2B5EF4-FFF2-40B4-BE49-F238E27FC236}">
                <a16:creationId xmlns:a16="http://schemas.microsoft.com/office/drawing/2014/main" id="{A531B46E-B243-41DE-BB99-7306A0349275}"/>
              </a:ext>
            </a:extLst>
          </p:cNvPr>
          <p:cNvSpPr>
            <a:spLocks noChangeArrowheads="1"/>
          </p:cNvSpPr>
          <p:nvPr/>
        </p:nvSpPr>
        <p:spPr bwMode="auto">
          <a:xfrm>
            <a:off x="381000" y="1541463"/>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200" dirty="0"/>
              <a:t>The Systems Development Life Cycle (</a:t>
            </a:r>
            <a:r>
              <a:rPr lang="zh-CN" altLang="en-US" sz="3200" dirty="0"/>
              <a:t>回顾系统开发生命周期</a:t>
            </a:r>
            <a:r>
              <a:rPr lang="en-GB" altLang="zh-CN" sz="3200" dirty="0"/>
              <a:t>)</a:t>
            </a:r>
          </a:p>
          <a:p>
            <a:pPr eaLnBrk="1" hangingPunct="1">
              <a:spcBef>
                <a:spcPct val="20000"/>
              </a:spcBef>
              <a:buClr>
                <a:schemeClr val="tx2"/>
              </a:buClr>
              <a:buSzPct val="70000"/>
              <a:buFont typeface="Wingdings" panose="05000000000000000000" pitchFamily="2" charset="2"/>
              <a:buChar char="l"/>
            </a:pPr>
            <a:r>
              <a:rPr lang="en-GB" altLang="zh-CN" sz="3200" dirty="0"/>
              <a:t>The Support Phase of the SDLC</a:t>
            </a:r>
            <a:r>
              <a:rPr lang="zh-CN" altLang="en-US" sz="3200" dirty="0"/>
              <a:t>（支持阶段）</a:t>
            </a:r>
            <a:endParaRPr lang="en-GB" altLang="zh-CN" sz="3200" dirty="0"/>
          </a:p>
          <a:p>
            <a:pPr eaLnBrk="1" hangingPunct="1">
              <a:spcBef>
                <a:spcPct val="20000"/>
              </a:spcBef>
              <a:buClr>
                <a:schemeClr val="tx2"/>
              </a:buClr>
              <a:buSzPct val="70000"/>
              <a:buFont typeface="Wingdings" panose="05000000000000000000" pitchFamily="2" charset="2"/>
              <a:buChar char="l"/>
            </a:pPr>
            <a:r>
              <a:rPr lang="zh-CN" altLang="en-US" sz="3200" dirty="0">
                <a:latin typeface="黑体" panose="02010609060101010101" pitchFamily="49" charset="-122"/>
                <a:ea typeface="黑体" panose="02010609060101010101" pitchFamily="49" charset="-122"/>
              </a:rPr>
              <a:t>详细设计阶段的目的与任务</a:t>
            </a:r>
            <a:endParaRPr lang="en-US" altLang="zh-CN" sz="3200" dirty="0">
              <a:latin typeface="黑体" panose="02010609060101010101" pitchFamily="49" charset="-122"/>
              <a:ea typeface="黑体" panose="02010609060101010101" pitchFamily="49" charset="-122"/>
            </a:endParaRPr>
          </a:p>
          <a:p>
            <a:pPr eaLnBrk="1" hangingPunct="1">
              <a:spcBef>
                <a:spcPct val="20000"/>
              </a:spcBef>
              <a:buClr>
                <a:schemeClr val="tx2"/>
              </a:buClr>
              <a:buSzPct val="70000"/>
              <a:buFont typeface="Wingdings" panose="05000000000000000000" pitchFamily="2" charset="2"/>
              <a:buChar char="l"/>
            </a:pPr>
            <a:r>
              <a:rPr lang="en-GB" altLang="zh-CN" sz="3200" dirty="0"/>
              <a:t>Two Approaches to Software Construction and </a:t>
            </a:r>
            <a:r>
              <a:rPr lang="en-GB" altLang="zh-CN" sz="3200" dirty="0" err="1"/>
              <a:t>Modeling</a:t>
            </a:r>
            <a:r>
              <a:rPr lang="zh-CN" altLang="en-US" sz="3200" dirty="0"/>
              <a:t>（软件构造与建模）</a:t>
            </a:r>
            <a:endParaRPr lang="en-GB" altLang="zh-CN" sz="3200" dirty="0"/>
          </a:p>
          <a:p>
            <a:pPr eaLnBrk="1" hangingPunct="1">
              <a:spcBef>
                <a:spcPct val="20000"/>
              </a:spcBef>
              <a:buClr>
                <a:schemeClr val="tx2"/>
              </a:buClr>
              <a:buSzPct val="70000"/>
              <a:buFont typeface="Wingdings" panose="05000000000000000000" pitchFamily="2" charset="2"/>
              <a:buChar char="l"/>
            </a:pPr>
            <a:r>
              <a:rPr lang="en-GB" altLang="zh-CN" sz="3200" dirty="0"/>
              <a:t>Agile Development</a:t>
            </a:r>
            <a:r>
              <a:rPr lang="zh-CN" altLang="en-US" sz="3200" dirty="0"/>
              <a:t>（敏捷开发）</a:t>
            </a:r>
            <a:endParaRPr lang="en-GB" altLang="zh-CN" sz="3200" dirty="0"/>
          </a:p>
        </p:txBody>
      </p:sp>
      <p:sp>
        <p:nvSpPr>
          <p:cNvPr id="5127" name="Rectangle 6">
            <a:extLst>
              <a:ext uri="{FF2B5EF4-FFF2-40B4-BE49-F238E27FC236}">
                <a16:creationId xmlns:a16="http://schemas.microsoft.com/office/drawing/2014/main" id="{49C1D59E-442E-4A55-BDA7-E637E5A34E4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5A03359C-8B5E-4C36-B94A-CF316FD9B1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C580103-EA0F-4D15-9DD3-CE7B097B7BBD}" type="slidenum">
              <a:rPr lang="en-US" altLang="en-US"/>
              <a:pPr eaLnBrk="1" hangingPunct="1"/>
              <a:t>4</a:t>
            </a:fld>
            <a:endParaRPr lang="en-US" altLang="en-US"/>
          </a:p>
        </p:txBody>
      </p:sp>
      <p:sp>
        <p:nvSpPr>
          <p:cNvPr id="6147" name="Rectangle 2">
            <a:extLst>
              <a:ext uri="{FF2B5EF4-FFF2-40B4-BE49-F238E27FC236}">
                <a16:creationId xmlns:a16="http://schemas.microsoft.com/office/drawing/2014/main" id="{08C21DDA-BDF1-4AB0-A02A-BAAD6CA49EF1}"/>
              </a:ext>
            </a:extLst>
          </p:cNvPr>
          <p:cNvSpPr>
            <a:spLocks noGrp="1" noChangeArrowheads="1"/>
          </p:cNvSpPr>
          <p:nvPr>
            <p:ph type="title"/>
          </p:nvPr>
        </p:nvSpPr>
        <p:spPr>
          <a:xfrm>
            <a:off x="457200" y="122238"/>
            <a:ext cx="7543800" cy="792162"/>
          </a:xfrm>
        </p:spPr>
        <p:txBody>
          <a:bodyPr/>
          <a:lstStyle/>
          <a:p>
            <a:pPr eaLnBrk="1" hangingPunct="1"/>
            <a:r>
              <a:rPr lang="en-US" altLang="zh-CN">
                <a:ea typeface="宋体" panose="02010600030101010101" pitchFamily="2" charset="-122"/>
              </a:rPr>
              <a:t>Learning Objectives</a:t>
            </a:r>
          </a:p>
        </p:txBody>
      </p:sp>
      <p:sp>
        <p:nvSpPr>
          <p:cNvPr id="6148" name="Rectangle 5">
            <a:extLst>
              <a:ext uri="{FF2B5EF4-FFF2-40B4-BE49-F238E27FC236}">
                <a16:creationId xmlns:a16="http://schemas.microsoft.com/office/drawing/2014/main" id="{A18B293F-172F-47B2-A404-2CE2544B6939}"/>
              </a:ext>
            </a:extLst>
          </p:cNvPr>
          <p:cNvSpPr>
            <a:spLocks noChangeArrowheads="1"/>
          </p:cNvSpPr>
          <p:nvPr/>
        </p:nvSpPr>
        <p:spPr bwMode="auto">
          <a:xfrm>
            <a:off x="152400" y="914400"/>
            <a:ext cx="83820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US" altLang="zh-CN" sz="2600" dirty="0">
                <a:ea typeface="宋体" panose="02010600030101010101" pitchFamily="2" charset="-122"/>
              </a:rPr>
              <a:t>Describe the</a:t>
            </a:r>
            <a:r>
              <a:rPr lang="zh-CN" altLang="en-US" sz="2600" dirty="0">
                <a:ea typeface="宋体" panose="02010600030101010101" pitchFamily="2" charset="-122"/>
              </a:rPr>
              <a:t> </a:t>
            </a:r>
            <a:r>
              <a:rPr lang="en-US" altLang="zh-CN" sz="2600" dirty="0">
                <a:ea typeface="宋体" panose="02010600030101010101" pitchFamily="2" charset="-122"/>
              </a:rPr>
              <a:t>system development life cycle (</a:t>
            </a:r>
            <a:r>
              <a:rPr lang="zh-CN" altLang="en-US" sz="2600" dirty="0">
                <a:ea typeface="宋体" panose="02010600030101010101" pitchFamily="2" charset="-122"/>
              </a:rPr>
              <a:t>系统开发生命周期</a:t>
            </a:r>
            <a:r>
              <a:rPr lang="en-US" altLang="zh-CN" sz="2600" dirty="0">
                <a:ea typeface="宋体" panose="02010600030101010101" pitchFamily="2" charset="-122"/>
              </a:rPr>
              <a:t>)</a:t>
            </a:r>
          </a:p>
          <a:p>
            <a:pPr eaLnBrk="1" hangingPunct="1">
              <a:spcBef>
                <a:spcPct val="20000"/>
              </a:spcBef>
              <a:buClr>
                <a:schemeClr val="tx2"/>
              </a:buClr>
              <a:buSzPct val="70000"/>
              <a:buFont typeface="Wingdings" panose="05000000000000000000" pitchFamily="2" charset="2"/>
              <a:buChar char="l"/>
            </a:pPr>
            <a:r>
              <a:rPr lang="en-US" altLang="zh-CN" sz="2600" dirty="0">
                <a:ea typeface="宋体" panose="02010600030101010101" pitchFamily="2" charset="-122"/>
              </a:rPr>
              <a:t>Describe the key activities and tasks of information system support</a:t>
            </a:r>
            <a:r>
              <a:rPr lang="zh-CN" altLang="en-US" sz="2600" dirty="0">
                <a:ea typeface="宋体" panose="02010600030101010101" pitchFamily="2" charset="-122"/>
              </a:rPr>
              <a:t>（信息系统支持的关键活动和任务）</a:t>
            </a:r>
            <a:endParaRPr lang="en-US" altLang="zh-CN" sz="26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600" dirty="0">
                <a:ea typeface="宋体" panose="02010600030101010101" pitchFamily="2" charset="-122"/>
              </a:rPr>
              <a:t>Explain what comprises a system development methodology—the SDLC as well as models, tools, and techniques</a:t>
            </a:r>
            <a:r>
              <a:rPr lang="zh-CN" altLang="en-US" sz="2600" dirty="0">
                <a:ea typeface="宋体" panose="02010600030101010101" pitchFamily="2" charset="-122"/>
              </a:rPr>
              <a:t>（系统开发方法中包括哪些内容）</a:t>
            </a:r>
            <a:endParaRPr lang="en-US" altLang="zh-CN" sz="26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600" dirty="0">
                <a:ea typeface="宋体" panose="02010600030101010101" pitchFamily="2" charset="-122"/>
              </a:rPr>
              <a:t>Describe the two overall approaches used for software construction and modeling: the structured approach and the object-oriented approach</a:t>
            </a:r>
            <a:r>
              <a:rPr lang="zh-CN" altLang="en-US" sz="2600" dirty="0">
                <a:ea typeface="宋体" panose="02010600030101010101" pitchFamily="2" charset="-122"/>
              </a:rPr>
              <a:t>（描述用于软件设计和建模的两种方法：结构化和面向对象）</a:t>
            </a:r>
            <a:endParaRPr lang="en-US" altLang="zh-CN" sz="2600" dirty="0">
              <a:ea typeface="宋体" panose="02010600030101010101" pitchFamily="2" charset="-122"/>
            </a:endParaRPr>
          </a:p>
          <a:p>
            <a:pPr eaLnBrk="1" hangingPunct="1">
              <a:spcBef>
                <a:spcPct val="20000"/>
              </a:spcBef>
              <a:buClr>
                <a:schemeClr val="tx2"/>
              </a:buClr>
              <a:buSzPct val="70000"/>
              <a:buFont typeface="Wingdings" panose="05000000000000000000" pitchFamily="2" charset="2"/>
              <a:buChar char="l"/>
            </a:pPr>
            <a:r>
              <a:rPr lang="en-US" altLang="zh-CN" sz="2600" dirty="0">
                <a:ea typeface="宋体" panose="02010600030101010101" pitchFamily="2" charset="-122"/>
              </a:rPr>
              <a:t>Describe the key features of Agile development</a:t>
            </a:r>
            <a:r>
              <a:rPr lang="zh-CN" altLang="en-US" sz="2600" dirty="0">
                <a:ea typeface="宋体" panose="02010600030101010101" pitchFamily="2" charset="-122"/>
              </a:rPr>
              <a:t>（敏捷开发的特征）</a:t>
            </a:r>
            <a:endParaRPr lang="en-GB" altLang="zh-CN" sz="2600" dirty="0"/>
          </a:p>
        </p:txBody>
      </p:sp>
      <p:sp>
        <p:nvSpPr>
          <p:cNvPr id="6149" name="Footer Placeholder 4">
            <a:extLst>
              <a:ext uri="{FF2B5EF4-FFF2-40B4-BE49-F238E27FC236}">
                <a16:creationId xmlns:a16="http://schemas.microsoft.com/office/drawing/2014/main" id="{5380D8F4-319B-4D08-AC68-3BF6842F477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6150" name="Rectangle 6">
            <a:extLst>
              <a:ext uri="{FF2B5EF4-FFF2-40B4-BE49-F238E27FC236}">
                <a16:creationId xmlns:a16="http://schemas.microsoft.com/office/drawing/2014/main" id="{0E0CFAA4-0E3B-4172-9A22-E9B1FD150AA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CBC73950-683C-41BC-8587-9B926ECAB6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5289673-383E-4032-BE88-24422D8D8E84}" type="slidenum">
              <a:rPr lang="en-US" altLang="en-US"/>
              <a:pPr eaLnBrk="1" hangingPunct="1"/>
              <a:t>5</a:t>
            </a:fld>
            <a:endParaRPr lang="en-US" altLang="en-US"/>
          </a:p>
        </p:txBody>
      </p:sp>
      <p:sp>
        <p:nvSpPr>
          <p:cNvPr id="7171" name="Rectangle 2">
            <a:extLst>
              <a:ext uri="{FF2B5EF4-FFF2-40B4-BE49-F238E27FC236}">
                <a16:creationId xmlns:a16="http://schemas.microsoft.com/office/drawing/2014/main" id="{E65D61B8-7381-41F5-950D-2A6D35E185F2}"/>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Overview</a:t>
            </a:r>
          </a:p>
        </p:txBody>
      </p:sp>
      <p:sp>
        <p:nvSpPr>
          <p:cNvPr id="7172" name="Rectangle 3">
            <a:extLst>
              <a:ext uri="{FF2B5EF4-FFF2-40B4-BE49-F238E27FC236}">
                <a16:creationId xmlns:a16="http://schemas.microsoft.com/office/drawing/2014/main" id="{7D5B2DCC-286F-4DA2-A4B1-649598BA2D2B}"/>
              </a:ext>
            </a:extLst>
          </p:cNvPr>
          <p:cNvSpPr>
            <a:spLocks noGrp="1" noChangeArrowheads="1"/>
          </p:cNvSpPr>
          <p:nvPr>
            <p:ph type="body" idx="1"/>
          </p:nvPr>
        </p:nvSpPr>
        <p:spPr>
          <a:xfrm>
            <a:off x="152400" y="1066800"/>
            <a:ext cx="8991600" cy="5105400"/>
          </a:xfrm>
        </p:spPr>
        <p:txBody>
          <a:bodyPr/>
          <a:lstStyle/>
          <a:p>
            <a:pPr eaLnBrk="1" hangingPunct="1"/>
            <a:r>
              <a:rPr lang="en-GB" altLang="zh-CN" sz="2400" dirty="0"/>
              <a:t>Chapter 1 demonstrated a system development project that used an </a:t>
            </a:r>
            <a:r>
              <a:rPr lang="en-GB" altLang="zh-CN" sz="2400" u="sng" dirty="0"/>
              <a:t>iterative and agile system </a:t>
            </a:r>
            <a:r>
              <a:rPr lang="zh-CN" altLang="en-US" sz="2400" u="sng" dirty="0"/>
              <a:t>（迭代和敏捷系统）</a:t>
            </a:r>
            <a:r>
              <a:rPr lang="en-GB" altLang="zh-CN" sz="2400" dirty="0"/>
              <a:t>development life cycle (SDLC)</a:t>
            </a:r>
          </a:p>
          <a:p>
            <a:pPr eaLnBrk="1" hangingPunct="1"/>
            <a:r>
              <a:rPr lang="en-GB" altLang="zh-CN" sz="2400" dirty="0"/>
              <a:t>Later chapters focused on </a:t>
            </a:r>
            <a:r>
              <a:rPr lang="en-GB" altLang="zh-CN" sz="2400" u="sng" dirty="0"/>
              <a:t>Systems Analysis activities</a:t>
            </a:r>
            <a:r>
              <a:rPr lang="zh-CN" altLang="en-US" sz="2400" u="sng" dirty="0"/>
              <a:t>（分析活动）</a:t>
            </a:r>
            <a:r>
              <a:rPr lang="en-GB" altLang="zh-CN" sz="2400" u="sng" dirty="0"/>
              <a:t> </a:t>
            </a:r>
            <a:r>
              <a:rPr lang="en-GB" altLang="zh-CN" sz="2400" dirty="0"/>
              <a:t>and tasks and some </a:t>
            </a:r>
            <a:r>
              <a:rPr lang="en-GB" altLang="zh-CN" sz="2400" u="sng" dirty="0"/>
              <a:t>System Design activities</a:t>
            </a:r>
            <a:r>
              <a:rPr lang="zh-CN" altLang="en-US" sz="2400" u="sng" dirty="0"/>
              <a:t>（系统设计活动）</a:t>
            </a:r>
            <a:r>
              <a:rPr lang="en-GB" altLang="zh-CN" sz="2400" dirty="0"/>
              <a:t> and tasks</a:t>
            </a:r>
          </a:p>
          <a:p>
            <a:pPr eaLnBrk="1" hangingPunct="1"/>
            <a:r>
              <a:rPr lang="en-GB" altLang="zh-CN" sz="2400" dirty="0"/>
              <a:t>Now we return to look at the SDLC and related concepts in more detail</a:t>
            </a:r>
          </a:p>
          <a:p>
            <a:pPr lvl="1" eaLnBrk="1" hangingPunct="1"/>
            <a:r>
              <a:rPr lang="en-GB" altLang="zh-CN" sz="2200" dirty="0"/>
              <a:t>Predictive versus Adaptive SDLC variations</a:t>
            </a:r>
            <a:r>
              <a:rPr lang="zh-CN" altLang="en-US" sz="2200" dirty="0"/>
              <a:t>（预测性</a:t>
            </a:r>
            <a:r>
              <a:rPr lang="en-US" altLang="zh-CN" sz="2200" dirty="0"/>
              <a:t>vs</a:t>
            </a:r>
            <a:r>
              <a:rPr lang="zh-CN" altLang="en-US" sz="2200" dirty="0"/>
              <a:t>适应性）</a:t>
            </a:r>
            <a:endParaRPr lang="en-GB" altLang="zh-CN" sz="2200" dirty="0"/>
          </a:p>
          <a:p>
            <a:pPr lvl="1" eaLnBrk="1" hangingPunct="1"/>
            <a:r>
              <a:rPr lang="en-GB" altLang="zh-CN" sz="2200" dirty="0"/>
              <a:t>Activities and Tasks of System Support</a:t>
            </a:r>
            <a:r>
              <a:rPr lang="zh-CN" altLang="en-US" sz="2200" dirty="0"/>
              <a:t>（活动和任务）</a:t>
            </a:r>
            <a:endParaRPr lang="en-GB" altLang="zh-CN" sz="2200" dirty="0"/>
          </a:p>
          <a:p>
            <a:pPr lvl="1" eaLnBrk="1" hangingPunct="1"/>
            <a:r>
              <a:rPr lang="en-GB" altLang="zh-CN" sz="2200" dirty="0"/>
              <a:t>Impacts of Traditional versus OO development</a:t>
            </a:r>
            <a:r>
              <a:rPr lang="zh-CN" altLang="en-US" sz="2200" dirty="0"/>
              <a:t>（传统和面向对象）</a:t>
            </a:r>
            <a:endParaRPr lang="en-GB" altLang="zh-CN" sz="2200" dirty="0"/>
          </a:p>
          <a:p>
            <a:pPr lvl="1" eaLnBrk="1" hangingPunct="1"/>
            <a:endParaRPr lang="en-GB" altLang="zh-CN" sz="2200" dirty="0"/>
          </a:p>
          <a:p>
            <a:pPr eaLnBrk="1" hangingPunct="1"/>
            <a:endParaRPr lang="en-GB" altLang="zh-CN" sz="2400" dirty="0"/>
          </a:p>
        </p:txBody>
      </p:sp>
      <p:sp>
        <p:nvSpPr>
          <p:cNvPr id="7173" name="Footer Placeholder 4">
            <a:extLst>
              <a:ext uri="{FF2B5EF4-FFF2-40B4-BE49-F238E27FC236}">
                <a16:creationId xmlns:a16="http://schemas.microsoft.com/office/drawing/2014/main" id="{57719211-242B-40E3-999B-8CA68CDEF06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7174" name="Rectangle 6">
            <a:extLst>
              <a:ext uri="{FF2B5EF4-FFF2-40B4-BE49-F238E27FC236}">
                <a16:creationId xmlns:a16="http://schemas.microsoft.com/office/drawing/2014/main" id="{AF9B4666-8A99-40FB-A992-734FDFFABB7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BD90E62E-6B54-4BBC-A1A6-B2438F8B8F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FACE8EEF-44C5-4F28-B2E5-4978130FD0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E642ACE-6053-4264-A08D-76C3BFD7B4DF}" type="slidenum">
              <a:rPr lang="en-US" altLang="en-US"/>
              <a:pPr eaLnBrk="1" hangingPunct="1"/>
              <a:t>6</a:t>
            </a:fld>
            <a:endParaRPr lang="en-US" altLang="en-US"/>
          </a:p>
        </p:txBody>
      </p:sp>
      <p:sp>
        <p:nvSpPr>
          <p:cNvPr id="5124" name="Rectangle 2">
            <a:extLst>
              <a:ext uri="{FF2B5EF4-FFF2-40B4-BE49-F238E27FC236}">
                <a16:creationId xmlns:a16="http://schemas.microsoft.com/office/drawing/2014/main" id="{E79D3D23-E96D-4F2B-A86F-6C09E33CC802}"/>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8 Outline</a:t>
            </a:r>
          </a:p>
        </p:txBody>
      </p:sp>
      <p:sp>
        <p:nvSpPr>
          <p:cNvPr id="5125" name="Rectangle 3">
            <a:extLst>
              <a:ext uri="{FF2B5EF4-FFF2-40B4-BE49-F238E27FC236}">
                <a16:creationId xmlns:a16="http://schemas.microsoft.com/office/drawing/2014/main" id="{05ED87BC-37E8-49AE-9A47-DEE2CA6CC135}"/>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6" name="Rectangle 4">
            <a:extLst>
              <a:ext uri="{FF2B5EF4-FFF2-40B4-BE49-F238E27FC236}">
                <a16:creationId xmlns:a16="http://schemas.microsoft.com/office/drawing/2014/main" id="{A531B46E-B243-41DE-BB99-7306A0349275}"/>
              </a:ext>
            </a:extLst>
          </p:cNvPr>
          <p:cNvSpPr>
            <a:spLocks noChangeArrowheads="1"/>
          </p:cNvSpPr>
          <p:nvPr/>
        </p:nvSpPr>
        <p:spPr bwMode="auto">
          <a:xfrm>
            <a:off x="304800" y="1524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200" dirty="0">
                <a:solidFill>
                  <a:srgbClr val="C00000"/>
                </a:solidFill>
              </a:rPr>
              <a:t>The Systems Development Life Cycle (</a:t>
            </a:r>
            <a:r>
              <a:rPr lang="zh-CN" altLang="en-US" sz="3200" dirty="0">
                <a:solidFill>
                  <a:srgbClr val="C00000"/>
                </a:solidFill>
              </a:rPr>
              <a:t>回顾系统开发生命周期</a:t>
            </a:r>
            <a:r>
              <a:rPr lang="en-GB" altLang="zh-CN" sz="3200" dirty="0">
                <a:solidFill>
                  <a:srgbClr val="C00000"/>
                </a:solidFill>
              </a:rPr>
              <a:t>)</a:t>
            </a:r>
          </a:p>
          <a:p>
            <a:pPr eaLnBrk="1" hangingPunct="1">
              <a:spcBef>
                <a:spcPct val="20000"/>
              </a:spcBef>
              <a:buClr>
                <a:schemeClr val="tx2"/>
              </a:buClr>
              <a:buSzPct val="70000"/>
              <a:buFont typeface="Wingdings" panose="05000000000000000000" pitchFamily="2" charset="2"/>
              <a:buChar char="l"/>
            </a:pPr>
            <a:r>
              <a:rPr lang="en-GB" altLang="zh-CN" sz="3200" dirty="0"/>
              <a:t>The Support Phase of the SDLC</a:t>
            </a:r>
          </a:p>
          <a:p>
            <a:pPr eaLnBrk="1" hangingPunct="1">
              <a:spcBef>
                <a:spcPct val="20000"/>
              </a:spcBef>
              <a:buClr>
                <a:schemeClr val="tx2"/>
              </a:buClr>
              <a:buSzPct val="70000"/>
              <a:buFont typeface="Wingdings" panose="05000000000000000000" pitchFamily="2" charset="2"/>
              <a:buChar char="l"/>
            </a:pPr>
            <a:r>
              <a:rPr lang="zh-CN" altLang="en-US" sz="3200" dirty="0">
                <a:latin typeface="黑体" panose="02010609060101010101" pitchFamily="49" charset="-122"/>
                <a:ea typeface="黑体" panose="02010609060101010101" pitchFamily="49" charset="-122"/>
              </a:rPr>
              <a:t>详细设计阶段的目的与任务</a:t>
            </a:r>
            <a:endParaRPr lang="en-US" altLang="zh-CN" sz="3200" dirty="0">
              <a:latin typeface="黑体" panose="02010609060101010101" pitchFamily="49" charset="-122"/>
              <a:ea typeface="黑体" panose="02010609060101010101" pitchFamily="49" charset="-122"/>
            </a:endParaRPr>
          </a:p>
          <a:p>
            <a:pPr eaLnBrk="1" hangingPunct="1">
              <a:spcBef>
                <a:spcPct val="20000"/>
              </a:spcBef>
              <a:buClr>
                <a:schemeClr val="tx2"/>
              </a:buClr>
              <a:buSzPct val="70000"/>
              <a:buFont typeface="Wingdings" panose="05000000000000000000" pitchFamily="2" charset="2"/>
              <a:buChar char="l"/>
            </a:pPr>
            <a:r>
              <a:rPr lang="en-GB" altLang="zh-CN" sz="3200" dirty="0"/>
              <a:t>Two Approaches to Software Construction and </a:t>
            </a:r>
            <a:r>
              <a:rPr lang="en-GB" altLang="zh-CN" sz="3200" dirty="0" err="1"/>
              <a:t>Modeling</a:t>
            </a:r>
            <a:endParaRPr lang="en-GB" altLang="zh-CN" sz="3200" dirty="0"/>
          </a:p>
          <a:p>
            <a:pPr eaLnBrk="1" hangingPunct="1">
              <a:spcBef>
                <a:spcPct val="20000"/>
              </a:spcBef>
              <a:buClr>
                <a:schemeClr val="tx2"/>
              </a:buClr>
              <a:buSzPct val="70000"/>
              <a:buFont typeface="Wingdings" panose="05000000000000000000" pitchFamily="2" charset="2"/>
              <a:buChar char="l"/>
            </a:pPr>
            <a:r>
              <a:rPr lang="en-GB" altLang="zh-CN" sz="3200" dirty="0"/>
              <a:t>Agile Development</a:t>
            </a:r>
          </a:p>
        </p:txBody>
      </p:sp>
      <p:sp>
        <p:nvSpPr>
          <p:cNvPr id="5127" name="Rectangle 6">
            <a:extLst>
              <a:ext uri="{FF2B5EF4-FFF2-40B4-BE49-F238E27FC236}">
                <a16:creationId xmlns:a16="http://schemas.microsoft.com/office/drawing/2014/main" id="{49C1D59E-442E-4A55-BDA7-E637E5A34E4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455336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ED1230A6-2D2E-4719-B204-8AE5DC7338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2C59AE5-E4AA-441D-B3D0-ACE796517927}" type="slidenum">
              <a:rPr lang="en-US" altLang="en-US"/>
              <a:pPr eaLnBrk="1" hangingPunct="1"/>
              <a:t>7</a:t>
            </a:fld>
            <a:endParaRPr lang="en-US" altLang="en-US"/>
          </a:p>
        </p:txBody>
      </p:sp>
      <p:sp>
        <p:nvSpPr>
          <p:cNvPr id="8195" name="Rectangle 2">
            <a:extLst>
              <a:ext uri="{FF2B5EF4-FFF2-40B4-BE49-F238E27FC236}">
                <a16:creationId xmlns:a16="http://schemas.microsoft.com/office/drawing/2014/main" id="{646F1295-E684-46B1-9422-001A3B663D02}"/>
              </a:ext>
            </a:extLst>
          </p:cNvPr>
          <p:cNvSpPr>
            <a:spLocks noGrp="1" noChangeArrowheads="1"/>
          </p:cNvSpPr>
          <p:nvPr>
            <p:ph type="title"/>
          </p:nvPr>
        </p:nvSpPr>
        <p:spPr>
          <a:xfrm>
            <a:off x="457200" y="122238"/>
            <a:ext cx="7543800" cy="1173162"/>
          </a:xfrm>
        </p:spPr>
        <p:txBody>
          <a:bodyPr/>
          <a:lstStyle/>
          <a:p>
            <a:pPr eaLnBrk="1" hangingPunct="1"/>
            <a:r>
              <a:rPr lang="en-US" altLang="zh-CN" sz="3200">
                <a:ea typeface="宋体" panose="02010600030101010101" pitchFamily="2" charset="-122"/>
              </a:rPr>
              <a:t>The System Development Life Cycle (SDLC)</a:t>
            </a:r>
          </a:p>
        </p:txBody>
      </p:sp>
      <p:sp>
        <p:nvSpPr>
          <p:cNvPr id="8196" name="Rectangle 3">
            <a:extLst>
              <a:ext uri="{FF2B5EF4-FFF2-40B4-BE49-F238E27FC236}">
                <a16:creationId xmlns:a16="http://schemas.microsoft.com/office/drawing/2014/main" id="{86A3879D-8641-4477-808A-ABB9A3B9C19E}"/>
              </a:ext>
            </a:extLst>
          </p:cNvPr>
          <p:cNvSpPr>
            <a:spLocks noGrp="1" noChangeArrowheads="1"/>
          </p:cNvSpPr>
          <p:nvPr>
            <p:ph type="body" idx="1"/>
          </p:nvPr>
        </p:nvSpPr>
        <p:spPr>
          <a:xfrm>
            <a:off x="304800" y="1447800"/>
            <a:ext cx="8229600" cy="4724400"/>
          </a:xfrm>
        </p:spPr>
        <p:txBody>
          <a:bodyPr/>
          <a:lstStyle/>
          <a:p>
            <a:pPr eaLnBrk="1" hangingPunct="1"/>
            <a:r>
              <a:rPr lang="en-GB" altLang="zh-CN" sz="2400" dirty="0"/>
              <a:t>There are two general approaches to the SDLC</a:t>
            </a:r>
          </a:p>
          <a:p>
            <a:pPr eaLnBrk="1" hangingPunct="1"/>
            <a:r>
              <a:rPr lang="en-GB" altLang="zh-CN" sz="2400" dirty="0"/>
              <a:t>Predictive Approach</a:t>
            </a:r>
            <a:r>
              <a:rPr lang="zh-CN" altLang="en-US" sz="2400" dirty="0"/>
              <a:t>（预测方法）</a:t>
            </a:r>
            <a:endParaRPr lang="en-GB" altLang="zh-CN" sz="2400" dirty="0"/>
          </a:p>
          <a:p>
            <a:pPr lvl="1" eaLnBrk="1" hangingPunct="1"/>
            <a:r>
              <a:rPr lang="en-GB" altLang="zh-CN" sz="2000" dirty="0"/>
              <a:t>Waterfall model</a:t>
            </a:r>
            <a:r>
              <a:rPr lang="zh-CN" altLang="en-US" sz="2000" dirty="0"/>
              <a:t>（瀑布模型）</a:t>
            </a:r>
            <a:endParaRPr lang="en-GB" altLang="zh-CN" sz="2000" dirty="0"/>
          </a:p>
          <a:p>
            <a:pPr lvl="1" eaLnBrk="1" hangingPunct="1"/>
            <a:r>
              <a:rPr lang="en-GB" altLang="zh-CN" sz="2000" dirty="0"/>
              <a:t>Assumes the project can be planned in advance and that the information system can be developed according to the plan</a:t>
            </a:r>
          </a:p>
          <a:p>
            <a:pPr lvl="1" eaLnBrk="1" hangingPunct="1"/>
            <a:r>
              <a:rPr lang="en-GB" altLang="zh-CN" sz="2000" dirty="0"/>
              <a:t>Requirements are well understood and/or low technical risk</a:t>
            </a:r>
          </a:p>
          <a:p>
            <a:pPr eaLnBrk="1" hangingPunct="1"/>
            <a:r>
              <a:rPr lang="en-GB" altLang="zh-CN" sz="2400" dirty="0"/>
              <a:t>Adaptive Approach to the SDLC</a:t>
            </a:r>
            <a:r>
              <a:rPr lang="zh-CN" altLang="en-US" sz="2400" dirty="0"/>
              <a:t>（适应方法）</a:t>
            </a:r>
            <a:endParaRPr lang="en-GB" altLang="zh-CN" sz="2400" dirty="0"/>
          </a:p>
          <a:p>
            <a:pPr lvl="1" eaLnBrk="1" hangingPunct="1"/>
            <a:r>
              <a:rPr lang="en-GB" altLang="zh-CN" sz="2000" dirty="0"/>
              <a:t>Iterative model (as see in this text)</a:t>
            </a:r>
            <a:r>
              <a:rPr lang="zh-CN" altLang="en-US" sz="2000" dirty="0"/>
              <a:t>（迭代模型）</a:t>
            </a:r>
            <a:endParaRPr lang="en-GB" altLang="zh-CN" sz="2000" dirty="0"/>
          </a:p>
          <a:p>
            <a:pPr lvl="1" eaLnBrk="1" hangingPunct="1"/>
            <a:r>
              <a:rPr lang="en-GB" altLang="zh-CN" sz="2000" dirty="0"/>
              <a:t>Assumes the project must be more flexible and adapt to changing needs as the project progresses</a:t>
            </a:r>
          </a:p>
          <a:p>
            <a:pPr lvl="1" eaLnBrk="1" hangingPunct="1"/>
            <a:r>
              <a:rPr lang="en-GB" altLang="zh-CN" sz="2000" dirty="0"/>
              <a:t>Requirements and needs are uncertain and/or high technical risk</a:t>
            </a:r>
          </a:p>
        </p:txBody>
      </p:sp>
      <p:sp>
        <p:nvSpPr>
          <p:cNvPr id="8197" name="Footer Placeholder 4">
            <a:extLst>
              <a:ext uri="{FF2B5EF4-FFF2-40B4-BE49-F238E27FC236}">
                <a16:creationId xmlns:a16="http://schemas.microsoft.com/office/drawing/2014/main" id="{00A7E100-02BC-440B-8F42-296A7A52690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8198" name="Rectangle 6">
            <a:extLst>
              <a:ext uri="{FF2B5EF4-FFF2-40B4-BE49-F238E27FC236}">
                <a16:creationId xmlns:a16="http://schemas.microsoft.com/office/drawing/2014/main" id="{47C7039A-B107-4FE9-867A-9D092A320C4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6">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6">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FDF8207D-EA46-446B-AC1D-5DEF338A95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655E9E3-D069-478C-B45A-4A2571E3358D}" type="slidenum">
              <a:rPr lang="en-US" altLang="en-US"/>
              <a:pPr eaLnBrk="1" hangingPunct="1"/>
              <a:t>8</a:t>
            </a:fld>
            <a:endParaRPr lang="en-US" altLang="en-US"/>
          </a:p>
        </p:txBody>
      </p:sp>
      <p:sp>
        <p:nvSpPr>
          <p:cNvPr id="9219" name="Rectangle 2">
            <a:extLst>
              <a:ext uri="{FF2B5EF4-FFF2-40B4-BE49-F238E27FC236}">
                <a16:creationId xmlns:a16="http://schemas.microsoft.com/office/drawing/2014/main" id="{359B59C8-C033-4BCF-8527-FD92B02CA190}"/>
              </a:ext>
            </a:extLst>
          </p:cNvPr>
          <p:cNvSpPr>
            <a:spLocks noGrp="1" noChangeArrowheads="1"/>
          </p:cNvSpPr>
          <p:nvPr>
            <p:ph type="title"/>
          </p:nvPr>
        </p:nvSpPr>
        <p:spPr>
          <a:xfrm>
            <a:off x="457200" y="122238"/>
            <a:ext cx="7543800" cy="1173162"/>
          </a:xfrm>
        </p:spPr>
        <p:txBody>
          <a:bodyPr/>
          <a:lstStyle/>
          <a:p>
            <a:pPr eaLnBrk="1" hangingPunct="1"/>
            <a:r>
              <a:rPr lang="en-US" altLang="zh-CN" sz="3200">
                <a:ea typeface="宋体" panose="02010600030101010101" pitchFamily="2" charset="-122"/>
              </a:rPr>
              <a:t>The System Development Life Cycle (SDLC)</a:t>
            </a:r>
          </a:p>
        </p:txBody>
      </p:sp>
      <p:pic>
        <p:nvPicPr>
          <p:cNvPr id="9220" name="Picture 5">
            <a:extLst>
              <a:ext uri="{FF2B5EF4-FFF2-40B4-BE49-F238E27FC236}">
                <a16:creationId xmlns:a16="http://schemas.microsoft.com/office/drawing/2014/main" id="{C03F8C51-AA8A-4503-87E2-5D9690818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90800"/>
            <a:ext cx="8686800"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Rectangle 6">
            <a:extLst>
              <a:ext uri="{FF2B5EF4-FFF2-40B4-BE49-F238E27FC236}">
                <a16:creationId xmlns:a16="http://schemas.microsoft.com/office/drawing/2014/main" id="{4C743326-F91E-458B-A63D-03FE3E6AC062}"/>
              </a:ext>
            </a:extLst>
          </p:cNvPr>
          <p:cNvSpPr>
            <a:spLocks noGrp="1" noChangeArrowheads="1"/>
          </p:cNvSpPr>
          <p:nvPr>
            <p:ph type="body" idx="1"/>
          </p:nvPr>
        </p:nvSpPr>
        <p:spPr>
          <a:xfrm>
            <a:off x="304800" y="1447800"/>
            <a:ext cx="8229600" cy="914400"/>
          </a:xfrm>
          <a:noFill/>
        </p:spPr>
        <p:txBody>
          <a:bodyPr/>
          <a:lstStyle/>
          <a:p>
            <a:pPr eaLnBrk="1" hangingPunct="1">
              <a:lnSpc>
                <a:spcPct val="90000"/>
              </a:lnSpc>
            </a:pPr>
            <a:r>
              <a:rPr lang="en-GB" altLang="zh-CN" sz="2400" dirty="0"/>
              <a:t>Most projects fall on a continuum between Predictive and Adaptive</a:t>
            </a:r>
          </a:p>
        </p:txBody>
      </p:sp>
      <p:sp>
        <p:nvSpPr>
          <p:cNvPr id="9222" name="Footer Placeholder 4">
            <a:extLst>
              <a:ext uri="{FF2B5EF4-FFF2-40B4-BE49-F238E27FC236}">
                <a16:creationId xmlns:a16="http://schemas.microsoft.com/office/drawing/2014/main" id="{F7F38A64-9E09-4FAA-9B0B-E2E8FC2F5AA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9223" name="Rectangle 7">
            <a:extLst>
              <a:ext uri="{FF2B5EF4-FFF2-40B4-BE49-F238E27FC236}">
                <a16:creationId xmlns:a16="http://schemas.microsoft.com/office/drawing/2014/main" id="{04C58FFC-4A42-455E-B249-9F1FC6711EF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193633B4-1E68-4F07-AE8C-AF26A3D0509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F8CB52F-B415-48CE-8075-292F4C730743}" type="slidenum">
              <a:rPr lang="en-US" altLang="en-US"/>
              <a:pPr eaLnBrk="1" hangingPunct="1"/>
              <a:t>9</a:t>
            </a:fld>
            <a:endParaRPr lang="en-US" altLang="en-US"/>
          </a:p>
        </p:txBody>
      </p:sp>
      <p:sp>
        <p:nvSpPr>
          <p:cNvPr id="10243" name="Rectangle 2">
            <a:extLst>
              <a:ext uri="{FF2B5EF4-FFF2-40B4-BE49-F238E27FC236}">
                <a16:creationId xmlns:a16="http://schemas.microsoft.com/office/drawing/2014/main" id="{401FD7CE-F477-47AA-98A4-BF381B6778D8}"/>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Traditional Predictive SDLC</a:t>
            </a:r>
          </a:p>
        </p:txBody>
      </p:sp>
      <p:sp>
        <p:nvSpPr>
          <p:cNvPr id="10244" name="Rectangle 3">
            <a:extLst>
              <a:ext uri="{FF2B5EF4-FFF2-40B4-BE49-F238E27FC236}">
                <a16:creationId xmlns:a16="http://schemas.microsoft.com/office/drawing/2014/main" id="{691E82D8-FE49-4988-AEDA-86A6C98A4A52}"/>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0245" name="Rectangle 4">
            <a:extLst>
              <a:ext uri="{FF2B5EF4-FFF2-40B4-BE49-F238E27FC236}">
                <a16:creationId xmlns:a16="http://schemas.microsoft.com/office/drawing/2014/main" id="{70603C8C-6142-4BEB-A770-15B0C04A20E6}"/>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0246" name="Rectangle 5">
            <a:extLst>
              <a:ext uri="{FF2B5EF4-FFF2-40B4-BE49-F238E27FC236}">
                <a16:creationId xmlns:a16="http://schemas.microsoft.com/office/drawing/2014/main" id="{D136B3EA-7F5A-49F0-B00E-BC0E226E8FC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10247" name="Rectangle 7">
            <a:extLst>
              <a:ext uri="{FF2B5EF4-FFF2-40B4-BE49-F238E27FC236}">
                <a16:creationId xmlns:a16="http://schemas.microsoft.com/office/drawing/2014/main" id="{1956BD81-3B62-473A-BB27-D83E65FF0344}"/>
              </a:ext>
            </a:extLst>
          </p:cNvPr>
          <p:cNvSpPr>
            <a:spLocks noChangeArrowheads="1"/>
          </p:cNvSpPr>
          <p:nvPr/>
        </p:nvSpPr>
        <p:spPr bwMode="auto">
          <a:xfrm>
            <a:off x="304800" y="10668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2800" u="sng" dirty="0"/>
              <a:t>Earlier approach </a:t>
            </a:r>
            <a:r>
              <a:rPr lang="zh-CN" altLang="en-US" sz="2800" u="sng" dirty="0"/>
              <a:t>（早期方法）</a:t>
            </a:r>
            <a:r>
              <a:rPr lang="en-GB" altLang="zh-CN" sz="2800" dirty="0"/>
              <a:t>based on engineering</a:t>
            </a:r>
          </a:p>
          <a:p>
            <a:pPr eaLnBrk="1" hangingPunct="1">
              <a:spcBef>
                <a:spcPct val="20000"/>
              </a:spcBef>
              <a:buClr>
                <a:schemeClr val="tx2"/>
              </a:buClr>
              <a:buSzPct val="70000"/>
              <a:buFont typeface="Wingdings" panose="05000000000000000000" pitchFamily="2" charset="2"/>
              <a:buChar char="l"/>
            </a:pPr>
            <a:r>
              <a:rPr lang="en-GB" altLang="zh-CN" sz="2800" dirty="0"/>
              <a:t>Typically have sequential </a:t>
            </a:r>
            <a:r>
              <a:rPr lang="en-GB" altLang="zh-CN" sz="2800" i="1" u="sng" dirty="0"/>
              <a:t>Phases</a:t>
            </a:r>
            <a:r>
              <a:rPr lang="zh-CN" altLang="en-US" sz="2800" i="1" dirty="0"/>
              <a:t>（通常由连续的</a:t>
            </a:r>
            <a:r>
              <a:rPr lang="zh-CN" altLang="en-US" sz="2800" i="1" u="sng" dirty="0"/>
              <a:t>阶段</a:t>
            </a:r>
            <a:r>
              <a:rPr lang="zh-CN" altLang="en-US" sz="2800" i="1" dirty="0"/>
              <a:t>）</a:t>
            </a:r>
            <a:endParaRPr lang="en-GB" altLang="zh-CN" sz="2800" i="1" dirty="0"/>
          </a:p>
          <a:p>
            <a:pPr lvl="1" eaLnBrk="1" hangingPunct="1">
              <a:spcBef>
                <a:spcPct val="20000"/>
              </a:spcBef>
              <a:buClr>
                <a:schemeClr val="accent2"/>
              </a:buClr>
              <a:buSzPct val="70000"/>
              <a:buFont typeface="Wingdings" panose="05000000000000000000" pitchFamily="2" charset="2"/>
              <a:buChar char="l"/>
            </a:pPr>
            <a:r>
              <a:rPr lang="en-GB" altLang="zh-CN" sz="2400" dirty="0"/>
              <a:t>planning, analysis, design, implementation, and deployment</a:t>
            </a:r>
            <a:r>
              <a:rPr lang="zh-CN" altLang="en-US" sz="2400" dirty="0"/>
              <a:t>（计划、分析、设计、开发、部署）</a:t>
            </a:r>
            <a:endParaRPr lang="en-GB" altLang="zh-CN" sz="2400" dirty="0"/>
          </a:p>
          <a:p>
            <a:pPr eaLnBrk="1" hangingPunct="1">
              <a:spcBef>
                <a:spcPct val="20000"/>
              </a:spcBef>
              <a:buClr>
                <a:schemeClr val="tx2"/>
              </a:buClr>
              <a:buSzPct val="70000"/>
              <a:buFont typeface="Wingdings" panose="05000000000000000000" pitchFamily="2" charset="2"/>
              <a:buChar char="l"/>
            </a:pPr>
            <a:r>
              <a:rPr lang="en-GB" altLang="zh-CN" sz="2800" dirty="0"/>
              <a:t>Waterfall model</a:t>
            </a:r>
            <a:r>
              <a:rPr lang="zh-CN" altLang="en-US" sz="2800" dirty="0"/>
              <a:t>（瀑布模型）</a:t>
            </a:r>
            <a:endParaRPr lang="en-GB" altLang="zh-CN" sz="2800" dirty="0"/>
          </a:p>
          <a:p>
            <a:pPr lvl="1" eaLnBrk="1" hangingPunct="1">
              <a:spcBef>
                <a:spcPct val="20000"/>
              </a:spcBef>
              <a:buClr>
                <a:schemeClr val="accent2"/>
              </a:buClr>
              <a:buSzPct val="70000"/>
              <a:buFont typeface="Wingdings" panose="05000000000000000000" pitchFamily="2" charset="2"/>
              <a:buChar char="l"/>
            </a:pPr>
            <a:r>
              <a:rPr lang="en-GB" altLang="zh-CN" sz="2400" dirty="0"/>
              <a:t>SDLC that assumes phases can be completed sequentially </a:t>
            </a:r>
            <a:r>
              <a:rPr lang="en-GB" altLang="zh-CN" sz="2400" u="sng" dirty="0"/>
              <a:t>with no overlap or iteration</a:t>
            </a:r>
            <a:r>
              <a:rPr lang="zh-CN" altLang="en-US" sz="2400" u="sng" dirty="0"/>
              <a:t>（没有重叠或迭代）</a:t>
            </a:r>
            <a:endParaRPr lang="en-GB" altLang="zh-CN" sz="2400" u="sng" dirty="0"/>
          </a:p>
        </p:txBody>
      </p:sp>
      <p:sp>
        <p:nvSpPr>
          <p:cNvPr id="10248" name="Footer Placeholder 4">
            <a:extLst>
              <a:ext uri="{FF2B5EF4-FFF2-40B4-BE49-F238E27FC236}">
                <a16:creationId xmlns:a16="http://schemas.microsoft.com/office/drawing/2014/main" id="{E4B9CC7E-BCBE-40D2-B3AE-026923CB3C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0249" name="Rectangle 9">
            <a:extLst>
              <a:ext uri="{FF2B5EF4-FFF2-40B4-BE49-F238E27FC236}">
                <a16:creationId xmlns:a16="http://schemas.microsoft.com/office/drawing/2014/main" id="{8D5B1C8C-0756-41F4-B14B-E0D78A61597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4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9FB21F38-DBEB-48A8-A504-BE1B4DE449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494F21B-301B-44E4-B726-AFF98F0CEACC}" type="slidenum">
              <a:rPr lang="en-US" altLang="en-US"/>
              <a:pPr eaLnBrk="1" hangingPunct="1"/>
              <a:t>10</a:t>
            </a:fld>
            <a:endParaRPr lang="en-US" altLang="en-US"/>
          </a:p>
        </p:txBody>
      </p:sp>
      <p:sp>
        <p:nvSpPr>
          <p:cNvPr id="11267" name="Rectangle 2">
            <a:extLst>
              <a:ext uri="{FF2B5EF4-FFF2-40B4-BE49-F238E27FC236}">
                <a16:creationId xmlns:a16="http://schemas.microsoft.com/office/drawing/2014/main" id="{82D885AA-2679-4634-AE01-A2A88CA9261E}"/>
              </a:ext>
            </a:extLst>
          </p:cNvPr>
          <p:cNvSpPr>
            <a:spLocks noGrp="1" noChangeArrowheads="1"/>
          </p:cNvSpPr>
          <p:nvPr>
            <p:ph type="title"/>
          </p:nvPr>
        </p:nvSpPr>
        <p:spPr>
          <a:xfrm>
            <a:off x="457200" y="152400"/>
            <a:ext cx="7543800" cy="1066800"/>
          </a:xfrm>
        </p:spPr>
        <p:txBody>
          <a:bodyPr/>
          <a:lstStyle/>
          <a:p>
            <a:pPr eaLnBrk="1" hangingPunct="1"/>
            <a:r>
              <a:rPr lang="en-US" altLang="zh-CN">
                <a:ea typeface="宋体" panose="02010600030101010101" pitchFamily="2" charset="-122"/>
              </a:rPr>
              <a:t>Traditional Predictive SDLC</a:t>
            </a:r>
          </a:p>
        </p:txBody>
      </p:sp>
      <p:sp>
        <p:nvSpPr>
          <p:cNvPr id="11268" name="Rectangle 3">
            <a:extLst>
              <a:ext uri="{FF2B5EF4-FFF2-40B4-BE49-F238E27FC236}">
                <a16:creationId xmlns:a16="http://schemas.microsoft.com/office/drawing/2014/main" id="{5A650E07-E9BF-4B2B-BB57-458DE2B42AE4}"/>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1269" name="Rectangle 4">
            <a:extLst>
              <a:ext uri="{FF2B5EF4-FFF2-40B4-BE49-F238E27FC236}">
                <a16:creationId xmlns:a16="http://schemas.microsoft.com/office/drawing/2014/main" id="{B0AC0C98-FFE1-4866-AFBA-AD8FACE59B1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1270" name="Rectangle 5">
            <a:extLst>
              <a:ext uri="{FF2B5EF4-FFF2-40B4-BE49-F238E27FC236}">
                <a16:creationId xmlns:a16="http://schemas.microsoft.com/office/drawing/2014/main" id="{A00D1973-4330-46A9-8A45-A1ACA5244A28}"/>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pic>
        <p:nvPicPr>
          <p:cNvPr id="11271" name="Picture 7">
            <a:extLst>
              <a:ext uri="{FF2B5EF4-FFF2-40B4-BE49-F238E27FC236}">
                <a16:creationId xmlns:a16="http://schemas.microsoft.com/office/drawing/2014/main" id="{9E7E1B2F-EB1E-445B-B238-300F666F8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00200"/>
            <a:ext cx="8686800"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Footer Placeholder 4">
            <a:extLst>
              <a:ext uri="{FF2B5EF4-FFF2-40B4-BE49-F238E27FC236}">
                <a16:creationId xmlns:a16="http://schemas.microsoft.com/office/drawing/2014/main" id="{9B171E5D-9807-4EE4-B125-A3AB32C92B0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1273" name="Rectangle 9">
            <a:extLst>
              <a:ext uri="{FF2B5EF4-FFF2-40B4-BE49-F238E27FC236}">
                <a16:creationId xmlns:a16="http://schemas.microsoft.com/office/drawing/2014/main" id="{0CC6FBD4-832F-4319-A40D-3F71F1A0F5D7}"/>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FBBA230C-D187-4695-A216-1D35F3CA41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291999D-09F9-466D-96B6-296E0CD3D5DD}" type="slidenum">
              <a:rPr lang="en-US" altLang="en-US"/>
              <a:pPr eaLnBrk="1" hangingPunct="1"/>
              <a:t>11</a:t>
            </a:fld>
            <a:endParaRPr lang="en-US" altLang="en-US"/>
          </a:p>
        </p:txBody>
      </p:sp>
      <p:sp>
        <p:nvSpPr>
          <p:cNvPr id="12291" name="Rectangle 2">
            <a:extLst>
              <a:ext uri="{FF2B5EF4-FFF2-40B4-BE49-F238E27FC236}">
                <a16:creationId xmlns:a16="http://schemas.microsoft.com/office/drawing/2014/main" id="{9092C564-1F3C-47D3-B8A3-FE0137B01301}"/>
              </a:ext>
            </a:extLst>
          </p:cNvPr>
          <p:cNvSpPr>
            <a:spLocks noGrp="1" noChangeArrowheads="1"/>
          </p:cNvSpPr>
          <p:nvPr>
            <p:ph type="title"/>
          </p:nvPr>
        </p:nvSpPr>
        <p:spPr>
          <a:xfrm>
            <a:off x="457200" y="152400"/>
            <a:ext cx="7543800" cy="1066800"/>
          </a:xfrm>
        </p:spPr>
        <p:txBody>
          <a:bodyPr/>
          <a:lstStyle/>
          <a:p>
            <a:pPr eaLnBrk="1" hangingPunct="1"/>
            <a:r>
              <a:rPr lang="en-US" altLang="zh-CN" sz="3500">
                <a:ea typeface="宋体" panose="02010600030101010101" pitchFamily="2" charset="-122"/>
              </a:rPr>
              <a:t>Newer Overlapping Phases Predictive SDLC</a:t>
            </a:r>
          </a:p>
        </p:txBody>
      </p:sp>
      <p:sp>
        <p:nvSpPr>
          <p:cNvPr id="12292" name="Rectangle 3">
            <a:extLst>
              <a:ext uri="{FF2B5EF4-FFF2-40B4-BE49-F238E27FC236}">
                <a16:creationId xmlns:a16="http://schemas.microsoft.com/office/drawing/2014/main" id="{896DA156-66D2-47B8-8AF8-E26D4B8751DB}"/>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2293" name="Rectangle 4">
            <a:extLst>
              <a:ext uri="{FF2B5EF4-FFF2-40B4-BE49-F238E27FC236}">
                <a16:creationId xmlns:a16="http://schemas.microsoft.com/office/drawing/2014/main" id="{E02E3C13-9AD9-4745-8173-2850ABE74997}"/>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pic>
        <p:nvPicPr>
          <p:cNvPr id="12294" name="Picture 7">
            <a:extLst>
              <a:ext uri="{FF2B5EF4-FFF2-40B4-BE49-F238E27FC236}">
                <a16:creationId xmlns:a16="http://schemas.microsoft.com/office/drawing/2014/main" id="{FE196DA5-A9D9-451E-81E1-07D0C4E57F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90800"/>
            <a:ext cx="8686800" cy="354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Rectangle 8">
            <a:extLst>
              <a:ext uri="{FF2B5EF4-FFF2-40B4-BE49-F238E27FC236}">
                <a16:creationId xmlns:a16="http://schemas.microsoft.com/office/drawing/2014/main" id="{D20A2AC0-E69C-47BA-B5CA-76703B043D77}"/>
              </a:ext>
            </a:extLst>
          </p:cNvPr>
          <p:cNvSpPr>
            <a:spLocks noChangeArrowheads="1"/>
          </p:cNvSpPr>
          <p:nvPr/>
        </p:nvSpPr>
        <p:spPr bwMode="auto">
          <a:xfrm>
            <a:off x="685800" y="12954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400" dirty="0"/>
              <a:t>More flexibility, but still assumes predictive planning and sequential phases</a:t>
            </a:r>
          </a:p>
        </p:txBody>
      </p:sp>
      <p:sp>
        <p:nvSpPr>
          <p:cNvPr id="12296" name="Footer Placeholder 4">
            <a:extLst>
              <a:ext uri="{FF2B5EF4-FFF2-40B4-BE49-F238E27FC236}">
                <a16:creationId xmlns:a16="http://schemas.microsoft.com/office/drawing/2014/main" id="{10E7E650-0221-4B2D-8864-CA33CB3FE1A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2297" name="Rectangle 9">
            <a:extLst>
              <a:ext uri="{FF2B5EF4-FFF2-40B4-BE49-F238E27FC236}">
                <a16:creationId xmlns:a16="http://schemas.microsoft.com/office/drawing/2014/main" id="{FAC3086B-7489-414A-8389-0C18F43A67D7}"/>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F1B9B15B-386F-40AD-8242-B35EB9749E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789A0F7-A852-4173-87E5-67D5AA8BD1B1}" type="slidenum">
              <a:rPr lang="en-US" altLang="en-US"/>
              <a:pPr eaLnBrk="1" hangingPunct="1"/>
              <a:t>12</a:t>
            </a:fld>
            <a:endParaRPr lang="en-US" altLang="en-US"/>
          </a:p>
        </p:txBody>
      </p:sp>
      <p:sp>
        <p:nvSpPr>
          <p:cNvPr id="13315" name="Rectangle 2">
            <a:extLst>
              <a:ext uri="{FF2B5EF4-FFF2-40B4-BE49-F238E27FC236}">
                <a16:creationId xmlns:a16="http://schemas.microsoft.com/office/drawing/2014/main" id="{6E9E388B-4E6B-42C9-92F8-19D2A1336300}"/>
              </a:ext>
            </a:extLst>
          </p:cNvPr>
          <p:cNvSpPr>
            <a:spLocks noGrp="1" noChangeArrowheads="1"/>
          </p:cNvSpPr>
          <p:nvPr>
            <p:ph type="title"/>
          </p:nvPr>
        </p:nvSpPr>
        <p:spPr>
          <a:xfrm>
            <a:off x="457200" y="122238"/>
            <a:ext cx="7543800" cy="868362"/>
          </a:xfrm>
        </p:spPr>
        <p:txBody>
          <a:bodyPr/>
          <a:lstStyle/>
          <a:p>
            <a:pPr eaLnBrk="1" hangingPunct="1"/>
            <a:r>
              <a:rPr lang="en-US" altLang="zh-CN" dirty="0">
                <a:ea typeface="宋体" panose="02010600030101010101" pitchFamily="2" charset="-122"/>
              </a:rPr>
              <a:t>Newer Adaptive SDLC</a:t>
            </a:r>
          </a:p>
        </p:txBody>
      </p:sp>
      <p:sp>
        <p:nvSpPr>
          <p:cNvPr id="13316" name="Rectangle 3">
            <a:extLst>
              <a:ext uri="{FF2B5EF4-FFF2-40B4-BE49-F238E27FC236}">
                <a16:creationId xmlns:a16="http://schemas.microsoft.com/office/drawing/2014/main" id="{6467ED9B-B8F3-4DEF-89C3-B6A1DA00A570}"/>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3317" name="Rectangle 4">
            <a:extLst>
              <a:ext uri="{FF2B5EF4-FFF2-40B4-BE49-F238E27FC236}">
                <a16:creationId xmlns:a16="http://schemas.microsoft.com/office/drawing/2014/main" id="{47033F28-C3CB-4281-A81B-D0B7BA6BD2E4}"/>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3318" name="Rectangle 5">
            <a:extLst>
              <a:ext uri="{FF2B5EF4-FFF2-40B4-BE49-F238E27FC236}">
                <a16:creationId xmlns:a16="http://schemas.microsoft.com/office/drawing/2014/main" id="{766C7682-AA83-4D66-879D-F4FBAB0696E8}"/>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13319" name="Rectangle 6">
            <a:extLst>
              <a:ext uri="{FF2B5EF4-FFF2-40B4-BE49-F238E27FC236}">
                <a16:creationId xmlns:a16="http://schemas.microsoft.com/office/drawing/2014/main" id="{17A59D64-3527-41D6-AA6E-BC932E73D1BD}"/>
              </a:ext>
            </a:extLst>
          </p:cNvPr>
          <p:cNvSpPr>
            <a:spLocks noChangeArrowheads="1"/>
          </p:cNvSpPr>
          <p:nvPr/>
        </p:nvSpPr>
        <p:spPr bwMode="auto">
          <a:xfrm>
            <a:off x="304800" y="10668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200" dirty="0"/>
              <a:t>Emerged in response to </a:t>
            </a:r>
            <a:r>
              <a:rPr lang="en-GB" altLang="zh-CN" sz="3200" u="sng" dirty="0"/>
              <a:t>increasingly complex requirements</a:t>
            </a:r>
            <a:r>
              <a:rPr lang="zh-CN" altLang="en-US" sz="3200" u="sng" dirty="0"/>
              <a:t>（日益复杂的需求）</a:t>
            </a:r>
            <a:r>
              <a:rPr lang="en-GB" altLang="zh-CN" sz="3200" dirty="0"/>
              <a:t> and </a:t>
            </a:r>
            <a:r>
              <a:rPr lang="en-GB" altLang="zh-CN" sz="3200" u="sng" dirty="0"/>
              <a:t>uncertain technological environments</a:t>
            </a:r>
            <a:r>
              <a:rPr lang="zh-CN" altLang="en-US" sz="3200" u="sng" dirty="0"/>
              <a:t>（不确定的技术环境）</a:t>
            </a:r>
            <a:endParaRPr lang="en-GB" altLang="zh-CN" sz="3200" u="sng" dirty="0"/>
          </a:p>
          <a:p>
            <a:pPr eaLnBrk="1" hangingPunct="1">
              <a:spcBef>
                <a:spcPct val="20000"/>
              </a:spcBef>
              <a:buClr>
                <a:schemeClr val="tx2"/>
              </a:buClr>
              <a:buSzPct val="70000"/>
              <a:buFont typeface="Wingdings" panose="05000000000000000000" pitchFamily="2" charset="2"/>
              <a:buChar char="l"/>
            </a:pPr>
            <a:r>
              <a:rPr lang="en-GB" altLang="zh-CN" sz="3200" dirty="0"/>
              <a:t>Always includes </a:t>
            </a:r>
            <a:r>
              <a:rPr lang="en-GB" altLang="zh-CN" sz="3200" dirty="0">
                <a:solidFill>
                  <a:srgbClr val="C00000"/>
                </a:solidFill>
              </a:rPr>
              <a:t>iterations</a:t>
            </a:r>
            <a:r>
              <a:rPr lang="zh-CN" altLang="en-US" sz="3200" dirty="0">
                <a:solidFill>
                  <a:srgbClr val="C00000"/>
                </a:solidFill>
              </a:rPr>
              <a:t>（迭代）</a:t>
            </a:r>
            <a:r>
              <a:rPr lang="en-GB" altLang="zh-CN" sz="3200" dirty="0"/>
              <a:t> where some of design and implementation is done from the beginning</a:t>
            </a:r>
          </a:p>
        </p:txBody>
      </p:sp>
      <p:sp>
        <p:nvSpPr>
          <p:cNvPr id="13320" name="Footer Placeholder 4">
            <a:extLst>
              <a:ext uri="{FF2B5EF4-FFF2-40B4-BE49-F238E27FC236}">
                <a16:creationId xmlns:a16="http://schemas.microsoft.com/office/drawing/2014/main" id="{F194A6A0-FA0F-4BD9-B6FA-EF50C35153C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3321" name="Rectangle 9">
            <a:extLst>
              <a:ext uri="{FF2B5EF4-FFF2-40B4-BE49-F238E27FC236}">
                <a16:creationId xmlns:a16="http://schemas.microsoft.com/office/drawing/2014/main" id="{DB640DA3-0B21-4FDC-83A2-A40BBD01BE80}"/>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AC53338D-5C9A-4473-AA17-7974E55A3C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335067D-BC36-4BBF-97E0-D4BC231F650E}" type="slidenum">
              <a:rPr lang="en-US" altLang="en-US"/>
              <a:pPr eaLnBrk="1" hangingPunct="1"/>
              <a:t>13</a:t>
            </a:fld>
            <a:endParaRPr lang="en-US" altLang="en-US"/>
          </a:p>
        </p:txBody>
      </p:sp>
      <p:sp>
        <p:nvSpPr>
          <p:cNvPr id="14339" name="Rectangle 2">
            <a:extLst>
              <a:ext uri="{FF2B5EF4-FFF2-40B4-BE49-F238E27FC236}">
                <a16:creationId xmlns:a16="http://schemas.microsoft.com/office/drawing/2014/main" id="{7D8F7446-0428-4D3A-8D72-836471CF3574}"/>
              </a:ext>
            </a:extLst>
          </p:cNvPr>
          <p:cNvSpPr>
            <a:spLocks noGrp="1" noChangeArrowheads="1"/>
          </p:cNvSpPr>
          <p:nvPr>
            <p:ph type="title"/>
          </p:nvPr>
        </p:nvSpPr>
        <p:spPr>
          <a:xfrm>
            <a:off x="457200" y="122238"/>
            <a:ext cx="7543800" cy="1249362"/>
          </a:xfrm>
        </p:spPr>
        <p:txBody>
          <a:bodyPr/>
          <a:lstStyle/>
          <a:p>
            <a:pPr eaLnBrk="1" hangingPunct="1"/>
            <a:r>
              <a:rPr lang="en-US" altLang="zh-CN">
                <a:ea typeface="宋体" panose="02010600030101010101" pitchFamily="2" charset="-122"/>
              </a:rPr>
              <a:t>Spiral Model</a:t>
            </a:r>
            <a:br>
              <a:rPr lang="en-US" altLang="zh-CN">
                <a:ea typeface="宋体" panose="02010600030101010101" pitchFamily="2" charset="-122"/>
              </a:rPr>
            </a:br>
            <a:r>
              <a:rPr lang="en-US" altLang="zh-CN" sz="3200">
                <a:ea typeface="宋体" panose="02010600030101010101" pitchFamily="2" charset="-122"/>
              </a:rPr>
              <a:t>The First Adaptive SDLC</a:t>
            </a:r>
          </a:p>
        </p:txBody>
      </p:sp>
      <p:sp>
        <p:nvSpPr>
          <p:cNvPr id="14340" name="Rectangle 3">
            <a:extLst>
              <a:ext uri="{FF2B5EF4-FFF2-40B4-BE49-F238E27FC236}">
                <a16:creationId xmlns:a16="http://schemas.microsoft.com/office/drawing/2014/main" id="{C1085337-553A-4055-8CCD-0A16CA2A4DB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4341" name="Rectangle 4">
            <a:extLst>
              <a:ext uri="{FF2B5EF4-FFF2-40B4-BE49-F238E27FC236}">
                <a16:creationId xmlns:a16="http://schemas.microsoft.com/office/drawing/2014/main" id="{99210DA0-252F-493D-AAF6-DAE98677F999}"/>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4342" name="Rectangle 5">
            <a:extLst>
              <a:ext uri="{FF2B5EF4-FFF2-40B4-BE49-F238E27FC236}">
                <a16:creationId xmlns:a16="http://schemas.microsoft.com/office/drawing/2014/main" id="{65D6A438-069A-4B76-9158-17202C0CBED0}"/>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pic>
        <p:nvPicPr>
          <p:cNvPr id="14343" name="Picture 7">
            <a:extLst>
              <a:ext uri="{FF2B5EF4-FFF2-40B4-BE49-F238E27FC236}">
                <a16:creationId xmlns:a16="http://schemas.microsoft.com/office/drawing/2014/main" id="{78B0C0A5-0105-4B7B-8601-6C6DD80F0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447800"/>
            <a:ext cx="5026025" cy="484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4" name="Footer Placeholder 4">
            <a:extLst>
              <a:ext uri="{FF2B5EF4-FFF2-40B4-BE49-F238E27FC236}">
                <a16:creationId xmlns:a16="http://schemas.microsoft.com/office/drawing/2014/main" id="{AE6913D4-4C51-46A9-99ED-4D183F7F843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4345" name="Rectangle 9">
            <a:extLst>
              <a:ext uri="{FF2B5EF4-FFF2-40B4-BE49-F238E27FC236}">
                <a16:creationId xmlns:a16="http://schemas.microsoft.com/office/drawing/2014/main" id="{4FF55288-4AB0-4777-95D4-49936C40FDB2}"/>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4CB0D5F3-B4A9-459B-BCE4-10EF9BA7649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36907D4-96FA-4779-8DDD-D94E79EB9D2F}" type="slidenum">
              <a:rPr lang="en-US" altLang="en-US"/>
              <a:pPr eaLnBrk="1" hangingPunct="1"/>
              <a:t>14</a:t>
            </a:fld>
            <a:endParaRPr lang="en-US" altLang="en-US"/>
          </a:p>
        </p:txBody>
      </p:sp>
      <p:sp>
        <p:nvSpPr>
          <p:cNvPr id="15363" name="Rectangle 2">
            <a:extLst>
              <a:ext uri="{FF2B5EF4-FFF2-40B4-BE49-F238E27FC236}">
                <a16:creationId xmlns:a16="http://schemas.microsoft.com/office/drawing/2014/main" id="{24569EC1-19AC-451A-9A4C-3652D8AF249F}"/>
              </a:ext>
            </a:extLst>
          </p:cNvPr>
          <p:cNvSpPr>
            <a:spLocks noGrp="1" noChangeArrowheads="1"/>
          </p:cNvSpPr>
          <p:nvPr>
            <p:ph type="title"/>
          </p:nvPr>
        </p:nvSpPr>
        <p:spPr>
          <a:xfrm>
            <a:off x="457200" y="122238"/>
            <a:ext cx="7543800" cy="1249362"/>
          </a:xfrm>
        </p:spPr>
        <p:txBody>
          <a:bodyPr/>
          <a:lstStyle/>
          <a:p>
            <a:pPr eaLnBrk="1" hangingPunct="1"/>
            <a:r>
              <a:rPr lang="en-US" altLang="zh-CN" sz="3500">
                <a:ea typeface="宋体" panose="02010600030101010101" pitchFamily="2" charset="-122"/>
              </a:rPr>
              <a:t>Iterative Model</a:t>
            </a:r>
            <a:br>
              <a:rPr lang="en-US" altLang="zh-CN" sz="3500">
                <a:ea typeface="宋体" panose="02010600030101010101" pitchFamily="2" charset="-122"/>
              </a:rPr>
            </a:br>
            <a:r>
              <a:rPr lang="en-US" altLang="zh-CN" sz="2800">
                <a:ea typeface="宋体" panose="02010600030101010101" pitchFamily="2" charset="-122"/>
              </a:rPr>
              <a:t>Popular Way to Represent Adaptive SDLC</a:t>
            </a:r>
          </a:p>
        </p:txBody>
      </p:sp>
      <p:sp>
        <p:nvSpPr>
          <p:cNvPr id="15364" name="Rectangle 3">
            <a:extLst>
              <a:ext uri="{FF2B5EF4-FFF2-40B4-BE49-F238E27FC236}">
                <a16:creationId xmlns:a16="http://schemas.microsoft.com/office/drawing/2014/main" id="{8701CB36-FD26-4100-8E3E-22C1ACAD56CA}"/>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5365" name="Rectangle 4">
            <a:extLst>
              <a:ext uri="{FF2B5EF4-FFF2-40B4-BE49-F238E27FC236}">
                <a16:creationId xmlns:a16="http://schemas.microsoft.com/office/drawing/2014/main" id="{3C4E810A-0A83-405F-AD24-5182E26722FE}"/>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5366" name="Rectangle 5">
            <a:extLst>
              <a:ext uri="{FF2B5EF4-FFF2-40B4-BE49-F238E27FC236}">
                <a16:creationId xmlns:a16="http://schemas.microsoft.com/office/drawing/2014/main" id="{B32B14B5-DB9C-4FEF-8C36-1C838A7A3858}"/>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pic>
        <p:nvPicPr>
          <p:cNvPr id="15367" name="Picture 7">
            <a:extLst>
              <a:ext uri="{FF2B5EF4-FFF2-40B4-BE49-F238E27FC236}">
                <a16:creationId xmlns:a16="http://schemas.microsoft.com/office/drawing/2014/main" id="{DC504392-2427-41C3-8C37-01D2CBCA9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371600"/>
            <a:ext cx="465931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Footer Placeholder 4">
            <a:extLst>
              <a:ext uri="{FF2B5EF4-FFF2-40B4-BE49-F238E27FC236}">
                <a16:creationId xmlns:a16="http://schemas.microsoft.com/office/drawing/2014/main" id="{00DA006E-3446-4F37-9467-09C6DCDF47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5369" name="Rectangle 9">
            <a:extLst>
              <a:ext uri="{FF2B5EF4-FFF2-40B4-BE49-F238E27FC236}">
                <a16:creationId xmlns:a16="http://schemas.microsoft.com/office/drawing/2014/main" id="{CBB7D2B5-5478-4549-B72F-CCC587CBDFB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BD90E62E-6B54-4BBC-A1A6-B2438F8B8F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FACE8EEF-44C5-4F28-B2E5-4978130FD0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E642ACE-6053-4264-A08D-76C3BFD7B4DF}" type="slidenum">
              <a:rPr lang="en-US" altLang="en-US"/>
              <a:pPr eaLnBrk="1" hangingPunct="1"/>
              <a:t>15</a:t>
            </a:fld>
            <a:endParaRPr lang="en-US" altLang="en-US"/>
          </a:p>
        </p:txBody>
      </p:sp>
      <p:sp>
        <p:nvSpPr>
          <p:cNvPr id="5124" name="Rectangle 2">
            <a:extLst>
              <a:ext uri="{FF2B5EF4-FFF2-40B4-BE49-F238E27FC236}">
                <a16:creationId xmlns:a16="http://schemas.microsoft.com/office/drawing/2014/main" id="{E79D3D23-E96D-4F2B-A86F-6C09E33CC802}"/>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8 Outline</a:t>
            </a:r>
          </a:p>
        </p:txBody>
      </p:sp>
      <p:sp>
        <p:nvSpPr>
          <p:cNvPr id="5125" name="Rectangle 3">
            <a:extLst>
              <a:ext uri="{FF2B5EF4-FFF2-40B4-BE49-F238E27FC236}">
                <a16:creationId xmlns:a16="http://schemas.microsoft.com/office/drawing/2014/main" id="{05ED87BC-37E8-49AE-9A47-DEE2CA6CC135}"/>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6" name="Rectangle 4">
            <a:extLst>
              <a:ext uri="{FF2B5EF4-FFF2-40B4-BE49-F238E27FC236}">
                <a16:creationId xmlns:a16="http://schemas.microsoft.com/office/drawing/2014/main" id="{A531B46E-B243-41DE-BB99-7306A0349275}"/>
              </a:ext>
            </a:extLst>
          </p:cNvPr>
          <p:cNvSpPr>
            <a:spLocks noChangeArrowheads="1"/>
          </p:cNvSpPr>
          <p:nvPr/>
        </p:nvSpPr>
        <p:spPr bwMode="auto">
          <a:xfrm>
            <a:off x="304800" y="1524000"/>
            <a:ext cx="8839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200" dirty="0"/>
              <a:t>The Systems Development Life Cycle (SDLC)</a:t>
            </a:r>
          </a:p>
          <a:p>
            <a:pPr eaLnBrk="1" hangingPunct="1">
              <a:spcBef>
                <a:spcPct val="20000"/>
              </a:spcBef>
              <a:buClr>
                <a:schemeClr val="tx2"/>
              </a:buClr>
              <a:buSzPct val="70000"/>
              <a:buFont typeface="Wingdings" panose="05000000000000000000" pitchFamily="2" charset="2"/>
              <a:buChar char="l"/>
            </a:pPr>
            <a:r>
              <a:rPr lang="en-GB" altLang="zh-CN" sz="3200" dirty="0">
                <a:solidFill>
                  <a:srgbClr val="C00000"/>
                </a:solidFill>
              </a:rPr>
              <a:t>The Support Phase of the SDLC</a:t>
            </a:r>
            <a:r>
              <a:rPr lang="zh-CN" altLang="en-US" sz="3200" dirty="0">
                <a:solidFill>
                  <a:srgbClr val="C00000"/>
                </a:solidFill>
              </a:rPr>
              <a:t>（支持阶段）</a:t>
            </a:r>
            <a:endParaRPr lang="en-GB" altLang="zh-CN" sz="32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zh-CN" altLang="en-US" sz="3200" dirty="0">
                <a:latin typeface="黑体" panose="02010609060101010101" pitchFamily="49" charset="-122"/>
                <a:ea typeface="黑体" panose="02010609060101010101" pitchFamily="49" charset="-122"/>
              </a:rPr>
              <a:t>详细设计阶段的目的与任务</a:t>
            </a:r>
            <a:endParaRPr lang="en-US" altLang="zh-CN" sz="3200" dirty="0">
              <a:latin typeface="黑体" panose="02010609060101010101" pitchFamily="49" charset="-122"/>
              <a:ea typeface="黑体" panose="02010609060101010101" pitchFamily="49" charset="-122"/>
            </a:endParaRPr>
          </a:p>
          <a:p>
            <a:pPr eaLnBrk="1" hangingPunct="1">
              <a:spcBef>
                <a:spcPct val="20000"/>
              </a:spcBef>
              <a:buClr>
                <a:schemeClr val="tx2"/>
              </a:buClr>
              <a:buSzPct val="70000"/>
              <a:buFont typeface="Wingdings" panose="05000000000000000000" pitchFamily="2" charset="2"/>
              <a:buChar char="l"/>
            </a:pPr>
            <a:r>
              <a:rPr lang="en-GB" altLang="zh-CN" sz="3200" dirty="0"/>
              <a:t>Two Approaches to Software Construction and </a:t>
            </a:r>
            <a:r>
              <a:rPr lang="en-GB" altLang="zh-CN" sz="3200" dirty="0" err="1"/>
              <a:t>Modeling</a:t>
            </a:r>
            <a:endParaRPr lang="en-GB" altLang="zh-CN" sz="3200" dirty="0"/>
          </a:p>
          <a:p>
            <a:pPr eaLnBrk="1" hangingPunct="1">
              <a:spcBef>
                <a:spcPct val="20000"/>
              </a:spcBef>
              <a:buClr>
                <a:schemeClr val="tx2"/>
              </a:buClr>
              <a:buSzPct val="70000"/>
              <a:buFont typeface="Wingdings" panose="05000000000000000000" pitchFamily="2" charset="2"/>
              <a:buChar char="l"/>
            </a:pPr>
            <a:r>
              <a:rPr lang="en-GB" altLang="zh-CN" sz="3200" dirty="0"/>
              <a:t>Agile Development</a:t>
            </a:r>
          </a:p>
        </p:txBody>
      </p:sp>
      <p:sp>
        <p:nvSpPr>
          <p:cNvPr id="5127" name="Rectangle 6">
            <a:extLst>
              <a:ext uri="{FF2B5EF4-FFF2-40B4-BE49-F238E27FC236}">
                <a16:creationId xmlns:a16="http://schemas.microsoft.com/office/drawing/2014/main" id="{49C1D59E-442E-4A55-BDA7-E637E5A34E4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635794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AE65FB5A-8CA5-4CAB-8300-6ECB431E49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961061A-6C66-4B78-9257-9555B787541A}" type="slidenum">
              <a:rPr lang="en-US" altLang="en-US"/>
              <a:pPr eaLnBrk="1" hangingPunct="1"/>
              <a:t>16</a:t>
            </a:fld>
            <a:endParaRPr lang="en-US" altLang="en-US"/>
          </a:p>
        </p:txBody>
      </p:sp>
      <p:sp>
        <p:nvSpPr>
          <p:cNvPr id="18435" name="Rectangle 2">
            <a:extLst>
              <a:ext uri="{FF2B5EF4-FFF2-40B4-BE49-F238E27FC236}">
                <a16:creationId xmlns:a16="http://schemas.microsoft.com/office/drawing/2014/main" id="{B2BC37B6-5A61-4B2E-B728-A95BD96639D9}"/>
              </a:ext>
            </a:extLst>
          </p:cNvPr>
          <p:cNvSpPr>
            <a:spLocks noGrp="1" noChangeArrowheads="1"/>
          </p:cNvSpPr>
          <p:nvPr>
            <p:ph type="title"/>
          </p:nvPr>
        </p:nvSpPr>
        <p:spPr>
          <a:xfrm>
            <a:off x="304800" y="122238"/>
            <a:ext cx="7924800" cy="944562"/>
          </a:xfrm>
        </p:spPr>
        <p:txBody>
          <a:bodyPr/>
          <a:lstStyle/>
          <a:p>
            <a:pPr eaLnBrk="1" hangingPunct="1"/>
            <a:r>
              <a:rPr lang="en-US" altLang="zh-CN">
                <a:ea typeface="宋体" panose="02010600030101010101" pitchFamily="2" charset="-122"/>
              </a:rPr>
              <a:t>The SDLC Support Phase</a:t>
            </a:r>
            <a:endParaRPr lang="en-US" altLang="zh-CN" sz="3200">
              <a:ea typeface="宋体" panose="02010600030101010101" pitchFamily="2" charset="-122"/>
            </a:endParaRPr>
          </a:p>
        </p:txBody>
      </p:sp>
      <p:sp>
        <p:nvSpPr>
          <p:cNvPr id="18436" name="Rectangle 3">
            <a:extLst>
              <a:ext uri="{FF2B5EF4-FFF2-40B4-BE49-F238E27FC236}">
                <a16:creationId xmlns:a16="http://schemas.microsoft.com/office/drawing/2014/main" id="{25A7A3E6-B9E8-4249-9568-6288CE40C4BE}"/>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dirty="0"/>
          </a:p>
          <a:p>
            <a:pPr marL="571500" indent="-571500" eaLnBrk="1" hangingPunct="1"/>
            <a:endParaRPr lang="en-GB" altLang="zh-CN" sz="3200" dirty="0"/>
          </a:p>
        </p:txBody>
      </p:sp>
      <p:sp>
        <p:nvSpPr>
          <p:cNvPr id="18437" name="Rectangle 4">
            <a:extLst>
              <a:ext uri="{FF2B5EF4-FFF2-40B4-BE49-F238E27FC236}">
                <a16:creationId xmlns:a16="http://schemas.microsoft.com/office/drawing/2014/main" id="{C1CAC403-794F-4FA6-9F85-71B0E6174277}"/>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8438" name="Rectangle 5">
            <a:extLst>
              <a:ext uri="{FF2B5EF4-FFF2-40B4-BE49-F238E27FC236}">
                <a16:creationId xmlns:a16="http://schemas.microsoft.com/office/drawing/2014/main" id="{4C2D08F6-B2BD-4B8C-A332-9C46A52CBEF9}"/>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18439" name="Rectangle 6">
            <a:extLst>
              <a:ext uri="{FF2B5EF4-FFF2-40B4-BE49-F238E27FC236}">
                <a16:creationId xmlns:a16="http://schemas.microsoft.com/office/drawing/2014/main" id="{4DED5B88-79C8-41D3-BBD6-DF0D0D0646F0}"/>
              </a:ext>
            </a:extLst>
          </p:cNvPr>
          <p:cNvSpPr>
            <a:spLocks noChangeArrowheads="1"/>
          </p:cNvSpPr>
          <p:nvPr/>
        </p:nvSpPr>
        <p:spPr bwMode="auto">
          <a:xfrm>
            <a:off x="685800" y="1219200"/>
            <a:ext cx="7772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3200" u="sng" dirty="0"/>
              <a:t>All</a:t>
            </a:r>
            <a:r>
              <a:rPr lang="en-GB" altLang="zh-CN" sz="3200" dirty="0"/>
              <a:t> information systems need to be supported once completed</a:t>
            </a:r>
            <a:r>
              <a:rPr lang="zh-CN" altLang="en-US" sz="3200" dirty="0"/>
              <a:t>（所有信息系统一旦完成都需要得到支持）</a:t>
            </a:r>
            <a:endParaRPr lang="en-GB" altLang="zh-CN" sz="3200"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3200" dirty="0"/>
              <a:t>Predictive SDLCs typically include support as a project phase</a:t>
            </a:r>
            <a:r>
              <a:rPr lang="zh-CN" altLang="en-US" sz="3200" dirty="0"/>
              <a:t>（预测性的系统开发生命周期明确地包括一个支持阶段）</a:t>
            </a:r>
            <a:endParaRPr lang="en-GB" altLang="zh-CN" sz="3200"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3200" dirty="0"/>
              <a:t>Support Activities</a:t>
            </a:r>
            <a:r>
              <a:rPr lang="zh-CN" altLang="en-US" sz="3200" dirty="0"/>
              <a:t>（支持活动）</a:t>
            </a:r>
            <a:endParaRPr lang="en-GB" altLang="zh-CN" sz="32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800" dirty="0"/>
              <a:t>Activities whose objective is to  </a:t>
            </a:r>
            <a:r>
              <a:rPr lang="en-GB" altLang="zh-CN" sz="2800" u="sng" dirty="0"/>
              <a:t>maintain </a:t>
            </a:r>
            <a:r>
              <a:rPr lang="en-GB" altLang="zh-CN" sz="2800" dirty="0"/>
              <a:t>and </a:t>
            </a:r>
            <a:r>
              <a:rPr lang="en-GB" altLang="zh-CN" sz="2800" u="sng" dirty="0"/>
              <a:t>enhance</a:t>
            </a:r>
            <a:r>
              <a:rPr lang="en-GB" altLang="zh-CN" sz="2800" dirty="0"/>
              <a:t> the system after it is installed and in use</a:t>
            </a:r>
            <a:r>
              <a:rPr lang="zh-CN" altLang="en-US" sz="2800" dirty="0"/>
              <a:t>（维护系统、支持用户）</a:t>
            </a:r>
            <a:endParaRPr lang="en-GB" altLang="zh-CN" sz="2800" dirty="0"/>
          </a:p>
        </p:txBody>
      </p:sp>
      <p:sp>
        <p:nvSpPr>
          <p:cNvPr id="18440" name="Footer Placeholder 4">
            <a:extLst>
              <a:ext uri="{FF2B5EF4-FFF2-40B4-BE49-F238E27FC236}">
                <a16:creationId xmlns:a16="http://schemas.microsoft.com/office/drawing/2014/main" id="{1BAA8137-AADB-4FC5-B8E4-A5A43CE9A7A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8441" name="Rectangle 9">
            <a:extLst>
              <a:ext uri="{FF2B5EF4-FFF2-40B4-BE49-F238E27FC236}">
                <a16:creationId xmlns:a16="http://schemas.microsoft.com/office/drawing/2014/main" id="{83AF042E-569A-417D-B33E-B1FC89872FD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4E9E480-0106-46E6-9F4A-0DCC5836C1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443C2D-8D51-411B-B8B5-49F95B1DF215}" type="slidenum">
              <a:rPr lang="en-US" altLang="en-US"/>
              <a:pPr eaLnBrk="1" hangingPunct="1"/>
              <a:t>17</a:t>
            </a:fld>
            <a:endParaRPr lang="en-US" altLang="en-US"/>
          </a:p>
        </p:txBody>
      </p:sp>
      <p:sp>
        <p:nvSpPr>
          <p:cNvPr id="19459" name="Rectangle 2">
            <a:extLst>
              <a:ext uri="{FF2B5EF4-FFF2-40B4-BE49-F238E27FC236}">
                <a16:creationId xmlns:a16="http://schemas.microsoft.com/office/drawing/2014/main" id="{18BCB59F-ADA4-451A-BB66-089B0E616FD7}"/>
              </a:ext>
            </a:extLst>
          </p:cNvPr>
          <p:cNvSpPr>
            <a:spLocks noGrp="1" noChangeArrowheads="1"/>
          </p:cNvSpPr>
          <p:nvPr>
            <p:ph type="title"/>
          </p:nvPr>
        </p:nvSpPr>
        <p:spPr>
          <a:xfrm>
            <a:off x="304800" y="122238"/>
            <a:ext cx="7924800" cy="944562"/>
          </a:xfrm>
        </p:spPr>
        <p:txBody>
          <a:bodyPr/>
          <a:lstStyle/>
          <a:p>
            <a:pPr eaLnBrk="1" hangingPunct="1"/>
            <a:r>
              <a:rPr lang="en-US" altLang="zh-CN">
                <a:ea typeface="宋体" panose="02010600030101010101" pitchFamily="2" charset="-122"/>
              </a:rPr>
              <a:t>Support Activities</a:t>
            </a:r>
            <a:endParaRPr lang="en-US" altLang="zh-CN" sz="3200">
              <a:ea typeface="宋体" panose="02010600030101010101" pitchFamily="2" charset="-122"/>
            </a:endParaRPr>
          </a:p>
        </p:txBody>
      </p:sp>
      <p:sp>
        <p:nvSpPr>
          <p:cNvPr id="19460" name="Rectangle 3">
            <a:extLst>
              <a:ext uri="{FF2B5EF4-FFF2-40B4-BE49-F238E27FC236}">
                <a16:creationId xmlns:a16="http://schemas.microsoft.com/office/drawing/2014/main" id="{1A62B9CE-2835-468C-B67A-0F215709DEA6}"/>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9461" name="Rectangle 4">
            <a:extLst>
              <a:ext uri="{FF2B5EF4-FFF2-40B4-BE49-F238E27FC236}">
                <a16:creationId xmlns:a16="http://schemas.microsoft.com/office/drawing/2014/main" id="{A5C69B4F-5B5C-4C98-A335-DBCB80D00FDC}"/>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9462" name="Rectangle 5">
            <a:extLst>
              <a:ext uri="{FF2B5EF4-FFF2-40B4-BE49-F238E27FC236}">
                <a16:creationId xmlns:a16="http://schemas.microsoft.com/office/drawing/2014/main" id="{7661A087-E335-4B01-B43C-10734641AC4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19463" name="Rectangle 6">
            <a:extLst>
              <a:ext uri="{FF2B5EF4-FFF2-40B4-BE49-F238E27FC236}">
                <a16:creationId xmlns:a16="http://schemas.microsoft.com/office/drawing/2014/main" id="{CC4E9A25-8A96-46B8-AAC5-9997AA13CC4F}"/>
              </a:ext>
            </a:extLst>
          </p:cNvPr>
          <p:cNvSpPr>
            <a:spLocks noChangeArrowheads="1"/>
          </p:cNvSpPr>
          <p:nvPr/>
        </p:nvSpPr>
        <p:spPr bwMode="auto">
          <a:xfrm>
            <a:off x="685800" y="1219200"/>
            <a:ext cx="7772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Maintaining the system</a:t>
            </a:r>
            <a:r>
              <a:rPr lang="zh-CN" altLang="en-US" sz="2800" dirty="0"/>
              <a:t>（维护）</a:t>
            </a:r>
            <a:endParaRPr lang="en-GB" altLang="zh-CN" sz="28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Fix problems/error</a:t>
            </a:r>
            <a:r>
              <a:rPr lang="zh-CN" altLang="en-US" sz="2400" dirty="0"/>
              <a:t>（修复错误）</a:t>
            </a:r>
            <a:endParaRPr lang="en-GB" altLang="zh-CN" sz="24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Make minor adjustments</a:t>
            </a:r>
            <a:r>
              <a:rPr lang="zh-CN" altLang="en-US" sz="2400" dirty="0"/>
              <a:t>（小的调整）</a:t>
            </a:r>
            <a:endParaRPr lang="en-GB" altLang="zh-CN" sz="24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Update for changes in operating systems or environments</a:t>
            </a:r>
            <a:r>
              <a:rPr lang="zh-CN" altLang="en-US" sz="2400" dirty="0"/>
              <a:t>（针对系统更改进行更新）</a:t>
            </a:r>
            <a:endParaRPr lang="en-GB" altLang="zh-CN" sz="2400"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Enhancing the system</a:t>
            </a:r>
            <a:r>
              <a:rPr lang="zh-CN" altLang="en-US" sz="2800" dirty="0"/>
              <a:t>（增强）</a:t>
            </a:r>
            <a:endParaRPr lang="en-GB" altLang="zh-CN" sz="28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Add desired functionality</a:t>
            </a:r>
            <a:r>
              <a:rPr lang="zh-CN" altLang="en-US" sz="2400" dirty="0"/>
              <a:t>（添加所需功能）</a:t>
            </a:r>
            <a:endParaRPr lang="en-GB" altLang="zh-CN" sz="24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Add or change functionality to comply with regulations or legislation</a:t>
            </a:r>
            <a:r>
              <a:rPr lang="en-GB" altLang="zh-CN" sz="2800" dirty="0"/>
              <a:t> </a:t>
            </a:r>
            <a:r>
              <a:rPr lang="zh-CN" altLang="en-US" sz="2800" dirty="0"/>
              <a:t>（添加更改功能）</a:t>
            </a:r>
            <a:endParaRPr lang="en-GB" altLang="zh-CN" sz="2800"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Supporting the users</a:t>
            </a:r>
            <a:r>
              <a:rPr lang="zh-CN" altLang="en-US" sz="2800" dirty="0"/>
              <a:t>（支持用户）</a:t>
            </a:r>
            <a:endParaRPr lang="en-GB" altLang="zh-CN" sz="28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Ongoing user training</a:t>
            </a:r>
            <a:r>
              <a:rPr lang="zh-CN" altLang="en-US" sz="2400" dirty="0"/>
              <a:t>（用户培训）</a:t>
            </a:r>
            <a:endParaRPr lang="en-GB" altLang="zh-CN" sz="24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Help desk</a:t>
            </a:r>
            <a:r>
              <a:rPr lang="zh-CN" altLang="en-US" sz="2400" dirty="0"/>
              <a:t>（帮助台）</a:t>
            </a:r>
            <a:endParaRPr lang="en-GB" altLang="zh-CN" sz="2400" dirty="0"/>
          </a:p>
          <a:p>
            <a:pPr eaLnBrk="1" hangingPunct="1">
              <a:lnSpc>
                <a:spcPct val="90000"/>
              </a:lnSpc>
              <a:spcBef>
                <a:spcPct val="20000"/>
              </a:spcBef>
              <a:buClr>
                <a:schemeClr val="tx2"/>
              </a:buClr>
              <a:buSzPct val="70000"/>
              <a:buFont typeface="Wingdings" panose="05000000000000000000" pitchFamily="2" charset="2"/>
              <a:buChar char="l"/>
            </a:pPr>
            <a:endParaRPr lang="en-GB" altLang="zh-CN" sz="3200" dirty="0"/>
          </a:p>
        </p:txBody>
      </p:sp>
      <p:sp>
        <p:nvSpPr>
          <p:cNvPr id="19464" name="Footer Placeholder 4">
            <a:extLst>
              <a:ext uri="{FF2B5EF4-FFF2-40B4-BE49-F238E27FC236}">
                <a16:creationId xmlns:a16="http://schemas.microsoft.com/office/drawing/2014/main" id="{B00966EB-5713-475E-BC84-4627BECDE2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9465" name="Rectangle 9">
            <a:extLst>
              <a:ext uri="{FF2B5EF4-FFF2-40B4-BE49-F238E27FC236}">
                <a16:creationId xmlns:a16="http://schemas.microsoft.com/office/drawing/2014/main" id="{30390E86-001D-4C96-BDC4-08ED4DB612A0}"/>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BD90E62E-6B54-4BBC-A1A6-B2438F8B8F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FACE8EEF-44C5-4F28-B2E5-4978130FD0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E642ACE-6053-4264-A08D-76C3BFD7B4DF}" type="slidenum">
              <a:rPr lang="en-US" altLang="en-US"/>
              <a:pPr eaLnBrk="1" hangingPunct="1"/>
              <a:t>18</a:t>
            </a:fld>
            <a:endParaRPr lang="en-US" altLang="en-US"/>
          </a:p>
        </p:txBody>
      </p:sp>
      <p:sp>
        <p:nvSpPr>
          <p:cNvPr id="5124" name="Rectangle 2">
            <a:extLst>
              <a:ext uri="{FF2B5EF4-FFF2-40B4-BE49-F238E27FC236}">
                <a16:creationId xmlns:a16="http://schemas.microsoft.com/office/drawing/2014/main" id="{E79D3D23-E96D-4F2B-A86F-6C09E33CC802}"/>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8 Outline</a:t>
            </a:r>
          </a:p>
        </p:txBody>
      </p:sp>
      <p:sp>
        <p:nvSpPr>
          <p:cNvPr id="5125" name="Rectangle 3">
            <a:extLst>
              <a:ext uri="{FF2B5EF4-FFF2-40B4-BE49-F238E27FC236}">
                <a16:creationId xmlns:a16="http://schemas.microsoft.com/office/drawing/2014/main" id="{05ED87BC-37E8-49AE-9A47-DEE2CA6CC135}"/>
              </a:ext>
            </a:extLst>
          </p:cNvPr>
          <p:cNvSpPr>
            <a:spLocks noGrp="1" noChangeArrowheads="1"/>
          </p:cNvSpPr>
          <p:nvPr>
            <p:ph type="body" idx="1"/>
          </p:nvPr>
        </p:nvSpPr>
        <p:spPr>
          <a:xfrm>
            <a:off x="457200" y="1752600"/>
            <a:ext cx="8229600" cy="4411663"/>
          </a:xfrm>
        </p:spPr>
        <p:txBody>
          <a:bodyPr/>
          <a:lstStyle/>
          <a:p>
            <a:pPr eaLnBrk="1" hangingPunct="1"/>
            <a:endParaRPr lang="en-US" altLang="zh-CN" sz="3200">
              <a:ea typeface="宋体" panose="02010600030101010101" pitchFamily="2" charset="-122"/>
            </a:endParaRPr>
          </a:p>
          <a:p>
            <a:pPr eaLnBrk="1" hangingPunct="1"/>
            <a:endParaRPr lang="en-US" altLang="zh-CN" sz="3200">
              <a:ea typeface="宋体" panose="02010600030101010101" pitchFamily="2" charset="-122"/>
            </a:endParaRPr>
          </a:p>
        </p:txBody>
      </p:sp>
      <p:sp>
        <p:nvSpPr>
          <p:cNvPr id="5126" name="Rectangle 4">
            <a:extLst>
              <a:ext uri="{FF2B5EF4-FFF2-40B4-BE49-F238E27FC236}">
                <a16:creationId xmlns:a16="http://schemas.microsoft.com/office/drawing/2014/main" id="{A531B46E-B243-41DE-BB99-7306A0349275}"/>
              </a:ext>
            </a:extLst>
          </p:cNvPr>
          <p:cNvSpPr>
            <a:spLocks noChangeArrowheads="1"/>
          </p:cNvSpPr>
          <p:nvPr/>
        </p:nvSpPr>
        <p:spPr bwMode="auto">
          <a:xfrm>
            <a:off x="304800" y="1524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200" dirty="0"/>
              <a:t>The Systems Development Life Cycle (SDLC)</a:t>
            </a:r>
          </a:p>
          <a:p>
            <a:pPr eaLnBrk="1" hangingPunct="1">
              <a:spcBef>
                <a:spcPct val="20000"/>
              </a:spcBef>
              <a:buClr>
                <a:schemeClr val="tx2"/>
              </a:buClr>
              <a:buSzPct val="70000"/>
              <a:buFont typeface="Wingdings" panose="05000000000000000000" pitchFamily="2" charset="2"/>
              <a:buChar char="l"/>
            </a:pPr>
            <a:r>
              <a:rPr lang="en-GB" altLang="zh-CN" sz="3200" dirty="0"/>
              <a:t>The Support Phase of the SDLC</a:t>
            </a:r>
          </a:p>
          <a:p>
            <a:pPr eaLnBrk="1" hangingPunct="1">
              <a:spcBef>
                <a:spcPct val="20000"/>
              </a:spcBef>
              <a:buClr>
                <a:schemeClr val="tx2"/>
              </a:buClr>
              <a:buSzPct val="70000"/>
              <a:buFont typeface="Wingdings" panose="05000000000000000000" pitchFamily="2" charset="2"/>
              <a:buChar char="l"/>
            </a:pPr>
            <a:r>
              <a:rPr lang="zh-CN" altLang="en-US" sz="3200" dirty="0">
                <a:solidFill>
                  <a:srgbClr val="C00000"/>
                </a:solidFill>
                <a:latin typeface="黑体" panose="02010609060101010101" pitchFamily="49" charset="-122"/>
                <a:ea typeface="黑体" panose="02010609060101010101" pitchFamily="49" charset="-122"/>
              </a:rPr>
              <a:t>详细设计阶段的目的与任务</a:t>
            </a:r>
            <a:endParaRPr lang="en-US" altLang="zh-CN" sz="3200" dirty="0">
              <a:solidFill>
                <a:srgbClr val="C00000"/>
              </a:solidFill>
              <a:latin typeface="黑体" panose="02010609060101010101" pitchFamily="49" charset="-122"/>
              <a:ea typeface="黑体" panose="02010609060101010101" pitchFamily="49" charset="-122"/>
            </a:endParaRPr>
          </a:p>
          <a:p>
            <a:pPr eaLnBrk="1" hangingPunct="1">
              <a:spcBef>
                <a:spcPct val="20000"/>
              </a:spcBef>
              <a:buClr>
                <a:schemeClr val="tx2"/>
              </a:buClr>
              <a:buSzPct val="70000"/>
              <a:buFont typeface="Wingdings" panose="05000000000000000000" pitchFamily="2" charset="2"/>
              <a:buChar char="l"/>
            </a:pPr>
            <a:r>
              <a:rPr lang="en-GB" altLang="zh-CN" sz="3200" dirty="0"/>
              <a:t>Two Approaches to Software Construction and </a:t>
            </a:r>
            <a:r>
              <a:rPr lang="en-GB" altLang="zh-CN" sz="3200" dirty="0" err="1"/>
              <a:t>Modeling</a:t>
            </a:r>
            <a:endParaRPr lang="en-GB" altLang="zh-CN" sz="3200" dirty="0"/>
          </a:p>
          <a:p>
            <a:pPr eaLnBrk="1" hangingPunct="1">
              <a:spcBef>
                <a:spcPct val="20000"/>
              </a:spcBef>
              <a:buClr>
                <a:schemeClr val="tx2"/>
              </a:buClr>
              <a:buSzPct val="70000"/>
              <a:buFont typeface="Wingdings" panose="05000000000000000000" pitchFamily="2" charset="2"/>
              <a:buChar char="l"/>
            </a:pPr>
            <a:r>
              <a:rPr lang="en-GB" altLang="zh-CN" sz="3200" dirty="0"/>
              <a:t>Agile Development</a:t>
            </a:r>
          </a:p>
        </p:txBody>
      </p:sp>
      <p:sp>
        <p:nvSpPr>
          <p:cNvPr id="5127" name="Rectangle 6">
            <a:extLst>
              <a:ext uri="{FF2B5EF4-FFF2-40B4-BE49-F238E27FC236}">
                <a16:creationId xmlns:a16="http://schemas.microsoft.com/office/drawing/2014/main" id="{49C1D59E-442E-4A55-BDA7-E637E5A34E4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789355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74E9E480-0106-46E6-9F4A-0DCC5836C1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2443C2D-8D51-411B-B8B5-49F95B1DF215}" type="slidenum">
              <a:rPr lang="en-US" altLang="en-US"/>
              <a:pPr eaLnBrk="1" hangingPunct="1"/>
              <a:t>19</a:t>
            </a:fld>
            <a:endParaRPr lang="en-US" altLang="en-US"/>
          </a:p>
        </p:txBody>
      </p:sp>
      <p:sp>
        <p:nvSpPr>
          <p:cNvPr id="19459" name="Rectangle 2">
            <a:extLst>
              <a:ext uri="{FF2B5EF4-FFF2-40B4-BE49-F238E27FC236}">
                <a16:creationId xmlns:a16="http://schemas.microsoft.com/office/drawing/2014/main" id="{18BCB59F-ADA4-451A-BB66-089B0E616FD7}"/>
              </a:ext>
            </a:extLst>
          </p:cNvPr>
          <p:cNvSpPr>
            <a:spLocks noGrp="1" noChangeArrowheads="1"/>
          </p:cNvSpPr>
          <p:nvPr>
            <p:ph type="title"/>
          </p:nvPr>
        </p:nvSpPr>
        <p:spPr>
          <a:xfrm>
            <a:off x="304800" y="122238"/>
            <a:ext cx="7924800" cy="944562"/>
          </a:xfrm>
        </p:spPr>
        <p:txBody>
          <a:bodyPr/>
          <a:lstStyle/>
          <a:p>
            <a:pPr eaLnBrk="1" hangingPunct="1"/>
            <a:r>
              <a:rPr lang="zh-CN" altLang="en-US" dirty="0">
                <a:ea typeface="宋体" panose="02010600030101010101" pitchFamily="2" charset="-122"/>
              </a:rPr>
              <a:t>详细设计阶段的目的与任务</a:t>
            </a:r>
            <a:endParaRPr lang="en-US" altLang="zh-CN" sz="3200" dirty="0">
              <a:ea typeface="宋体" panose="02010600030101010101" pitchFamily="2" charset="-122"/>
            </a:endParaRPr>
          </a:p>
        </p:txBody>
      </p:sp>
      <p:sp>
        <p:nvSpPr>
          <p:cNvPr id="19460" name="Rectangle 3">
            <a:extLst>
              <a:ext uri="{FF2B5EF4-FFF2-40B4-BE49-F238E27FC236}">
                <a16:creationId xmlns:a16="http://schemas.microsoft.com/office/drawing/2014/main" id="{1A62B9CE-2835-468C-B67A-0F215709DEA6}"/>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19461" name="Rectangle 4">
            <a:extLst>
              <a:ext uri="{FF2B5EF4-FFF2-40B4-BE49-F238E27FC236}">
                <a16:creationId xmlns:a16="http://schemas.microsoft.com/office/drawing/2014/main" id="{A5C69B4F-5B5C-4C98-A335-DBCB80D00FDC}"/>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19462" name="Rectangle 5">
            <a:extLst>
              <a:ext uri="{FF2B5EF4-FFF2-40B4-BE49-F238E27FC236}">
                <a16:creationId xmlns:a16="http://schemas.microsoft.com/office/drawing/2014/main" id="{7661A087-E335-4B01-B43C-10734641AC4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19463" name="Rectangle 6">
            <a:extLst>
              <a:ext uri="{FF2B5EF4-FFF2-40B4-BE49-F238E27FC236}">
                <a16:creationId xmlns:a16="http://schemas.microsoft.com/office/drawing/2014/main" id="{CC4E9A25-8A96-46B8-AAC5-9997AA13CC4F}"/>
              </a:ext>
            </a:extLst>
          </p:cNvPr>
          <p:cNvSpPr>
            <a:spLocks noChangeArrowheads="1"/>
          </p:cNvSpPr>
          <p:nvPr/>
        </p:nvSpPr>
        <p:spPr bwMode="auto">
          <a:xfrm>
            <a:off x="685800" y="1219200"/>
            <a:ext cx="7772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defRPr/>
            </a:pPr>
            <a:r>
              <a:rPr lang="zh-CN" altLang="en-US" sz="2800" dirty="0"/>
              <a:t>详细设计的目的: 为每一个模块确定采用的算法和模块内数据结构，用某种选定的表达工具给出清晰的描述。</a:t>
            </a:r>
            <a:endParaRPr lang="en-US" altLang="zh-CN" sz="2800" dirty="0"/>
          </a:p>
          <a:p>
            <a:pPr eaLnBrk="1" hangingPunct="1">
              <a:lnSpc>
                <a:spcPct val="90000"/>
              </a:lnSpc>
              <a:spcBef>
                <a:spcPct val="20000"/>
              </a:spcBef>
              <a:buClr>
                <a:schemeClr val="tx2"/>
              </a:buClr>
              <a:buSzPct val="70000"/>
              <a:buFont typeface="Wingdings" panose="05000000000000000000" pitchFamily="2" charset="2"/>
              <a:buChar char="l"/>
              <a:defRPr/>
            </a:pPr>
            <a:r>
              <a:rPr lang="zh-CN" altLang="en-US" sz="2800" dirty="0"/>
              <a:t>详细设计阶段的主要任务: 编写软件的 “详细设计说明书” </a:t>
            </a:r>
            <a:endParaRPr lang="en-US" altLang="zh-CN" sz="2800" dirty="0"/>
          </a:p>
          <a:p>
            <a:pPr eaLnBrk="1" hangingPunct="1">
              <a:lnSpc>
                <a:spcPct val="90000"/>
              </a:lnSpc>
              <a:spcBef>
                <a:spcPct val="20000"/>
              </a:spcBef>
              <a:buClr>
                <a:schemeClr val="tx2"/>
              </a:buClr>
              <a:buSzPct val="70000"/>
              <a:buFont typeface="Wingdings" panose="05000000000000000000" pitchFamily="2" charset="2"/>
              <a:buChar char="l"/>
            </a:pPr>
            <a:endParaRPr lang="en-GB" altLang="zh-CN" sz="3200" dirty="0"/>
          </a:p>
        </p:txBody>
      </p:sp>
      <p:sp>
        <p:nvSpPr>
          <p:cNvPr id="19464" name="Footer Placeholder 4">
            <a:extLst>
              <a:ext uri="{FF2B5EF4-FFF2-40B4-BE49-F238E27FC236}">
                <a16:creationId xmlns:a16="http://schemas.microsoft.com/office/drawing/2014/main" id="{B00966EB-5713-475E-BC84-4627BECDE2A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19465" name="Rectangle 9">
            <a:extLst>
              <a:ext uri="{FF2B5EF4-FFF2-40B4-BE49-F238E27FC236}">
                <a16:creationId xmlns:a16="http://schemas.microsoft.com/office/drawing/2014/main" id="{30390E86-001D-4C96-BDC4-08ED4DB612A0}"/>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3906896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644F4CC4-F7F7-4680-B5C6-57DA9C6250E2}"/>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D0C1EA87-DB89-48E2-B6BE-A89E4CC79F60}"/>
              </a:ext>
            </a:extLst>
          </p:cNvPr>
          <p:cNvSpPr>
            <a:spLocks noGrp="1"/>
          </p:cNvSpPr>
          <p:nvPr>
            <p:ph type="sldNum" sz="quarter" idx="12"/>
          </p:nvPr>
        </p:nvSpPr>
        <p:spPr/>
        <p:txBody>
          <a:bodyPr/>
          <a:lstStyle/>
          <a:p>
            <a:fld id="{BA3BC865-3899-417B-859C-FB705549A12A}" type="slidenum">
              <a:rPr lang="en-US" altLang="en-US" smtClean="0"/>
              <a:pPr/>
              <a:t>20</a:t>
            </a:fld>
            <a:endParaRPr lang="en-US" altLang="en-US"/>
          </a:p>
        </p:txBody>
      </p:sp>
      <p:sp>
        <p:nvSpPr>
          <p:cNvPr id="6" name="AutoShape 4">
            <a:extLst>
              <a:ext uri="{FF2B5EF4-FFF2-40B4-BE49-F238E27FC236}">
                <a16:creationId xmlns:a16="http://schemas.microsoft.com/office/drawing/2014/main" id="{7EB14606-1478-4392-A6D8-44BF816EFE3E}"/>
              </a:ext>
            </a:extLst>
          </p:cNvPr>
          <p:cNvSpPr>
            <a:spLocks/>
          </p:cNvSpPr>
          <p:nvPr/>
        </p:nvSpPr>
        <p:spPr bwMode="auto">
          <a:xfrm>
            <a:off x="2133600" y="4038600"/>
            <a:ext cx="1295400" cy="1219200"/>
          </a:xfrm>
          <a:prstGeom prst="borderCallout1">
            <a:avLst>
              <a:gd name="adj1" fmla="val 90625"/>
              <a:gd name="adj2" fmla="val 105884"/>
              <a:gd name="adj3" fmla="val -187500"/>
              <a:gd name="adj4" fmla="val 105884"/>
            </a:avLst>
          </a:prstGeom>
          <a:noFill/>
          <a:ln w="9525">
            <a:solidFill>
              <a:srgbClr val="F761DA"/>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solidFill>
                  <a:srgbClr val="F761DA"/>
                </a:solidFill>
                <a:latin typeface="黑体" panose="02010609060101010101" pitchFamily="49" charset="-122"/>
                <a:ea typeface="黑体" panose="02010609060101010101" pitchFamily="49" charset="-122"/>
              </a:rPr>
              <a:t>详细设计阶段的主要任务</a:t>
            </a:r>
          </a:p>
        </p:txBody>
      </p:sp>
      <p:grpSp>
        <p:nvGrpSpPr>
          <p:cNvPr id="7" name="Group 18">
            <a:extLst>
              <a:ext uri="{FF2B5EF4-FFF2-40B4-BE49-F238E27FC236}">
                <a16:creationId xmlns:a16="http://schemas.microsoft.com/office/drawing/2014/main" id="{E2B5A418-B990-4E31-A488-7ED02434DECE}"/>
              </a:ext>
            </a:extLst>
          </p:cNvPr>
          <p:cNvGrpSpPr>
            <a:grpSpLocks/>
          </p:cNvGrpSpPr>
          <p:nvPr/>
        </p:nvGrpSpPr>
        <p:grpSpPr bwMode="auto">
          <a:xfrm>
            <a:off x="3505200" y="1828800"/>
            <a:ext cx="2590800" cy="609600"/>
            <a:chOff x="2832" y="1488"/>
            <a:chExt cx="1632" cy="384"/>
          </a:xfrm>
        </p:grpSpPr>
        <p:sp>
          <p:nvSpPr>
            <p:cNvPr id="8" name="Rectangle 7">
              <a:hlinkClick r:id="" action="ppaction://noaction"/>
              <a:extLst>
                <a:ext uri="{FF2B5EF4-FFF2-40B4-BE49-F238E27FC236}">
                  <a16:creationId xmlns:a16="http://schemas.microsoft.com/office/drawing/2014/main" id="{86C58681-E8A2-4947-BF14-F2540DED323D}"/>
                </a:ext>
              </a:extLst>
            </p:cNvPr>
            <p:cNvSpPr>
              <a:spLocks noChangeArrowheads="1"/>
            </p:cNvSpPr>
            <p:nvPr/>
          </p:nvSpPr>
          <p:spPr bwMode="auto">
            <a:xfrm>
              <a:off x="3024" y="1488"/>
              <a:ext cx="1440" cy="384"/>
            </a:xfrm>
            <a:prstGeom prst="rect">
              <a:avLst/>
            </a:prstGeom>
            <a:noFill/>
            <a:ln w="38100" cmpd="dbl">
              <a:solidFill>
                <a:srgbClr val="F761DA"/>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eaLnBrk="1" hangingPunct="1">
                <a:lnSpc>
                  <a:spcPct val="80000"/>
                </a:lnSpc>
                <a:spcBef>
                  <a:spcPct val="30000"/>
                </a:spcBef>
              </a:pPr>
              <a:r>
                <a:rPr kumimoji="1" lang="zh-CN" altLang="en-US" sz="1800">
                  <a:solidFill>
                    <a:srgbClr val="F761DA"/>
                  </a:solidFill>
                  <a:latin typeface="黑体" panose="02010609060101010101" pitchFamily="49" charset="-122"/>
                  <a:ea typeface="黑体" panose="02010609060101010101" pitchFamily="49" charset="-122"/>
                </a:rPr>
                <a:t>为每一模块确定算法</a:t>
              </a:r>
            </a:p>
          </p:txBody>
        </p:sp>
        <p:sp>
          <p:nvSpPr>
            <p:cNvPr id="9" name="Line 8">
              <a:extLst>
                <a:ext uri="{FF2B5EF4-FFF2-40B4-BE49-F238E27FC236}">
                  <a16:creationId xmlns:a16="http://schemas.microsoft.com/office/drawing/2014/main" id="{3CF2B47B-5745-4282-9B59-57BFB2D8E015}"/>
                </a:ext>
              </a:extLst>
            </p:cNvPr>
            <p:cNvSpPr>
              <a:spLocks noChangeShapeType="1"/>
            </p:cNvSpPr>
            <p:nvPr/>
          </p:nvSpPr>
          <p:spPr bwMode="auto">
            <a:xfrm>
              <a:off x="2832" y="1680"/>
              <a:ext cx="192" cy="0"/>
            </a:xfrm>
            <a:prstGeom prst="line">
              <a:avLst/>
            </a:prstGeom>
            <a:noFill/>
            <a:ln w="38100" cmpd="dbl">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19">
            <a:extLst>
              <a:ext uri="{FF2B5EF4-FFF2-40B4-BE49-F238E27FC236}">
                <a16:creationId xmlns:a16="http://schemas.microsoft.com/office/drawing/2014/main" id="{BA665D31-1323-444E-AB1F-53D65A0A92AA}"/>
              </a:ext>
            </a:extLst>
          </p:cNvPr>
          <p:cNvGrpSpPr>
            <a:grpSpLocks/>
          </p:cNvGrpSpPr>
          <p:nvPr/>
        </p:nvGrpSpPr>
        <p:grpSpPr bwMode="auto">
          <a:xfrm>
            <a:off x="3505200" y="2590800"/>
            <a:ext cx="3581400" cy="609600"/>
            <a:chOff x="2832" y="2016"/>
            <a:chExt cx="2256" cy="384"/>
          </a:xfrm>
        </p:grpSpPr>
        <p:sp>
          <p:nvSpPr>
            <p:cNvPr id="11" name="Rectangle 11">
              <a:hlinkClick r:id="" action="ppaction://noaction"/>
              <a:extLst>
                <a:ext uri="{FF2B5EF4-FFF2-40B4-BE49-F238E27FC236}">
                  <a16:creationId xmlns:a16="http://schemas.microsoft.com/office/drawing/2014/main" id="{30E2854C-C4C2-49CC-B9D8-E1CB65AFC1CA}"/>
                </a:ext>
              </a:extLst>
            </p:cNvPr>
            <p:cNvSpPr>
              <a:spLocks noChangeArrowheads="1"/>
            </p:cNvSpPr>
            <p:nvPr/>
          </p:nvSpPr>
          <p:spPr bwMode="auto">
            <a:xfrm>
              <a:off x="3024" y="2016"/>
              <a:ext cx="2064" cy="384"/>
            </a:xfrm>
            <a:prstGeom prst="rect">
              <a:avLst/>
            </a:prstGeom>
            <a:noFill/>
            <a:ln w="38100" cmpd="dbl">
              <a:solidFill>
                <a:srgbClr val="F761DA"/>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eaLnBrk="1" hangingPunct="1">
                <a:lnSpc>
                  <a:spcPct val="80000"/>
                </a:lnSpc>
                <a:spcBef>
                  <a:spcPct val="30000"/>
                </a:spcBef>
              </a:pPr>
              <a:r>
                <a:rPr kumimoji="1" lang="zh-CN" altLang="en-US" sz="1800">
                  <a:solidFill>
                    <a:srgbClr val="F761DA"/>
                  </a:solidFill>
                  <a:latin typeface="黑体" panose="02010609060101010101" pitchFamily="49" charset="-122"/>
                  <a:ea typeface="黑体" panose="02010609060101010101" pitchFamily="49" charset="-122"/>
                </a:rPr>
                <a:t>确定每一模块使用的数据结构</a:t>
              </a:r>
            </a:p>
          </p:txBody>
        </p:sp>
        <p:sp>
          <p:nvSpPr>
            <p:cNvPr id="12" name="Line 12">
              <a:extLst>
                <a:ext uri="{FF2B5EF4-FFF2-40B4-BE49-F238E27FC236}">
                  <a16:creationId xmlns:a16="http://schemas.microsoft.com/office/drawing/2014/main" id="{E124C2CC-9FE5-4774-8FDA-611AAF32AE63}"/>
                </a:ext>
              </a:extLst>
            </p:cNvPr>
            <p:cNvSpPr>
              <a:spLocks noChangeShapeType="1"/>
            </p:cNvSpPr>
            <p:nvPr/>
          </p:nvSpPr>
          <p:spPr bwMode="auto">
            <a:xfrm>
              <a:off x="2832" y="2208"/>
              <a:ext cx="192" cy="0"/>
            </a:xfrm>
            <a:prstGeom prst="line">
              <a:avLst/>
            </a:prstGeom>
            <a:noFill/>
            <a:ln w="38100" cmpd="dbl">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23">
            <a:extLst>
              <a:ext uri="{FF2B5EF4-FFF2-40B4-BE49-F238E27FC236}">
                <a16:creationId xmlns:a16="http://schemas.microsoft.com/office/drawing/2014/main" id="{7367D6F0-2177-4CEB-8E31-59A8ACBAFBB0}"/>
              </a:ext>
            </a:extLst>
          </p:cNvPr>
          <p:cNvGrpSpPr>
            <a:grpSpLocks/>
          </p:cNvGrpSpPr>
          <p:nvPr/>
        </p:nvGrpSpPr>
        <p:grpSpPr bwMode="auto">
          <a:xfrm>
            <a:off x="3505200" y="3352800"/>
            <a:ext cx="3733800" cy="609600"/>
            <a:chOff x="2832" y="2496"/>
            <a:chExt cx="2352" cy="384"/>
          </a:xfrm>
        </p:grpSpPr>
        <p:sp>
          <p:nvSpPr>
            <p:cNvPr id="14" name="Rectangle 15">
              <a:hlinkClick r:id="" action="ppaction://noaction"/>
              <a:extLst>
                <a:ext uri="{FF2B5EF4-FFF2-40B4-BE49-F238E27FC236}">
                  <a16:creationId xmlns:a16="http://schemas.microsoft.com/office/drawing/2014/main" id="{6B256173-F924-486F-B069-79336B044056}"/>
                </a:ext>
              </a:extLst>
            </p:cNvPr>
            <p:cNvSpPr>
              <a:spLocks noChangeArrowheads="1"/>
            </p:cNvSpPr>
            <p:nvPr/>
          </p:nvSpPr>
          <p:spPr bwMode="auto">
            <a:xfrm>
              <a:off x="3024" y="2496"/>
              <a:ext cx="2160" cy="384"/>
            </a:xfrm>
            <a:prstGeom prst="rect">
              <a:avLst/>
            </a:prstGeom>
            <a:noFill/>
            <a:ln w="38100" cmpd="dbl">
              <a:solidFill>
                <a:srgbClr val="F761DA"/>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eaLnBrk="1" hangingPunct="1">
                <a:lnSpc>
                  <a:spcPct val="80000"/>
                </a:lnSpc>
                <a:spcBef>
                  <a:spcPct val="30000"/>
                </a:spcBef>
              </a:pPr>
              <a:r>
                <a:rPr kumimoji="1" lang="zh-CN" altLang="en-US" sz="1800">
                  <a:solidFill>
                    <a:srgbClr val="F761DA"/>
                  </a:solidFill>
                  <a:latin typeface="黑体" panose="02010609060101010101" pitchFamily="49" charset="-122"/>
                  <a:ea typeface="黑体" panose="02010609060101010101" pitchFamily="49" charset="-122"/>
                </a:rPr>
                <a:t>确定模块的外部接口和用户界面</a:t>
              </a:r>
            </a:p>
          </p:txBody>
        </p:sp>
        <p:sp>
          <p:nvSpPr>
            <p:cNvPr id="15" name="Line 16">
              <a:extLst>
                <a:ext uri="{FF2B5EF4-FFF2-40B4-BE49-F238E27FC236}">
                  <a16:creationId xmlns:a16="http://schemas.microsoft.com/office/drawing/2014/main" id="{C84D6041-437A-497C-A3AA-9259B2FF7E54}"/>
                </a:ext>
              </a:extLst>
            </p:cNvPr>
            <p:cNvSpPr>
              <a:spLocks noChangeShapeType="1"/>
            </p:cNvSpPr>
            <p:nvPr/>
          </p:nvSpPr>
          <p:spPr bwMode="auto">
            <a:xfrm>
              <a:off x="2832" y="2688"/>
              <a:ext cx="192" cy="0"/>
            </a:xfrm>
            <a:prstGeom prst="line">
              <a:avLst/>
            </a:prstGeom>
            <a:noFill/>
            <a:ln w="38100" cmpd="dbl">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6" name="Group 22">
            <a:extLst>
              <a:ext uri="{FF2B5EF4-FFF2-40B4-BE49-F238E27FC236}">
                <a16:creationId xmlns:a16="http://schemas.microsoft.com/office/drawing/2014/main" id="{DBD3539E-BE60-4ACC-A41C-C59BFC37E8D9}"/>
              </a:ext>
            </a:extLst>
          </p:cNvPr>
          <p:cNvGrpSpPr>
            <a:grpSpLocks/>
          </p:cNvGrpSpPr>
          <p:nvPr/>
        </p:nvGrpSpPr>
        <p:grpSpPr bwMode="auto">
          <a:xfrm>
            <a:off x="3505200" y="4114800"/>
            <a:ext cx="3733800" cy="609600"/>
            <a:chOff x="2832" y="3024"/>
            <a:chExt cx="2352" cy="384"/>
          </a:xfrm>
        </p:grpSpPr>
        <p:sp>
          <p:nvSpPr>
            <p:cNvPr id="17" name="Rectangle 17">
              <a:hlinkClick r:id="" action="ppaction://noaction"/>
              <a:extLst>
                <a:ext uri="{FF2B5EF4-FFF2-40B4-BE49-F238E27FC236}">
                  <a16:creationId xmlns:a16="http://schemas.microsoft.com/office/drawing/2014/main" id="{7DAF44CE-4BB8-4C28-8E16-789FCCEF4E92}"/>
                </a:ext>
              </a:extLst>
            </p:cNvPr>
            <p:cNvSpPr>
              <a:spLocks noChangeArrowheads="1"/>
            </p:cNvSpPr>
            <p:nvPr/>
          </p:nvSpPr>
          <p:spPr bwMode="auto">
            <a:xfrm>
              <a:off x="3024" y="3024"/>
              <a:ext cx="2160" cy="384"/>
            </a:xfrm>
            <a:prstGeom prst="rect">
              <a:avLst/>
            </a:prstGeom>
            <a:noFill/>
            <a:ln w="38100" cmpd="dbl">
              <a:solidFill>
                <a:srgbClr val="F761DA"/>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eaLnBrk="1" hangingPunct="1">
                <a:lnSpc>
                  <a:spcPct val="80000"/>
                </a:lnSpc>
                <a:spcBef>
                  <a:spcPct val="30000"/>
                </a:spcBef>
              </a:pPr>
              <a:r>
                <a:rPr kumimoji="1" lang="zh-CN" altLang="en-US" sz="1800">
                  <a:solidFill>
                    <a:srgbClr val="F761DA"/>
                  </a:solidFill>
                  <a:latin typeface="黑体" panose="02010609060101010101" pitchFamily="49" charset="-122"/>
                  <a:ea typeface="黑体" panose="02010609060101010101" pitchFamily="49" charset="-122"/>
                </a:rPr>
                <a:t>为每一模块设计一组测试用例</a:t>
              </a:r>
            </a:p>
          </p:txBody>
        </p:sp>
        <p:sp>
          <p:nvSpPr>
            <p:cNvPr id="18" name="Line 21">
              <a:extLst>
                <a:ext uri="{FF2B5EF4-FFF2-40B4-BE49-F238E27FC236}">
                  <a16:creationId xmlns:a16="http://schemas.microsoft.com/office/drawing/2014/main" id="{A9C8B7BC-52F2-41AB-ADF7-A2B8537C1DFC}"/>
                </a:ext>
              </a:extLst>
            </p:cNvPr>
            <p:cNvSpPr>
              <a:spLocks noChangeShapeType="1"/>
            </p:cNvSpPr>
            <p:nvPr/>
          </p:nvSpPr>
          <p:spPr bwMode="auto">
            <a:xfrm>
              <a:off x="2832" y="3216"/>
              <a:ext cx="192" cy="0"/>
            </a:xfrm>
            <a:prstGeom prst="line">
              <a:avLst/>
            </a:prstGeom>
            <a:noFill/>
            <a:ln w="38100" cmpd="dbl">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Rectangle 2">
            <a:extLst>
              <a:ext uri="{FF2B5EF4-FFF2-40B4-BE49-F238E27FC236}">
                <a16:creationId xmlns:a16="http://schemas.microsoft.com/office/drawing/2014/main" id="{B2101AEC-E471-4AF4-837F-7B6A1809E252}"/>
              </a:ext>
            </a:extLst>
          </p:cNvPr>
          <p:cNvSpPr txBox="1">
            <a:spLocks noChangeArrowheads="1"/>
          </p:cNvSpPr>
          <p:nvPr/>
        </p:nvSpPr>
        <p:spPr bwMode="auto">
          <a:xfrm>
            <a:off x="304800" y="122238"/>
            <a:ext cx="7924800" cy="94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zh-CN" altLang="en-US" kern="0">
                <a:ea typeface="宋体" panose="02010600030101010101" pitchFamily="2" charset="-122"/>
              </a:rPr>
              <a:t>详细设计阶段的目的与任务</a:t>
            </a:r>
            <a:endParaRPr lang="en-US" altLang="zh-CN" sz="3200" kern="0" dirty="0">
              <a:ea typeface="宋体" panose="02010600030101010101" pitchFamily="2" charset="-122"/>
            </a:endParaRPr>
          </a:p>
        </p:txBody>
      </p:sp>
    </p:spTree>
    <p:extLst>
      <p:ext uri="{BB962C8B-B14F-4D97-AF65-F5344CB8AC3E}">
        <p14:creationId xmlns:p14="http://schemas.microsoft.com/office/powerpoint/2010/main" val="89903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ppt_w</p:attrName>
                                        </p:attrNameLst>
                                      </p:cBhvr>
                                      <p:tavLst>
                                        <p:tav tm="0">
                                          <p:val>
                                            <p:fltVal val="0"/>
                                          </p:val>
                                        </p:tav>
                                        <p:tav tm="100000">
                                          <p:val>
                                            <p:strVal val="#ppt_w"/>
                                          </p:val>
                                        </p:tav>
                                      </p:tavLst>
                                    </p:anim>
                                    <p:anim calcmode="lin" valueType="num">
                                      <p:cBhvr>
                                        <p:cTn id="10" dur="5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ppt_x</p:attrName>
                                        </p:attrNameLst>
                                      </p:cBhvr>
                                      <p:tavLst>
                                        <p:tav tm="0">
                                          <p:val>
                                            <p:strVal val="#ppt_x-#ppt_w/2"/>
                                          </p:val>
                                        </p:tav>
                                        <p:tav tm="100000">
                                          <p:val>
                                            <p:strVal val="#ppt_x"/>
                                          </p:val>
                                        </p:tav>
                                      </p:tavLst>
                                    </p:anim>
                                    <p:anim calcmode="lin" valueType="num">
                                      <p:cBhvr>
                                        <p:cTn id="16" dur="500" fill="hold"/>
                                        <p:tgtEl>
                                          <p:spTgt spid="10"/>
                                        </p:tgtEl>
                                        <p:attrNameLst>
                                          <p:attrName>ppt_y</p:attrName>
                                        </p:attrNameLst>
                                      </p:cBhvr>
                                      <p:tavLst>
                                        <p:tav tm="0">
                                          <p:val>
                                            <p:strVal val="#ppt_y"/>
                                          </p:val>
                                        </p:tav>
                                        <p:tav tm="100000">
                                          <p:val>
                                            <p:strVal val="#ppt_y"/>
                                          </p:val>
                                        </p:tav>
                                      </p:tavLst>
                                    </p:anim>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ppt_x</p:attrName>
                                        </p:attrNameLst>
                                      </p:cBhvr>
                                      <p:tavLst>
                                        <p:tav tm="0">
                                          <p:val>
                                            <p:strVal val="#ppt_x-#ppt_w/2"/>
                                          </p:val>
                                        </p:tav>
                                        <p:tav tm="100000">
                                          <p:val>
                                            <p:strVal val="#ppt_x"/>
                                          </p:val>
                                        </p:tav>
                                      </p:tavLst>
                                    </p:anim>
                                    <p:anim calcmode="lin" valueType="num">
                                      <p:cBhvr>
                                        <p:cTn id="24" dur="500" fill="hold"/>
                                        <p:tgtEl>
                                          <p:spTgt spid="13"/>
                                        </p:tgtEl>
                                        <p:attrNameLst>
                                          <p:attrName>ppt_y</p:attrName>
                                        </p:attrNameLst>
                                      </p:cBhvr>
                                      <p:tavLst>
                                        <p:tav tm="0">
                                          <p:val>
                                            <p:strVal val="#ppt_y"/>
                                          </p:val>
                                        </p:tav>
                                        <p:tav tm="100000">
                                          <p:val>
                                            <p:strVal val="#ppt_y"/>
                                          </p:val>
                                        </p:tav>
                                      </p:tavLst>
                                    </p:anim>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ppt_x</p:attrName>
                                        </p:attrNameLst>
                                      </p:cBhvr>
                                      <p:tavLst>
                                        <p:tav tm="0">
                                          <p:val>
                                            <p:strVal val="#ppt_x-#ppt_w/2"/>
                                          </p:val>
                                        </p:tav>
                                        <p:tav tm="100000">
                                          <p:val>
                                            <p:strVal val="#ppt_x"/>
                                          </p:val>
                                        </p:tav>
                                      </p:tavLst>
                                    </p:anim>
                                    <p:anim calcmode="lin" valueType="num">
                                      <p:cBhvr>
                                        <p:cTn id="32" dur="500" fill="hold"/>
                                        <p:tgtEl>
                                          <p:spTgt spid="16"/>
                                        </p:tgtEl>
                                        <p:attrNameLst>
                                          <p:attrName>ppt_y</p:attrName>
                                        </p:attrNameLst>
                                      </p:cBhvr>
                                      <p:tavLst>
                                        <p:tav tm="0">
                                          <p:val>
                                            <p:strVal val="#ppt_y"/>
                                          </p:val>
                                        </p:tav>
                                        <p:tav tm="100000">
                                          <p:val>
                                            <p:strVal val="#ppt_y"/>
                                          </p:val>
                                        </p:tav>
                                      </p:tavLst>
                                    </p:anim>
                                    <p:anim calcmode="lin" valueType="num">
                                      <p:cBhvr>
                                        <p:cTn id="33" dur="500" fill="hold"/>
                                        <p:tgtEl>
                                          <p:spTgt spid="16"/>
                                        </p:tgtEl>
                                        <p:attrNameLst>
                                          <p:attrName>ppt_w</p:attrName>
                                        </p:attrNameLst>
                                      </p:cBhvr>
                                      <p:tavLst>
                                        <p:tav tm="0">
                                          <p:val>
                                            <p:fltVal val="0"/>
                                          </p:val>
                                        </p:tav>
                                        <p:tav tm="100000">
                                          <p:val>
                                            <p:strVal val="#ppt_w"/>
                                          </p:val>
                                        </p:tav>
                                      </p:tavLst>
                                    </p:anim>
                                    <p:anim calcmode="lin" valueType="num">
                                      <p:cBhvr>
                                        <p:cTn id="34"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4">
            <a:extLst>
              <a:ext uri="{FF2B5EF4-FFF2-40B4-BE49-F238E27FC236}">
                <a16:creationId xmlns:a16="http://schemas.microsoft.com/office/drawing/2014/main" id="{BD90E62E-6B54-4BBC-A1A6-B2438F8B8F7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5123" name="Slide Number Placeholder 5">
            <a:extLst>
              <a:ext uri="{FF2B5EF4-FFF2-40B4-BE49-F238E27FC236}">
                <a16:creationId xmlns:a16="http://schemas.microsoft.com/office/drawing/2014/main" id="{FACE8EEF-44C5-4F28-B2E5-4978130FD0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E642ACE-6053-4264-A08D-76C3BFD7B4DF}" type="slidenum">
              <a:rPr lang="en-US" altLang="en-US"/>
              <a:pPr eaLnBrk="1" hangingPunct="1"/>
              <a:t>21</a:t>
            </a:fld>
            <a:endParaRPr lang="en-US" altLang="en-US"/>
          </a:p>
        </p:txBody>
      </p:sp>
      <p:sp>
        <p:nvSpPr>
          <p:cNvPr id="5124" name="Rectangle 2">
            <a:extLst>
              <a:ext uri="{FF2B5EF4-FFF2-40B4-BE49-F238E27FC236}">
                <a16:creationId xmlns:a16="http://schemas.microsoft.com/office/drawing/2014/main" id="{E79D3D23-E96D-4F2B-A86F-6C09E33CC802}"/>
              </a:ext>
            </a:extLst>
          </p:cNvPr>
          <p:cNvSpPr>
            <a:spLocks noGrp="1" noChangeArrowheads="1"/>
          </p:cNvSpPr>
          <p:nvPr>
            <p:ph type="title"/>
          </p:nvPr>
        </p:nvSpPr>
        <p:spPr/>
        <p:txBody>
          <a:bodyPr/>
          <a:lstStyle/>
          <a:p>
            <a:pPr eaLnBrk="1" hangingPunct="1"/>
            <a:r>
              <a:rPr lang="en-US" altLang="zh-CN">
                <a:ea typeface="宋体" panose="02010600030101010101" pitchFamily="2" charset="-122"/>
              </a:rPr>
              <a:t>Chapter 8 Outline</a:t>
            </a:r>
          </a:p>
        </p:txBody>
      </p:sp>
      <p:sp>
        <p:nvSpPr>
          <p:cNvPr id="5125" name="Rectangle 3">
            <a:extLst>
              <a:ext uri="{FF2B5EF4-FFF2-40B4-BE49-F238E27FC236}">
                <a16:creationId xmlns:a16="http://schemas.microsoft.com/office/drawing/2014/main" id="{05ED87BC-37E8-49AE-9A47-DEE2CA6CC135}"/>
              </a:ext>
            </a:extLst>
          </p:cNvPr>
          <p:cNvSpPr>
            <a:spLocks noGrp="1" noChangeArrowheads="1"/>
          </p:cNvSpPr>
          <p:nvPr>
            <p:ph type="body" idx="1"/>
          </p:nvPr>
        </p:nvSpPr>
        <p:spPr>
          <a:xfrm>
            <a:off x="457200" y="1752600"/>
            <a:ext cx="9601200" cy="4411663"/>
          </a:xfrm>
        </p:spPr>
        <p:txBody>
          <a:bodyPr/>
          <a:lstStyle/>
          <a:p>
            <a:pPr eaLnBrk="1" hangingPunct="1"/>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
        <p:nvSpPr>
          <p:cNvPr id="5126" name="Rectangle 4">
            <a:extLst>
              <a:ext uri="{FF2B5EF4-FFF2-40B4-BE49-F238E27FC236}">
                <a16:creationId xmlns:a16="http://schemas.microsoft.com/office/drawing/2014/main" id="{A531B46E-B243-41DE-BB99-7306A0349275}"/>
              </a:ext>
            </a:extLst>
          </p:cNvPr>
          <p:cNvSpPr>
            <a:spLocks noChangeArrowheads="1"/>
          </p:cNvSpPr>
          <p:nvPr/>
        </p:nvSpPr>
        <p:spPr bwMode="auto">
          <a:xfrm>
            <a:off x="304800" y="1524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r>
              <a:rPr lang="en-GB" altLang="zh-CN" sz="3200" dirty="0"/>
              <a:t>The Systems Development Life Cycle (SDLC)</a:t>
            </a:r>
          </a:p>
          <a:p>
            <a:pPr eaLnBrk="1" hangingPunct="1">
              <a:spcBef>
                <a:spcPct val="20000"/>
              </a:spcBef>
              <a:buClr>
                <a:schemeClr val="tx2"/>
              </a:buClr>
              <a:buSzPct val="70000"/>
              <a:buFont typeface="Wingdings" panose="05000000000000000000" pitchFamily="2" charset="2"/>
              <a:buChar char="l"/>
            </a:pPr>
            <a:r>
              <a:rPr lang="en-GB" altLang="zh-CN" sz="3200" dirty="0"/>
              <a:t>The Support Phase of the SDLC</a:t>
            </a:r>
          </a:p>
          <a:p>
            <a:pPr eaLnBrk="1" hangingPunct="1">
              <a:spcBef>
                <a:spcPct val="20000"/>
              </a:spcBef>
              <a:buClr>
                <a:schemeClr val="tx2"/>
              </a:buClr>
              <a:buSzPct val="70000"/>
              <a:buFont typeface="Wingdings" panose="05000000000000000000" pitchFamily="2" charset="2"/>
              <a:buChar char="l"/>
            </a:pPr>
            <a:r>
              <a:rPr lang="zh-CN" altLang="en-US" sz="3200" dirty="0">
                <a:latin typeface="黑体" panose="02010609060101010101" pitchFamily="49" charset="-122"/>
                <a:ea typeface="黑体" panose="02010609060101010101" pitchFamily="49" charset="-122"/>
              </a:rPr>
              <a:t>详细设计阶段的目的与任务</a:t>
            </a:r>
            <a:endParaRPr lang="en-US" altLang="zh-CN" sz="3200" dirty="0">
              <a:latin typeface="黑体" panose="02010609060101010101" pitchFamily="49" charset="-122"/>
              <a:ea typeface="黑体" panose="02010609060101010101" pitchFamily="49" charset="-122"/>
            </a:endParaRPr>
          </a:p>
          <a:p>
            <a:pPr eaLnBrk="1" hangingPunct="1">
              <a:spcBef>
                <a:spcPct val="20000"/>
              </a:spcBef>
              <a:buClr>
                <a:schemeClr val="tx2"/>
              </a:buClr>
              <a:buSzPct val="70000"/>
              <a:buFont typeface="Wingdings" panose="05000000000000000000" pitchFamily="2" charset="2"/>
              <a:buChar char="l"/>
            </a:pPr>
            <a:r>
              <a:rPr lang="en-GB" altLang="zh-CN" sz="3200" dirty="0">
                <a:solidFill>
                  <a:srgbClr val="C00000"/>
                </a:solidFill>
              </a:rPr>
              <a:t>Two Approaches to Software Construction and </a:t>
            </a:r>
            <a:r>
              <a:rPr lang="en-GB" altLang="zh-CN" sz="3200" dirty="0" err="1">
                <a:solidFill>
                  <a:srgbClr val="C00000"/>
                </a:solidFill>
              </a:rPr>
              <a:t>Modeling</a:t>
            </a:r>
            <a:r>
              <a:rPr lang="zh-CN" altLang="en-US" sz="3200" dirty="0">
                <a:solidFill>
                  <a:srgbClr val="C00000"/>
                </a:solidFill>
              </a:rPr>
              <a:t>（软件构建和建模的两种方法）</a:t>
            </a:r>
            <a:endParaRPr lang="en-GB" altLang="zh-CN" sz="3200" dirty="0">
              <a:solidFill>
                <a:srgbClr val="C00000"/>
              </a:solidFill>
            </a:endParaRPr>
          </a:p>
          <a:p>
            <a:pPr eaLnBrk="1" hangingPunct="1">
              <a:spcBef>
                <a:spcPct val="20000"/>
              </a:spcBef>
              <a:buClr>
                <a:schemeClr val="tx2"/>
              </a:buClr>
              <a:buSzPct val="70000"/>
              <a:buFont typeface="Wingdings" panose="05000000000000000000" pitchFamily="2" charset="2"/>
              <a:buChar char="l"/>
            </a:pPr>
            <a:r>
              <a:rPr lang="en-GB" altLang="zh-CN" sz="3200" dirty="0"/>
              <a:t>Agile Development</a:t>
            </a:r>
          </a:p>
        </p:txBody>
      </p:sp>
      <p:sp>
        <p:nvSpPr>
          <p:cNvPr id="5127" name="Rectangle 6">
            <a:extLst>
              <a:ext uri="{FF2B5EF4-FFF2-40B4-BE49-F238E27FC236}">
                <a16:creationId xmlns:a16="http://schemas.microsoft.com/office/drawing/2014/main" id="{49C1D59E-442E-4A55-BDA7-E637E5A34E4B}"/>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6076436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C45E7FE0-89B5-4481-9517-148E6C9B66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056C78-B044-4385-9CF0-21DFA2C65294}" type="slidenum">
              <a:rPr lang="en-US" altLang="en-US"/>
              <a:pPr eaLnBrk="1" hangingPunct="1"/>
              <a:t>22</a:t>
            </a:fld>
            <a:endParaRPr lang="en-US" altLang="en-US"/>
          </a:p>
        </p:txBody>
      </p:sp>
      <p:sp>
        <p:nvSpPr>
          <p:cNvPr id="26627" name="Rectangle 2">
            <a:extLst>
              <a:ext uri="{FF2B5EF4-FFF2-40B4-BE49-F238E27FC236}">
                <a16:creationId xmlns:a16="http://schemas.microsoft.com/office/drawing/2014/main" id="{00BE0588-ED55-48AD-A528-FB150AAD2655}"/>
              </a:ext>
            </a:extLst>
          </p:cNvPr>
          <p:cNvSpPr>
            <a:spLocks noGrp="1" noChangeArrowheads="1"/>
          </p:cNvSpPr>
          <p:nvPr>
            <p:ph type="title"/>
          </p:nvPr>
        </p:nvSpPr>
        <p:spPr>
          <a:xfrm>
            <a:off x="304800" y="122238"/>
            <a:ext cx="7924800" cy="1173162"/>
          </a:xfrm>
        </p:spPr>
        <p:txBody>
          <a:bodyPr/>
          <a:lstStyle/>
          <a:p>
            <a:pPr eaLnBrk="1" hangingPunct="1"/>
            <a:r>
              <a:rPr lang="en-US" altLang="zh-CN" sz="3200">
                <a:ea typeface="宋体" panose="02010600030101010101" pitchFamily="2" charset="-122"/>
              </a:rPr>
              <a:t>Two Approaches to Software Construction and Modeling</a:t>
            </a:r>
          </a:p>
        </p:txBody>
      </p:sp>
      <p:sp>
        <p:nvSpPr>
          <p:cNvPr id="26628" name="Rectangle 3">
            <a:extLst>
              <a:ext uri="{FF2B5EF4-FFF2-40B4-BE49-F238E27FC236}">
                <a16:creationId xmlns:a16="http://schemas.microsoft.com/office/drawing/2014/main" id="{0B78CDF1-768B-4C32-A743-8E86B4324FCA}"/>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26629" name="Rectangle 4">
            <a:extLst>
              <a:ext uri="{FF2B5EF4-FFF2-40B4-BE49-F238E27FC236}">
                <a16:creationId xmlns:a16="http://schemas.microsoft.com/office/drawing/2014/main" id="{96A7C735-5DC9-42C3-B6A4-B64795CE6127}"/>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26630" name="Rectangle 5">
            <a:extLst>
              <a:ext uri="{FF2B5EF4-FFF2-40B4-BE49-F238E27FC236}">
                <a16:creationId xmlns:a16="http://schemas.microsoft.com/office/drawing/2014/main" id="{152BD54F-6087-4301-9A59-BD06B5636C6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26631" name="Rectangle 6">
            <a:extLst>
              <a:ext uri="{FF2B5EF4-FFF2-40B4-BE49-F238E27FC236}">
                <a16:creationId xmlns:a16="http://schemas.microsoft.com/office/drawing/2014/main" id="{B356B13D-B7F7-4192-850C-E39BEB922F7D}"/>
              </a:ext>
            </a:extLst>
          </p:cNvPr>
          <p:cNvSpPr>
            <a:spLocks noChangeArrowheads="1"/>
          </p:cNvSpPr>
          <p:nvPr/>
        </p:nvSpPr>
        <p:spPr bwMode="auto">
          <a:xfrm>
            <a:off x="685800" y="1524000"/>
            <a:ext cx="84582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3200" dirty="0"/>
              <a:t>The Structured Approach</a:t>
            </a:r>
            <a:r>
              <a:rPr lang="zh-CN" altLang="en-US" sz="3200" dirty="0"/>
              <a:t>（结构化方法）</a:t>
            </a:r>
            <a:endParaRPr lang="en-GB" altLang="zh-CN" sz="32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Earlier approach. Assumes a system is a collection of processes that interact with data</a:t>
            </a:r>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Structured analysis, structured design, and structured programming</a:t>
            </a:r>
          </a:p>
          <a:p>
            <a:pPr eaLnBrk="1" hangingPunct="1">
              <a:lnSpc>
                <a:spcPct val="90000"/>
              </a:lnSpc>
              <a:spcBef>
                <a:spcPct val="20000"/>
              </a:spcBef>
              <a:buClr>
                <a:schemeClr val="tx2"/>
              </a:buClr>
              <a:buSzPct val="70000"/>
              <a:buFont typeface="Wingdings" panose="05000000000000000000" pitchFamily="2" charset="2"/>
              <a:buChar char="l"/>
            </a:pPr>
            <a:r>
              <a:rPr lang="en-GB" altLang="zh-CN" sz="3200" dirty="0"/>
              <a:t>The Object-Oriented Approach</a:t>
            </a:r>
            <a:r>
              <a:rPr lang="zh-CN" altLang="en-US" sz="3200" dirty="0"/>
              <a:t>（面向对象方法）</a:t>
            </a:r>
            <a:endParaRPr lang="en-GB" altLang="zh-CN" sz="32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More recent approach. Assumes a system is a collection of objects that interact to complete tasks</a:t>
            </a:r>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OO analysis, OO design, and OO programming</a:t>
            </a:r>
          </a:p>
        </p:txBody>
      </p:sp>
      <p:sp>
        <p:nvSpPr>
          <p:cNvPr id="26632" name="Footer Placeholder 4">
            <a:extLst>
              <a:ext uri="{FF2B5EF4-FFF2-40B4-BE49-F238E27FC236}">
                <a16:creationId xmlns:a16="http://schemas.microsoft.com/office/drawing/2014/main" id="{AF4CD72F-2A3B-475F-86F4-A28CCC691D3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6633" name="Rectangle 9">
            <a:extLst>
              <a:ext uri="{FF2B5EF4-FFF2-40B4-BE49-F238E27FC236}">
                <a16:creationId xmlns:a16="http://schemas.microsoft.com/office/drawing/2014/main" id="{EF93560E-BE12-4804-9DFF-E0624331932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26631">
                                            <p:txEl>
                                              <p:pRg st="0" end="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C45E7FE0-89B5-4481-9517-148E6C9B66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056C78-B044-4385-9CF0-21DFA2C65294}" type="slidenum">
              <a:rPr lang="en-US" altLang="en-US"/>
              <a:pPr eaLnBrk="1" hangingPunct="1"/>
              <a:t>23</a:t>
            </a:fld>
            <a:endParaRPr lang="en-US" altLang="en-US"/>
          </a:p>
        </p:txBody>
      </p:sp>
      <p:sp>
        <p:nvSpPr>
          <p:cNvPr id="26627" name="Rectangle 2">
            <a:extLst>
              <a:ext uri="{FF2B5EF4-FFF2-40B4-BE49-F238E27FC236}">
                <a16:creationId xmlns:a16="http://schemas.microsoft.com/office/drawing/2014/main" id="{00BE0588-ED55-48AD-A528-FB150AAD2655}"/>
              </a:ext>
            </a:extLst>
          </p:cNvPr>
          <p:cNvSpPr>
            <a:spLocks noGrp="1" noChangeArrowheads="1"/>
          </p:cNvSpPr>
          <p:nvPr>
            <p:ph type="title"/>
          </p:nvPr>
        </p:nvSpPr>
        <p:spPr>
          <a:xfrm>
            <a:off x="304800" y="122238"/>
            <a:ext cx="7924800" cy="1173162"/>
          </a:xfrm>
        </p:spPr>
        <p:txBody>
          <a:bodyPr/>
          <a:lstStyle/>
          <a:p>
            <a:pPr eaLnBrk="1" hangingPunct="1"/>
            <a:r>
              <a:rPr lang="en-US" altLang="zh-CN" sz="3200">
                <a:ea typeface="宋体" panose="02010600030101010101" pitchFamily="2" charset="-122"/>
              </a:rPr>
              <a:t>Two Approaches to Software Construction and Modeling</a:t>
            </a:r>
          </a:p>
        </p:txBody>
      </p:sp>
      <p:sp>
        <p:nvSpPr>
          <p:cNvPr id="26628" name="Rectangle 3">
            <a:extLst>
              <a:ext uri="{FF2B5EF4-FFF2-40B4-BE49-F238E27FC236}">
                <a16:creationId xmlns:a16="http://schemas.microsoft.com/office/drawing/2014/main" id="{0B78CDF1-768B-4C32-A743-8E86B4324FCA}"/>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26629" name="Rectangle 4">
            <a:extLst>
              <a:ext uri="{FF2B5EF4-FFF2-40B4-BE49-F238E27FC236}">
                <a16:creationId xmlns:a16="http://schemas.microsoft.com/office/drawing/2014/main" id="{96A7C735-5DC9-42C3-B6A4-B64795CE6127}"/>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26630" name="Rectangle 5">
            <a:extLst>
              <a:ext uri="{FF2B5EF4-FFF2-40B4-BE49-F238E27FC236}">
                <a16:creationId xmlns:a16="http://schemas.microsoft.com/office/drawing/2014/main" id="{152BD54F-6087-4301-9A59-BD06B5636C6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26631" name="Rectangle 6">
            <a:extLst>
              <a:ext uri="{FF2B5EF4-FFF2-40B4-BE49-F238E27FC236}">
                <a16:creationId xmlns:a16="http://schemas.microsoft.com/office/drawing/2014/main" id="{B356B13D-B7F7-4192-850C-E39BEB922F7D}"/>
              </a:ext>
            </a:extLst>
          </p:cNvPr>
          <p:cNvSpPr>
            <a:spLocks noChangeArrowheads="1"/>
          </p:cNvSpPr>
          <p:nvPr/>
        </p:nvSpPr>
        <p:spPr bwMode="auto">
          <a:xfrm>
            <a:off x="685800" y="1524000"/>
            <a:ext cx="84582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3200" dirty="0"/>
              <a:t>The Structured Approach</a:t>
            </a:r>
            <a:r>
              <a:rPr lang="zh-CN" altLang="en-US" sz="3200" dirty="0"/>
              <a:t>（结构化方法）</a:t>
            </a:r>
            <a:endParaRPr lang="en-GB" altLang="zh-CN" sz="3200" dirty="0"/>
          </a:p>
          <a:p>
            <a:pPr lvl="1" eaLnBrk="1" hangingPunct="1">
              <a:lnSpc>
                <a:spcPct val="90000"/>
              </a:lnSpc>
              <a:spcBef>
                <a:spcPct val="20000"/>
              </a:spcBef>
              <a:buClr>
                <a:schemeClr val="accent2"/>
              </a:buClr>
              <a:buSzPct val="70000"/>
              <a:buFont typeface="Wingdings" panose="05000000000000000000" pitchFamily="2" charset="2"/>
              <a:buChar char="l"/>
            </a:pPr>
            <a:r>
              <a:rPr lang="en-US" altLang="zh-CN" sz="2400" dirty="0"/>
              <a:t>1965</a:t>
            </a:r>
            <a:r>
              <a:rPr lang="zh-CN" altLang="en-US" sz="2400" dirty="0"/>
              <a:t>年结构程序设计的概念最早由</a:t>
            </a:r>
            <a:r>
              <a:rPr lang="en-US" altLang="zh-CN" sz="2400" dirty="0" err="1"/>
              <a:t>E.W.Dijkstra</a:t>
            </a:r>
            <a:r>
              <a:rPr lang="zh-CN" altLang="en-US" sz="2400" dirty="0"/>
              <a:t>提出：程序的质量与程序中所包含的</a:t>
            </a:r>
            <a:r>
              <a:rPr lang="en-US" altLang="zh-CN" sz="2400" dirty="0"/>
              <a:t>GO TO </a:t>
            </a:r>
            <a:r>
              <a:rPr lang="zh-CN" altLang="en-US" sz="2400" dirty="0"/>
              <a:t>语句的数量成反比</a:t>
            </a:r>
          </a:p>
          <a:p>
            <a:pPr lvl="1" eaLnBrk="1" hangingPunct="1">
              <a:lnSpc>
                <a:spcPct val="90000"/>
              </a:lnSpc>
              <a:spcBef>
                <a:spcPct val="20000"/>
              </a:spcBef>
              <a:buClr>
                <a:schemeClr val="accent2"/>
              </a:buClr>
              <a:buSzPct val="70000"/>
              <a:buFont typeface="Wingdings" panose="05000000000000000000" pitchFamily="2" charset="2"/>
              <a:buChar char="l"/>
            </a:pPr>
            <a:r>
              <a:rPr lang="en-US" altLang="zh-CN" sz="2400" dirty="0"/>
              <a:t>1966</a:t>
            </a:r>
            <a:r>
              <a:rPr lang="zh-CN" altLang="en-US" sz="2400" dirty="0"/>
              <a:t>年</a:t>
            </a:r>
            <a:r>
              <a:rPr lang="en-US" altLang="zh-CN" sz="2400" dirty="0"/>
              <a:t>Bohm</a:t>
            </a:r>
            <a:r>
              <a:rPr lang="zh-CN" altLang="en-US" sz="2400" dirty="0"/>
              <a:t>和</a:t>
            </a:r>
            <a:r>
              <a:rPr lang="en-US" altLang="zh-CN" sz="2400" dirty="0" err="1"/>
              <a:t>Jacopini</a:t>
            </a:r>
            <a:r>
              <a:rPr lang="zh-CN" altLang="en-US" sz="2400" dirty="0"/>
              <a:t>证明了</a:t>
            </a:r>
            <a:r>
              <a:rPr lang="zh-CN" altLang="en-US" sz="2400" dirty="0">
                <a:solidFill>
                  <a:srgbClr val="C00000"/>
                </a:solidFill>
              </a:rPr>
              <a:t>只用“顺序”、“选择”和“循环”控制结构就能实现任何单入口单出口的程序</a:t>
            </a:r>
            <a:r>
              <a:rPr lang="zh-CN" altLang="en-US" sz="2400" dirty="0"/>
              <a:t>。</a:t>
            </a:r>
          </a:p>
          <a:p>
            <a:pPr lvl="1" eaLnBrk="1" hangingPunct="1">
              <a:lnSpc>
                <a:spcPct val="90000"/>
              </a:lnSpc>
              <a:spcBef>
                <a:spcPct val="20000"/>
              </a:spcBef>
              <a:buClr>
                <a:schemeClr val="accent2"/>
              </a:buClr>
              <a:buSzPct val="70000"/>
              <a:buFont typeface="Wingdings" panose="05000000000000000000" pitchFamily="2" charset="2"/>
              <a:buChar char="l"/>
            </a:pPr>
            <a:r>
              <a:rPr lang="zh-CN" altLang="en-US" sz="2400" dirty="0"/>
              <a:t>结构化设计方法是基于模块化、自顶向下细化、结构化程序设计等程序设计技术基础发展起来的。</a:t>
            </a:r>
          </a:p>
          <a:p>
            <a:pPr lvl="1" eaLnBrk="1" hangingPunct="1">
              <a:lnSpc>
                <a:spcPct val="90000"/>
              </a:lnSpc>
              <a:spcBef>
                <a:spcPct val="20000"/>
              </a:spcBef>
              <a:buClr>
                <a:schemeClr val="accent2"/>
              </a:buClr>
              <a:buSzPct val="70000"/>
              <a:buFont typeface="Wingdings" panose="05000000000000000000" pitchFamily="2" charset="2"/>
              <a:buChar char="l"/>
            </a:pPr>
            <a:r>
              <a:rPr lang="zh-CN" altLang="en-US" sz="2400" dirty="0"/>
              <a:t>它所提供的方法和原则，主要是用来指导软件的概要设计。</a:t>
            </a:r>
            <a:r>
              <a:rPr lang="zh-CN" altLang="en-US" sz="2400" dirty="0">
                <a:solidFill>
                  <a:srgbClr val="C00000"/>
                </a:solidFill>
              </a:rPr>
              <a:t>它还提供了一种 “结构图” 的描述工具，是专门用来描述软件的总体结构的。</a:t>
            </a:r>
            <a:endParaRPr lang="en-GB" altLang="zh-CN" sz="2400" dirty="0">
              <a:solidFill>
                <a:srgbClr val="C00000"/>
              </a:solidFill>
            </a:endParaRPr>
          </a:p>
        </p:txBody>
      </p:sp>
      <p:sp>
        <p:nvSpPr>
          <p:cNvPr id="26632" name="Footer Placeholder 4">
            <a:extLst>
              <a:ext uri="{FF2B5EF4-FFF2-40B4-BE49-F238E27FC236}">
                <a16:creationId xmlns:a16="http://schemas.microsoft.com/office/drawing/2014/main" id="{AF4CD72F-2A3B-475F-86F4-A28CCC691D3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6633" name="Rectangle 9">
            <a:extLst>
              <a:ext uri="{FF2B5EF4-FFF2-40B4-BE49-F238E27FC236}">
                <a16:creationId xmlns:a16="http://schemas.microsoft.com/office/drawing/2014/main" id="{EF93560E-BE12-4804-9DFF-E0624331932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285068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 fill="hold"/>
                                        <p:tgtEl>
                                          <p:spTgt spid="26631">
                                            <p:txEl>
                                              <p:pRg st="0" end="0"/>
                                            </p:txEl>
                                          </p:spTgt>
                                        </p:tgtEl>
                                        <p:attrNameLst>
                                          <p:attrName>style.color</p:attrName>
                                        </p:attrNameLst>
                                      </p:cBhvr>
                                      <p:to>
                                        <a:srgbClr val="C000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9ED642E3-3653-406B-98C7-AA8A7A1A60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A460951-3EC9-41E8-A543-87660A817272}" type="slidenum">
              <a:rPr lang="en-US" altLang="en-US"/>
              <a:pPr eaLnBrk="1" hangingPunct="1"/>
              <a:t>24</a:t>
            </a:fld>
            <a:endParaRPr lang="en-US" altLang="en-US"/>
          </a:p>
        </p:txBody>
      </p:sp>
      <p:sp>
        <p:nvSpPr>
          <p:cNvPr id="27651" name="Rectangle 2">
            <a:extLst>
              <a:ext uri="{FF2B5EF4-FFF2-40B4-BE49-F238E27FC236}">
                <a16:creationId xmlns:a16="http://schemas.microsoft.com/office/drawing/2014/main" id="{4FFB2BE5-F279-4397-B025-9EE65520EBA3}"/>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
        <p:nvSpPr>
          <p:cNvPr id="27652" name="Rectangle 3">
            <a:extLst>
              <a:ext uri="{FF2B5EF4-FFF2-40B4-BE49-F238E27FC236}">
                <a16:creationId xmlns:a16="http://schemas.microsoft.com/office/drawing/2014/main" id="{8A97902D-A470-4D7F-A716-F5E0D4C883C3}"/>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27653" name="Rectangle 4">
            <a:extLst>
              <a:ext uri="{FF2B5EF4-FFF2-40B4-BE49-F238E27FC236}">
                <a16:creationId xmlns:a16="http://schemas.microsoft.com/office/drawing/2014/main" id="{B81CEE39-A1A7-4A0C-8D80-D4B93A5A8465}"/>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27654" name="Rectangle 5">
            <a:extLst>
              <a:ext uri="{FF2B5EF4-FFF2-40B4-BE49-F238E27FC236}">
                <a16:creationId xmlns:a16="http://schemas.microsoft.com/office/drawing/2014/main" id="{49D26426-0E9D-4DB8-9DD4-E75DB22E5D1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27655" name="Rectangle 6">
            <a:extLst>
              <a:ext uri="{FF2B5EF4-FFF2-40B4-BE49-F238E27FC236}">
                <a16:creationId xmlns:a16="http://schemas.microsoft.com/office/drawing/2014/main" id="{FFBD4710-2567-4F05-9F8A-CBC64E1185B1}"/>
              </a:ext>
            </a:extLst>
          </p:cNvPr>
          <p:cNvSpPr>
            <a:spLocks noChangeArrowheads="1"/>
          </p:cNvSpPr>
          <p:nvPr/>
        </p:nvSpPr>
        <p:spPr bwMode="auto">
          <a:xfrm>
            <a:off x="685800" y="12954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800"/>
              <a:t>Structured Programming</a:t>
            </a:r>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a:t>Sequence, selection/decision, and repetition</a:t>
            </a:r>
          </a:p>
        </p:txBody>
      </p:sp>
      <p:pic>
        <p:nvPicPr>
          <p:cNvPr id="27656" name="Picture 7">
            <a:extLst>
              <a:ext uri="{FF2B5EF4-FFF2-40B4-BE49-F238E27FC236}">
                <a16:creationId xmlns:a16="http://schemas.microsoft.com/office/drawing/2014/main" id="{40C8567D-90AC-41B5-A23B-5E6350EA89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133600"/>
            <a:ext cx="7034213" cy="412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Footer Placeholder 4">
            <a:extLst>
              <a:ext uri="{FF2B5EF4-FFF2-40B4-BE49-F238E27FC236}">
                <a16:creationId xmlns:a16="http://schemas.microsoft.com/office/drawing/2014/main" id="{0B7159FD-1F3E-4F97-B121-5BF62FB1E42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7658" name="Rectangle 10">
            <a:extLst>
              <a:ext uri="{FF2B5EF4-FFF2-40B4-BE49-F238E27FC236}">
                <a16:creationId xmlns:a16="http://schemas.microsoft.com/office/drawing/2014/main" id="{74A004D9-CF44-4810-991F-C0E10D42329A}"/>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11" name="文本框 10">
            <a:extLst>
              <a:ext uri="{FF2B5EF4-FFF2-40B4-BE49-F238E27FC236}">
                <a16:creationId xmlns:a16="http://schemas.microsoft.com/office/drawing/2014/main" id="{86460F0F-DCEB-4681-A60E-6C018E3799B6}"/>
              </a:ext>
            </a:extLst>
          </p:cNvPr>
          <p:cNvSpPr txBox="1"/>
          <p:nvPr/>
        </p:nvSpPr>
        <p:spPr>
          <a:xfrm>
            <a:off x="3871913" y="2246272"/>
            <a:ext cx="2819400" cy="923330"/>
          </a:xfrm>
          <a:prstGeom prst="rect">
            <a:avLst/>
          </a:prstGeom>
          <a:noFill/>
        </p:spPr>
        <p:txBody>
          <a:bodyPr wrap="square" rtlCol="0">
            <a:spAutoFit/>
          </a:bodyPr>
          <a:lstStyle/>
          <a:p>
            <a:r>
              <a:rPr lang="zh-CN" altLang="en-US" dirty="0">
                <a:ln w="0">
                  <a:solidFill>
                    <a:srgbClr val="FF0000"/>
                  </a:solidFill>
                </a:ln>
                <a:solidFill>
                  <a:srgbClr val="006600"/>
                </a:solidFill>
                <a:effectLst>
                  <a:outerShdw blurRad="38100" dist="19050" dir="2700000" algn="tl" rotWithShape="0">
                    <a:schemeClr val="dk1">
                      <a:alpha val="40000"/>
                    </a:schemeClr>
                  </a:outerShdw>
                </a:effectLst>
              </a:rPr>
              <a:t>结构化流程图要注意：</a:t>
            </a:r>
            <a:endParaRPr lang="en-US" altLang="zh-CN" dirty="0">
              <a:ln w="0">
                <a:solidFill>
                  <a:srgbClr val="FF0000"/>
                </a:solidFill>
              </a:ln>
              <a:solidFill>
                <a:srgbClr val="006600"/>
              </a:solidFill>
              <a:effectLst>
                <a:outerShdw blurRad="38100" dist="19050" dir="2700000" algn="tl" rotWithShape="0">
                  <a:schemeClr val="dk1">
                    <a:alpha val="40000"/>
                  </a:schemeClr>
                </a:outerShdw>
              </a:effectLst>
            </a:endParaRPr>
          </a:p>
          <a:p>
            <a:r>
              <a:rPr lang="en-US" altLang="zh-CN" dirty="0">
                <a:ln w="0">
                  <a:solidFill>
                    <a:srgbClr val="FF0000"/>
                  </a:solidFill>
                </a:ln>
                <a:solidFill>
                  <a:srgbClr val="006600"/>
                </a:solidFill>
                <a:effectLst>
                  <a:outerShdw blurRad="38100" dist="19050" dir="2700000" algn="tl" rotWithShape="0">
                    <a:schemeClr val="dk1">
                      <a:alpha val="40000"/>
                    </a:schemeClr>
                  </a:outerShdw>
                </a:effectLst>
              </a:rPr>
              <a:t>1</a:t>
            </a:r>
            <a:r>
              <a:rPr lang="zh-CN" altLang="en-US" dirty="0">
                <a:ln w="0">
                  <a:solidFill>
                    <a:srgbClr val="FF0000"/>
                  </a:solidFill>
                </a:ln>
                <a:solidFill>
                  <a:srgbClr val="006600"/>
                </a:solidFill>
                <a:effectLst>
                  <a:outerShdw blurRad="38100" dist="19050" dir="2700000" algn="tl" rotWithShape="0">
                    <a:schemeClr val="dk1">
                      <a:alpha val="40000"/>
                    </a:schemeClr>
                  </a:outerShdw>
                </a:effectLst>
              </a:rPr>
              <a:t>、有始有终</a:t>
            </a:r>
            <a:endParaRPr lang="en-US" altLang="zh-CN" dirty="0">
              <a:ln w="0">
                <a:solidFill>
                  <a:srgbClr val="FF0000"/>
                </a:solidFill>
              </a:ln>
              <a:solidFill>
                <a:srgbClr val="006600"/>
              </a:solidFill>
              <a:effectLst>
                <a:outerShdw blurRad="38100" dist="19050" dir="2700000" algn="tl" rotWithShape="0">
                  <a:schemeClr val="dk1">
                    <a:alpha val="40000"/>
                  </a:schemeClr>
                </a:outerShdw>
              </a:effectLst>
            </a:endParaRPr>
          </a:p>
          <a:p>
            <a:r>
              <a:rPr lang="en-US" altLang="zh-CN" dirty="0">
                <a:ln w="0">
                  <a:solidFill>
                    <a:srgbClr val="FF0000"/>
                  </a:solidFill>
                </a:ln>
                <a:solidFill>
                  <a:srgbClr val="006600"/>
                </a:solidFill>
                <a:effectLst>
                  <a:outerShdw blurRad="38100" dist="19050" dir="2700000" algn="tl" rotWithShape="0">
                    <a:schemeClr val="dk1">
                      <a:alpha val="40000"/>
                    </a:schemeClr>
                  </a:outerShdw>
                </a:effectLst>
              </a:rPr>
              <a:t>2</a:t>
            </a:r>
            <a:r>
              <a:rPr lang="zh-CN" altLang="en-US" dirty="0">
                <a:ln w="0">
                  <a:solidFill>
                    <a:srgbClr val="FF0000"/>
                  </a:solidFill>
                </a:ln>
                <a:solidFill>
                  <a:srgbClr val="006600"/>
                </a:solidFill>
                <a:effectLst>
                  <a:outerShdw blurRad="38100" dist="19050" dir="2700000" algn="tl" rotWithShape="0">
                    <a:schemeClr val="dk1">
                      <a:alpha val="40000"/>
                    </a:schemeClr>
                  </a:outerShdw>
                </a:effectLst>
              </a:rPr>
              <a:t>、单入单出</a:t>
            </a:r>
          </a:p>
        </p:txBody>
      </p:sp>
      <p:sp>
        <p:nvSpPr>
          <p:cNvPr id="13" name="文本框 12">
            <a:extLst>
              <a:ext uri="{FF2B5EF4-FFF2-40B4-BE49-F238E27FC236}">
                <a16:creationId xmlns:a16="http://schemas.microsoft.com/office/drawing/2014/main" id="{2DD68140-040A-449F-9A77-E9F6FABDF813}"/>
              </a:ext>
            </a:extLst>
          </p:cNvPr>
          <p:cNvSpPr txBox="1"/>
          <p:nvPr/>
        </p:nvSpPr>
        <p:spPr>
          <a:xfrm>
            <a:off x="2892832" y="2814201"/>
            <a:ext cx="1295400" cy="369332"/>
          </a:xfrm>
          <a:prstGeom prst="rect">
            <a:avLst/>
          </a:prstGeom>
          <a:noFill/>
        </p:spPr>
        <p:txBody>
          <a:bodyPr wrap="square">
            <a:spAutoFit/>
          </a:bodyPr>
          <a:lstStyle/>
          <a:p>
            <a:r>
              <a:rPr lang="zh-CN" altLang="en-US" dirty="0"/>
              <a:t>选择</a:t>
            </a:r>
            <a:r>
              <a:rPr lang="en-US" altLang="zh-CN" dirty="0"/>
              <a:t>/</a:t>
            </a:r>
            <a:r>
              <a:rPr lang="zh-CN" altLang="en-US" dirty="0"/>
              <a:t>判断</a:t>
            </a:r>
          </a:p>
        </p:txBody>
      </p:sp>
      <p:sp>
        <p:nvSpPr>
          <p:cNvPr id="14" name="文本框 13">
            <a:extLst>
              <a:ext uri="{FF2B5EF4-FFF2-40B4-BE49-F238E27FC236}">
                <a16:creationId xmlns:a16="http://schemas.microsoft.com/office/drawing/2014/main" id="{6DF0129B-2AD2-4241-87E9-EDADCA20AB7D}"/>
              </a:ext>
            </a:extLst>
          </p:cNvPr>
          <p:cNvSpPr txBox="1"/>
          <p:nvPr/>
        </p:nvSpPr>
        <p:spPr>
          <a:xfrm>
            <a:off x="1243013" y="2785030"/>
            <a:ext cx="1295400" cy="369332"/>
          </a:xfrm>
          <a:prstGeom prst="rect">
            <a:avLst/>
          </a:prstGeom>
          <a:noFill/>
        </p:spPr>
        <p:txBody>
          <a:bodyPr wrap="square">
            <a:spAutoFit/>
          </a:bodyPr>
          <a:lstStyle/>
          <a:p>
            <a:r>
              <a:rPr lang="zh-CN" altLang="en-US" dirty="0"/>
              <a:t>顺序语句</a:t>
            </a:r>
          </a:p>
        </p:txBody>
      </p:sp>
      <p:sp>
        <p:nvSpPr>
          <p:cNvPr id="15" name="文本框 14">
            <a:extLst>
              <a:ext uri="{FF2B5EF4-FFF2-40B4-BE49-F238E27FC236}">
                <a16:creationId xmlns:a16="http://schemas.microsoft.com/office/drawing/2014/main" id="{C8DC4144-F866-4CCA-852D-E84C5A24D234}"/>
              </a:ext>
            </a:extLst>
          </p:cNvPr>
          <p:cNvSpPr txBox="1"/>
          <p:nvPr/>
        </p:nvSpPr>
        <p:spPr>
          <a:xfrm>
            <a:off x="6640532" y="2688637"/>
            <a:ext cx="1295400" cy="369332"/>
          </a:xfrm>
          <a:prstGeom prst="rect">
            <a:avLst/>
          </a:prstGeom>
          <a:noFill/>
        </p:spPr>
        <p:txBody>
          <a:bodyPr wrap="square">
            <a:spAutoFit/>
          </a:bodyPr>
          <a:lstStyle/>
          <a:p>
            <a:r>
              <a:rPr lang="zh-CN" altLang="en-US" dirty="0"/>
              <a:t>循环语句</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82126B23-A8B7-40A6-BFB6-2E3965E7E9C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06365DB-8F1A-4FAA-9ED2-B1667250DD71}" type="slidenum">
              <a:rPr lang="en-US" altLang="en-US"/>
              <a:pPr eaLnBrk="1" hangingPunct="1"/>
              <a:t>25</a:t>
            </a:fld>
            <a:endParaRPr lang="en-US" altLang="en-US"/>
          </a:p>
        </p:txBody>
      </p:sp>
      <p:sp>
        <p:nvSpPr>
          <p:cNvPr id="28675" name="Rectangle 2">
            <a:extLst>
              <a:ext uri="{FF2B5EF4-FFF2-40B4-BE49-F238E27FC236}">
                <a16:creationId xmlns:a16="http://schemas.microsoft.com/office/drawing/2014/main" id="{FF3CDF47-907E-47DE-B23F-4155B87663A5}"/>
              </a:ext>
            </a:extLst>
          </p:cNvPr>
          <p:cNvSpPr>
            <a:spLocks noGrp="1" noChangeArrowheads="1"/>
          </p:cNvSpPr>
          <p:nvPr>
            <p:ph type="title"/>
          </p:nvPr>
        </p:nvSpPr>
        <p:spPr>
          <a:xfrm>
            <a:off x="304800" y="122238"/>
            <a:ext cx="7924800" cy="10207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
        <p:nvSpPr>
          <p:cNvPr id="28676" name="Rectangle 3">
            <a:extLst>
              <a:ext uri="{FF2B5EF4-FFF2-40B4-BE49-F238E27FC236}">
                <a16:creationId xmlns:a16="http://schemas.microsoft.com/office/drawing/2014/main" id="{01B0C87B-7004-4084-99E8-D0E5562EEC00}"/>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28677" name="Rectangle 4">
            <a:extLst>
              <a:ext uri="{FF2B5EF4-FFF2-40B4-BE49-F238E27FC236}">
                <a16:creationId xmlns:a16="http://schemas.microsoft.com/office/drawing/2014/main" id="{513C75EC-CB43-4FD2-8E2C-08C6C199E799}"/>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28678" name="Rectangle 5">
            <a:extLst>
              <a:ext uri="{FF2B5EF4-FFF2-40B4-BE49-F238E27FC236}">
                <a16:creationId xmlns:a16="http://schemas.microsoft.com/office/drawing/2014/main" id="{0832954E-013B-4F4F-80E9-CC6F31A8E606}"/>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28679" name="Rectangle 6">
            <a:extLst>
              <a:ext uri="{FF2B5EF4-FFF2-40B4-BE49-F238E27FC236}">
                <a16:creationId xmlns:a16="http://schemas.microsoft.com/office/drawing/2014/main" id="{9A1C3AF9-2EB6-44C0-A04F-33B052B73BB4}"/>
              </a:ext>
            </a:extLst>
          </p:cNvPr>
          <p:cNvSpPr>
            <a:spLocks noChangeArrowheads="1"/>
          </p:cNvSpPr>
          <p:nvPr/>
        </p:nvSpPr>
        <p:spPr bwMode="auto">
          <a:xfrm>
            <a:off x="685800" y="1295400"/>
            <a:ext cx="7772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Top down, modular programming</a:t>
            </a:r>
          </a:p>
          <a:p>
            <a:pPr eaLnBrk="1" hangingPunct="1">
              <a:lnSpc>
                <a:spcPct val="90000"/>
              </a:lnSpc>
              <a:spcBef>
                <a:spcPct val="20000"/>
              </a:spcBef>
              <a:buClr>
                <a:schemeClr val="tx2"/>
              </a:buClr>
              <a:buSzPct val="70000"/>
              <a:buFont typeface="Wingdings" panose="05000000000000000000" pitchFamily="2" charset="2"/>
              <a:buChar char="l"/>
            </a:pPr>
            <a:r>
              <a:rPr lang="zh-CN" altLang="en-US" sz="2800" dirty="0"/>
              <a:t>自上而下，模块化设计</a:t>
            </a:r>
            <a:endParaRPr lang="en-GB" altLang="zh-CN" sz="2800" dirty="0"/>
          </a:p>
        </p:txBody>
      </p:sp>
      <p:pic>
        <p:nvPicPr>
          <p:cNvPr id="28680" name="Picture 8">
            <a:extLst>
              <a:ext uri="{FF2B5EF4-FFF2-40B4-BE49-F238E27FC236}">
                <a16:creationId xmlns:a16="http://schemas.microsoft.com/office/drawing/2014/main" id="{669E79BA-4CE5-403A-BE1D-12C50AA4B7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283619"/>
            <a:ext cx="77724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Footer Placeholder 4">
            <a:extLst>
              <a:ext uri="{FF2B5EF4-FFF2-40B4-BE49-F238E27FC236}">
                <a16:creationId xmlns:a16="http://schemas.microsoft.com/office/drawing/2014/main" id="{33D2868F-C788-46FA-A651-0FFD8563DD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8682" name="Rectangle 10">
            <a:extLst>
              <a:ext uri="{FF2B5EF4-FFF2-40B4-BE49-F238E27FC236}">
                <a16:creationId xmlns:a16="http://schemas.microsoft.com/office/drawing/2014/main" id="{110A64D7-9715-4BFD-B424-A34C8E77ED8E}"/>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A4802-F8E0-4605-9A8A-35AEE45584EF}"/>
              </a:ext>
            </a:extLst>
          </p:cNvPr>
          <p:cNvSpPr>
            <a:spLocks noGrp="1"/>
          </p:cNvSpPr>
          <p:nvPr>
            <p:ph type="title"/>
          </p:nvPr>
        </p:nvSpPr>
        <p:spPr/>
        <p:txBody>
          <a:bodyPr/>
          <a:lstStyle/>
          <a:p>
            <a:r>
              <a:rPr lang="en-US" altLang="zh-CN" dirty="0"/>
              <a:t>1. </a:t>
            </a:r>
            <a:r>
              <a:rPr lang="zh-CN" altLang="en-US" dirty="0"/>
              <a:t>结构化方法</a:t>
            </a:r>
          </a:p>
        </p:txBody>
      </p:sp>
      <p:sp>
        <p:nvSpPr>
          <p:cNvPr id="4" name="页脚占位符 3">
            <a:extLst>
              <a:ext uri="{FF2B5EF4-FFF2-40B4-BE49-F238E27FC236}">
                <a16:creationId xmlns:a16="http://schemas.microsoft.com/office/drawing/2014/main" id="{F058F899-46A5-4189-B030-3A4B825C4356}"/>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5" name="灯片编号占位符 4">
            <a:extLst>
              <a:ext uri="{FF2B5EF4-FFF2-40B4-BE49-F238E27FC236}">
                <a16:creationId xmlns:a16="http://schemas.microsoft.com/office/drawing/2014/main" id="{0ACA5C6E-FC72-47E1-9680-5E4E8A4E5D76}"/>
              </a:ext>
            </a:extLst>
          </p:cNvPr>
          <p:cNvSpPr>
            <a:spLocks noGrp="1"/>
          </p:cNvSpPr>
          <p:nvPr>
            <p:ph type="sldNum" sz="quarter" idx="12"/>
          </p:nvPr>
        </p:nvSpPr>
        <p:spPr/>
        <p:txBody>
          <a:bodyPr/>
          <a:lstStyle/>
          <a:p>
            <a:fld id="{BA3BC865-3899-417B-859C-FB705549A12A}" type="slidenum">
              <a:rPr lang="en-US" altLang="en-US" smtClean="0"/>
              <a:pPr/>
              <a:t>26</a:t>
            </a:fld>
            <a:endParaRPr lang="en-US" altLang="en-US"/>
          </a:p>
        </p:txBody>
      </p:sp>
      <p:grpSp>
        <p:nvGrpSpPr>
          <p:cNvPr id="6" name="Group 21">
            <a:extLst>
              <a:ext uri="{FF2B5EF4-FFF2-40B4-BE49-F238E27FC236}">
                <a16:creationId xmlns:a16="http://schemas.microsoft.com/office/drawing/2014/main" id="{075D70CF-1D2E-4130-9960-BA9ACED11E1C}"/>
              </a:ext>
            </a:extLst>
          </p:cNvPr>
          <p:cNvGrpSpPr>
            <a:grpSpLocks/>
          </p:cNvGrpSpPr>
          <p:nvPr/>
        </p:nvGrpSpPr>
        <p:grpSpPr bwMode="auto">
          <a:xfrm>
            <a:off x="2590800" y="2209800"/>
            <a:ext cx="4394200" cy="1447800"/>
            <a:chOff x="2032" y="1824"/>
            <a:chExt cx="2768" cy="912"/>
          </a:xfrm>
        </p:grpSpPr>
        <p:sp>
          <p:nvSpPr>
            <p:cNvPr id="7" name="AutoShape 5">
              <a:extLst>
                <a:ext uri="{FF2B5EF4-FFF2-40B4-BE49-F238E27FC236}">
                  <a16:creationId xmlns:a16="http://schemas.microsoft.com/office/drawing/2014/main" id="{3D3CE6D5-F62F-4BE9-85D5-248C187B770B}"/>
                </a:ext>
              </a:extLst>
            </p:cNvPr>
            <p:cNvSpPr>
              <a:spLocks/>
            </p:cNvSpPr>
            <p:nvPr/>
          </p:nvSpPr>
          <p:spPr bwMode="auto">
            <a:xfrm>
              <a:off x="2032" y="2304"/>
              <a:ext cx="920" cy="432"/>
            </a:xfrm>
            <a:prstGeom prst="borderCallout1">
              <a:avLst>
                <a:gd name="adj1" fmla="val 83333"/>
                <a:gd name="adj2" fmla="val 105218"/>
                <a:gd name="adj3" fmla="val -90741"/>
                <a:gd name="adj4" fmla="val 105218"/>
              </a:avLst>
            </a:prstGeom>
            <a:noFill/>
            <a:ln w="9525">
              <a:solidFill>
                <a:srgbClr val="FF7C8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26BED2"/>
                  </a:solidFill>
                  <a:latin typeface="幼圆" panose="02010509060101010101" pitchFamily="49" charset="-122"/>
                  <a:ea typeface="幼圆" panose="02010509060101010101" pitchFamily="49" charset="-122"/>
                </a:rPr>
                <a:t>结构化设</a:t>
              </a:r>
            </a:p>
            <a:p>
              <a:r>
                <a:rPr lang="zh-CN" altLang="en-US" sz="1800">
                  <a:solidFill>
                    <a:srgbClr val="26BED2"/>
                  </a:solidFill>
                  <a:latin typeface="幼圆" panose="02010509060101010101" pitchFamily="49" charset="-122"/>
                  <a:ea typeface="幼圆" panose="02010509060101010101" pitchFamily="49" charset="-122"/>
                </a:rPr>
                <a:t>计的</a:t>
              </a:r>
              <a:r>
                <a:rPr lang="zh-CN" altLang="en-US" sz="1800">
                  <a:solidFill>
                    <a:srgbClr val="FF3399"/>
                  </a:solidFill>
                  <a:latin typeface="幼圆" panose="02010509060101010101" pitchFamily="49" charset="-122"/>
                  <a:ea typeface="幼圆" panose="02010509060101010101" pitchFamily="49" charset="-122"/>
                </a:rPr>
                <a:t>目的</a:t>
              </a:r>
            </a:p>
          </p:txBody>
        </p:sp>
        <p:sp>
          <p:nvSpPr>
            <p:cNvPr id="8" name="Rectangle 10">
              <a:extLst>
                <a:ext uri="{FF2B5EF4-FFF2-40B4-BE49-F238E27FC236}">
                  <a16:creationId xmlns:a16="http://schemas.microsoft.com/office/drawing/2014/main" id="{2ACEC827-F70F-4012-AC8B-C3ABB93ED00A}"/>
                </a:ext>
              </a:extLst>
            </p:cNvPr>
            <p:cNvSpPr>
              <a:spLocks noChangeArrowheads="1"/>
            </p:cNvSpPr>
            <p:nvPr/>
          </p:nvSpPr>
          <p:spPr bwMode="auto">
            <a:xfrm>
              <a:off x="3168" y="1824"/>
              <a:ext cx="1632" cy="480"/>
            </a:xfrm>
            <a:prstGeom prst="rect">
              <a:avLst/>
            </a:prstGeom>
            <a:noFill/>
            <a:ln w="38100" cmpd="dbl">
              <a:solidFill>
                <a:srgbClr val="FF7C8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26BED2"/>
                  </a:solidFill>
                  <a:ea typeface="幼圆" panose="02010509060101010101" pitchFamily="49" charset="-122"/>
                </a:rPr>
                <a:t> 使</a:t>
              </a:r>
              <a:r>
                <a:rPr lang="zh-CN" altLang="en-US" sz="1800">
                  <a:solidFill>
                    <a:srgbClr val="FF3399"/>
                  </a:solidFill>
                  <a:ea typeface="幼圆" panose="02010509060101010101" pitchFamily="49" charset="-122"/>
                </a:rPr>
                <a:t>程序的结构</a:t>
              </a:r>
              <a:r>
                <a:rPr lang="zh-CN" altLang="en-US" sz="1800">
                  <a:solidFill>
                    <a:srgbClr val="26BED2"/>
                  </a:solidFill>
                  <a:ea typeface="幼圆" panose="02010509060101010101" pitchFamily="49" charset="-122"/>
                </a:rPr>
                <a:t>尽可能反</a:t>
              </a:r>
            </a:p>
            <a:p>
              <a:r>
                <a:rPr lang="zh-CN" altLang="en-US" sz="1800">
                  <a:solidFill>
                    <a:srgbClr val="26BED2"/>
                  </a:solidFill>
                  <a:ea typeface="幼圆" panose="02010509060101010101" pitchFamily="49" charset="-122"/>
                </a:rPr>
                <a:t>映</a:t>
              </a:r>
              <a:r>
                <a:rPr lang="zh-CN" altLang="en-US" sz="1800">
                  <a:solidFill>
                    <a:srgbClr val="FF3399"/>
                  </a:solidFill>
                  <a:ea typeface="幼圆" panose="02010509060101010101" pitchFamily="49" charset="-122"/>
                </a:rPr>
                <a:t>要解决的问题的结构</a:t>
              </a:r>
            </a:p>
          </p:txBody>
        </p:sp>
        <p:sp>
          <p:nvSpPr>
            <p:cNvPr id="9" name="Line 11">
              <a:extLst>
                <a:ext uri="{FF2B5EF4-FFF2-40B4-BE49-F238E27FC236}">
                  <a16:creationId xmlns:a16="http://schemas.microsoft.com/office/drawing/2014/main" id="{D4B2F1FB-EE0D-466E-A9CC-10091345A8F7}"/>
                </a:ext>
              </a:extLst>
            </p:cNvPr>
            <p:cNvSpPr>
              <a:spLocks noChangeShapeType="1"/>
            </p:cNvSpPr>
            <p:nvPr/>
          </p:nvSpPr>
          <p:spPr bwMode="auto">
            <a:xfrm>
              <a:off x="2976" y="2064"/>
              <a:ext cx="192" cy="0"/>
            </a:xfrm>
            <a:prstGeom prst="line">
              <a:avLst/>
            </a:prstGeom>
            <a:noFill/>
            <a:ln w="9525">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22">
            <a:extLst>
              <a:ext uri="{FF2B5EF4-FFF2-40B4-BE49-F238E27FC236}">
                <a16:creationId xmlns:a16="http://schemas.microsoft.com/office/drawing/2014/main" id="{A580815A-A10C-4EC7-B084-A4E00D751129}"/>
              </a:ext>
            </a:extLst>
          </p:cNvPr>
          <p:cNvGrpSpPr>
            <a:grpSpLocks/>
          </p:cNvGrpSpPr>
          <p:nvPr/>
        </p:nvGrpSpPr>
        <p:grpSpPr bwMode="auto">
          <a:xfrm>
            <a:off x="2667000" y="4191000"/>
            <a:ext cx="4394200" cy="1447800"/>
            <a:chOff x="2032" y="1824"/>
            <a:chExt cx="2768" cy="912"/>
          </a:xfrm>
        </p:grpSpPr>
        <p:sp>
          <p:nvSpPr>
            <p:cNvPr id="11" name="AutoShape 23">
              <a:extLst>
                <a:ext uri="{FF2B5EF4-FFF2-40B4-BE49-F238E27FC236}">
                  <a16:creationId xmlns:a16="http://schemas.microsoft.com/office/drawing/2014/main" id="{97051574-81D2-40E5-B2AB-E1AA5B306BCE}"/>
                </a:ext>
              </a:extLst>
            </p:cNvPr>
            <p:cNvSpPr>
              <a:spLocks/>
            </p:cNvSpPr>
            <p:nvPr/>
          </p:nvSpPr>
          <p:spPr bwMode="auto">
            <a:xfrm>
              <a:off x="2032" y="2304"/>
              <a:ext cx="920" cy="432"/>
            </a:xfrm>
            <a:prstGeom prst="borderCallout1">
              <a:avLst>
                <a:gd name="adj1" fmla="val 83333"/>
                <a:gd name="adj2" fmla="val 105218"/>
                <a:gd name="adj3" fmla="val -90741"/>
                <a:gd name="adj4" fmla="val 105218"/>
              </a:avLst>
            </a:prstGeom>
            <a:noFill/>
            <a:ln w="9525">
              <a:solidFill>
                <a:srgbClr val="FF7C8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26BED2"/>
                  </a:solidFill>
                  <a:latin typeface="幼圆" panose="02010509060101010101" pitchFamily="49" charset="-122"/>
                  <a:ea typeface="幼圆" panose="02010509060101010101" pitchFamily="49" charset="-122"/>
                </a:rPr>
                <a:t>结构化设</a:t>
              </a:r>
            </a:p>
            <a:p>
              <a:r>
                <a:rPr lang="zh-CN" altLang="en-US" sz="1800">
                  <a:solidFill>
                    <a:srgbClr val="26BED2"/>
                  </a:solidFill>
                  <a:latin typeface="幼圆" panose="02010509060101010101" pitchFamily="49" charset="-122"/>
                  <a:ea typeface="幼圆" panose="02010509060101010101" pitchFamily="49" charset="-122"/>
                </a:rPr>
                <a:t>计的</a:t>
              </a:r>
              <a:r>
                <a:rPr lang="zh-CN" altLang="en-US" sz="1800">
                  <a:solidFill>
                    <a:srgbClr val="FF3399"/>
                  </a:solidFill>
                  <a:latin typeface="幼圆" panose="02010509060101010101" pitchFamily="49" charset="-122"/>
                  <a:ea typeface="幼圆" panose="02010509060101010101" pitchFamily="49" charset="-122"/>
                </a:rPr>
                <a:t>任务</a:t>
              </a:r>
            </a:p>
          </p:txBody>
        </p:sp>
        <p:sp>
          <p:nvSpPr>
            <p:cNvPr id="12" name="Rectangle 24">
              <a:extLst>
                <a:ext uri="{FF2B5EF4-FFF2-40B4-BE49-F238E27FC236}">
                  <a16:creationId xmlns:a16="http://schemas.microsoft.com/office/drawing/2014/main" id="{1BE1E137-E781-41C7-897F-8A1AA206F4BC}"/>
                </a:ext>
              </a:extLst>
            </p:cNvPr>
            <p:cNvSpPr>
              <a:spLocks noChangeArrowheads="1"/>
            </p:cNvSpPr>
            <p:nvPr/>
          </p:nvSpPr>
          <p:spPr bwMode="auto">
            <a:xfrm>
              <a:off x="3168" y="1824"/>
              <a:ext cx="1632" cy="480"/>
            </a:xfrm>
            <a:prstGeom prst="rect">
              <a:avLst/>
            </a:prstGeom>
            <a:noFill/>
            <a:ln w="38100" cmpd="dbl">
              <a:solidFill>
                <a:srgbClr val="FF7C80"/>
              </a:solidFill>
              <a:miter lim="800000"/>
              <a:headEnd/>
              <a:tailEnd/>
            </a:ln>
            <a:effectLst/>
          </p:spPr>
          <p:txBody>
            <a:bodyPr wrap="none" anchor="ctr"/>
            <a:lstStyle/>
            <a:p>
              <a:pPr>
                <a:defRPr/>
              </a:pPr>
              <a:r>
                <a:rPr lang="zh-CN" altLang="en-US" sz="1800">
                  <a:solidFill>
                    <a:srgbClr val="26BED2"/>
                  </a:solidFill>
                  <a:latin typeface="Times New Roman" charset="0"/>
                  <a:ea typeface="幼圆" pitchFamily="49" charset="-122"/>
                </a:rPr>
                <a:t> 完成目标系统的—</a:t>
              </a:r>
            </a:p>
            <a:p>
              <a:pPr>
                <a:defRPr/>
              </a:pPr>
              <a:r>
                <a:rPr lang="zh-CN" altLang="en-US" sz="1800">
                  <a:solidFill>
                    <a:srgbClr val="FF3399"/>
                  </a:solidFill>
                  <a:latin typeface="Times New Roman" charset="0"/>
                  <a:ea typeface="幼圆" pitchFamily="49" charset="-122"/>
                </a:rPr>
                <a:t>系统结构图(</a:t>
              </a:r>
              <a:r>
                <a:rPr lang="en-US" altLang="zh-CN" sz="2000" b="1">
                  <a:solidFill>
                    <a:srgbClr val="FF3399"/>
                  </a:solidFill>
                  <a:effectLst>
                    <a:outerShdw blurRad="38100" dist="38100" dir="2700000" algn="tl">
                      <a:srgbClr val="000000"/>
                    </a:outerShdw>
                  </a:effectLst>
                  <a:latin typeface="Arial" charset="0"/>
                  <a:ea typeface="幼圆" pitchFamily="49" charset="-122"/>
                </a:rPr>
                <a:t>SC</a:t>
              </a:r>
              <a:r>
                <a:rPr lang="en-US" altLang="zh-CN" sz="1800">
                  <a:solidFill>
                    <a:srgbClr val="FF3399"/>
                  </a:solidFill>
                  <a:latin typeface="Times New Roman" charset="0"/>
                  <a:ea typeface="幼圆" pitchFamily="49" charset="-122"/>
                </a:rPr>
                <a:t>)</a:t>
              </a:r>
            </a:p>
          </p:txBody>
        </p:sp>
        <p:sp>
          <p:nvSpPr>
            <p:cNvPr id="13" name="Line 25">
              <a:extLst>
                <a:ext uri="{FF2B5EF4-FFF2-40B4-BE49-F238E27FC236}">
                  <a16:creationId xmlns:a16="http://schemas.microsoft.com/office/drawing/2014/main" id="{9DCDA15F-7143-491E-93A7-F00AEAC57547}"/>
                </a:ext>
              </a:extLst>
            </p:cNvPr>
            <p:cNvSpPr>
              <a:spLocks noChangeShapeType="1"/>
            </p:cNvSpPr>
            <p:nvPr/>
          </p:nvSpPr>
          <p:spPr bwMode="auto">
            <a:xfrm>
              <a:off x="2976" y="2064"/>
              <a:ext cx="192" cy="0"/>
            </a:xfrm>
            <a:prstGeom prst="line">
              <a:avLst/>
            </a:prstGeom>
            <a:noFill/>
            <a:ln w="9525">
              <a:solidFill>
                <a:srgbClr val="FF7C8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044735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vertic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57F16FE-80EE-4B3A-8605-219896E81F79}"/>
              </a:ext>
            </a:extLst>
          </p:cNvPr>
          <p:cNvSpPr>
            <a:spLocks noGrp="1"/>
          </p:cNvSpPr>
          <p:nvPr>
            <p:ph type="ftr" sz="quarter" idx="11"/>
          </p:nvPr>
        </p:nvSpPr>
        <p:spPr/>
        <p:txBody>
          <a:bodyPr/>
          <a:lstStyle/>
          <a:p>
            <a:pPr>
              <a:defRPr/>
            </a:pPr>
            <a:r>
              <a:rPr lang="en-US" altLang="en-US"/>
              <a:t>Systems Analysis and Design in a Changing World, 6th Edition</a:t>
            </a:r>
          </a:p>
        </p:txBody>
      </p:sp>
      <p:sp>
        <p:nvSpPr>
          <p:cNvPr id="3" name="灯片编号占位符 2">
            <a:extLst>
              <a:ext uri="{FF2B5EF4-FFF2-40B4-BE49-F238E27FC236}">
                <a16:creationId xmlns:a16="http://schemas.microsoft.com/office/drawing/2014/main" id="{AB1B9CC0-C3DF-4B00-B1C7-701699F4016E}"/>
              </a:ext>
            </a:extLst>
          </p:cNvPr>
          <p:cNvSpPr>
            <a:spLocks noGrp="1"/>
          </p:cNvSpPr>
          <p:nvPr>
            <p:ph type="sldNum" sz="quarter" idx="12"/>
          </p:nvPr>
        </p:nvSpPr>
        <p:spPr/>
        <p:txBody>
          <a:bodyPr/>
          <a:lstStyle/>
          <a:p>
            <a:fld id="{CD39FB44-306C-4FD4-B5CD-70BCBD68E2D4}" type="slidenum">
              <a:rPr lang="en-US" altLang="en-US" smtClean="0"/>
              <a:pPr/>
              <a:t>27</a:t>
            </a:fld>
            <a:endParaRPr lang="en-US" altLang="en-US"/>
          </a:p>
        </p:txBody>
      </p:sp>
      <p:sp>
        <p:nvSpPr>
          <p:cNvPr id="4" name="Rectangle 4">
            <a:extLst>
              <a:ext uri="{FF2B5EF4-FFF2-40B4-BE49-F238E27FC236}">
                <a16:creationId xmlns:a16="http://schemas.microsoft.com/office/drawing/2014/main" id="{C4BD9DA6-8C97-4E26-A2E3-8ABAD31B0C02}"/>
              </a:ext>
            </a:extLst>
          </p:cNvPr>
          <p:cNvSpPr>
            <a:spLocks noChangeArrowheads="1"/>
          </p:cNvSpPr>
          <p:nvPr/>
        </p:nvSpPr>
        <p:spPr bwMode="auto">
          <a:xfrm>
            <a:off x="1066800" y="2420613"/>
            <a:ext cx="7010400" cy="2514600"/>
          </a:xfrm>
          <a:prstGeom prst="rect">
            <a:avLst/>
          </a:prstGeom>
          <a:solidFill>
            <a:schemeClr val="bg1"/>
          </a:solidFill>
          <a:ln w="38100" cmpd="dbl">
            <a:solidFill>
              <a:srgbClr val="47C759"/>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2000" b="1">
                <a:solidFill>
                  <a:srgbClr val="47C759"/>
                </a:solidFill>
                <a:latin typeface="黑体" panose="02010609060101010101" pitchFamily="49" charset="-122"/>
                <a:ea typeface="黑体" panose="02010609060101010101" pitchFamily="49" charset="-122"/>
              </a:rPr>
              <a:t>1、</a:t>
            </a:r>
            <a:r>
              <a:rPr lang="zh-CN" altLang="en-US" sz="1800">
                <a:solidFill>
                  <a:srgbClr val="47C759"/>
                </a:solidFill>
                <a:latin typeface="黑体" panose="02010609060101010101" pitchFamily="49" charset="-122"/>
                <a:ea typeface="黑体" panose="02010609060101010101" pitchFamily="49" charset="-122"/>
              </a:rPr>
              <a:t>使用语言中的顺序、选择、重复等有限的基本控制结构表示程序</a:t>
            </a:r>
          </a:p>
          <a:p>
            <a:pPr algn="l"/>
            <a:r>
              <a:rPr lang="zh-CN" altLang="en-US" sz="2000">
                <a:solidFill>
                  <a:srgbClr val="47C759"/>
                </a:solidFill>
                <a:latin typeface="黑体" panose="02010609060101010101" pitchFamily="49" charset="-122"/>
                <a:ea typeface="黑体" panose="02010609060101010101" pitchFamily="49" charset="-122"/>
              </a:rPr>
              <a:t>2、</a:t>
            </a:r>
            <a:r>
              <a:rPr lang="zh-CN" altLang="en-US" sz="1800">
                <a:solidFill>
                  <a:srgbClr val="47C759"/>
                </a:solidFill>
                <a:latin typeface="黑体" panose="02010609060101010101" pitchFamily="49" charset="-122"/>
                <a:ea typeface="黑体" panose="02010609060101010101" pitchFamily="49" charset="-122"/>
              </a:rPr>
              <a:t>选用的控制结构只准许有一个入口和一个出口 </a:t>
            </a:r>
          </a:p>
          <a:p>
            <a:pPr algn="l"/>
            <a:r>
              <a:rPr lang="zh-CN" altLang="en-US" sz="2000">
                <a:solidFill>
                  <a:srgbClr val="47C759"/>
                </a:solidFill>
                <a:latin typeface="黑体" panose="02010609060101010101" pitchFamily="49" charset="-122"/>
                <a:ea typeface="黑体" panose="02010609060101010101" pitchFamily="49" charset="-122"/>
              </a:rPr>
              <a:t>3、</a:t>
            </a:r>
            <a:r>
              <a:rPr lang="zh-CN" altLang="en-US" sz="1800">
                <a:solidFill>
                  <a:srgbClr val="47C759"/>
                </a:solidFill>
                <a:latin typeface="黑体" panose="02010609060101010101" pitchFamily="49" charset="-122"/>
                <a:ea typeface="黑体" panose="02010609060101010101" pitchFamily="49" charset="-122"/>
              </a:rPr>
              <a:t>程序语句组成容易识别的块</a:t>
            </a:r>
            <a:r>
              <a:rPr lang="zh-CN" altLang="en-US" sz="1800">
                <a:solidFill>
                  <a:srgbClr val="47C759"/>
                </a:solidFill>
                <a:latin typeface="Arial" panose="020B0604020202020204" pitchFamily="34" charset="0"/>
                <a:ea typeface="黑体" panose="02010609060101010101" pitchFamily="49" charset="-122"/>
              </a:rPr>
              <a:t>（</a:t>
            </a:r>
            <a:r>
              <a:rPr lang="en-US" altLang="zh-CN" sz="1800">
                <a:solidFill>
                  <a:srgbClr val="47C759"/>
                </a:solidFill>
                <a:latin typeface="Arial" panose="020B0604020202020204" pitchFamily="34" charset="0"/>
                <a:ea typeface="黑体" panose="02010609060101010101" pitchFamily="49" charset="-122"/>
              </a:rPr>
              <a:t>Block）</a:t>
            </a:r>
            <a:r>
              <a:rPr lang="en-US" altLang="zh-CN" sz="1800">
                <a:solidFill>
                  <a:srgbClr val="47C759"/>
                </a:solidFill>
                <a:latin typeface="黑体" panose="02010609060101010101" pitchFamily="49" charset="-122"/>
                <a:ea typeface="黑体" panose="02010609060101010101" pitchFamily="49" charset="-122"/>
              </a:rPr>
              <a:t>,</a:t>
            </a:r>
            <a:r>
              <a:rPr lang="zh-CN" altLang="en-US" sz="1800">
                <a:solidFill>
                  <a:srgbClr val="47C759"/>
                </a:solidFill>
                <a:latin typeface="黑体" panose="02010609060101010101" pitchFamily="49" charset="-122"/>
                <a:ea typeface="黑体" panose="02010609060101010101" pitchFamily="49" charset="-122"/>
              </a:rPr>
              <a:t>每块只有一个入口和一个</a:t>
            </a:r>
          </a:p>
          <a:p>
            <a:pPr algn="l"/>
            <a:r>
              <a:rPr lang="zh-CN" altLang="en-US" sz="1800">
                <a:solidFill>
                  <a:srgbClr val="47C759"/>
                </a:solidFill>
                <a:latin typeface="黑体" panose="02010609060101010101" pitchFamily="49" charset="-122"/>
                <a:ea typeface="黑体" panose="02010609060101010101" pitchFamily="49" charset="-122"/>
              </a:rPr>
              <a:t>   出口</a:t>
            </a:r>
          </a:p>
          <a:p>
            <a:pPr algn="l"/>
            <a:r>
              <a:rPr lang="zh-CN" altLang="en-US" sz="2000">
                <a:solidFill>
                  <a:srgbClr val="47C759"/>
                </a:solidFill>
                <a:latin typeface="黑体" panose="02010609060101010101" pitchFamily="49" charset="-122"/>
                <a:ea typeface="黑体" panose="02010609060101010101" pitchFamily="49" charset="-122"/>
              </a:rPr>
              <a:t>4、</a:t>
            </a:r>
            <a:r>
              <a:rPr lang="zh-CN" altLang="en-US" sz="1800">
                <a:solidFill>
                  <a:srgbClr val="47C759"/>
                </a:solidFill>
                <a:latin typeface="黑体" panose="02010609060101010101" pitchFamily="49" charset="-122"/>
                <a:ea typeface="黑体" panose="02010609060101010101" pitchFamily="49" charset="-122"/>
              </a:rPr>
              <a:t>复杂结构应该用基本控制结构进行组合嵌套来实现 </a:t>
            </a:r>
          </a:p>
          <a:p>
            <a:pPr algn="l"/>
            <a:r>
              <a:rPr lang="zh-CN" altLang="en-US" sz="2000">
                <a:solidFill>
                  <a:srgbClr val="47C759"/>
                </a:solidFill>
                <a:latin typeface="黑体" panose="02010609060101010101" pitchFamily="49" charset="-122"/>
                <a:ea typeface="黑体" panose="02010609060101010101" pitchFamily="49" charset="-122"/>
              </a:rPr>
              <a:t>5、</a:t>
            </a:r>
            <a:r>
              <a:rPr lang="zh-CN" altLang="en-US" sz="1800">
                <a:solidFill>
                  <a:srgbClr val="47C759"/>
                </a:solidFill>
                <a:latin typeface="黑体" panose="02010609060101010101" pitchFamily="49" charset="-122"/>
                <a:ea typeface="黑体" panose="02010609060101010101" pitchFamily="49" charset="-122"/>
              </a:rPr>
              <a:t>严格控制</a:t>
            </a:r>
            <a:r>
              <a:rPr lang="en-US" altLang="zh-CN" sz="1800">
                <a:solidFill>
                  <a:srgbClr val="47C759"/>
                </a:solidFill>
                <a:latin typeface="Arial" panose="020B0604020202020204" pitchFamily="34" charset="0"/>
                <a:ea typeface="黑体" panose="02010609060101010101" pitchFamily="49" charset="-122"/>
              </a:rPr>
              <a:t>GOTO</a:t>
            </a:r>
            <a:r>
              <a:rPr lang="zh-CN" altLang="en-US" sz="1800">
                <a:solidFill>
                  <a:srgbClr val="47C759"/>
                </a:solidFill>
                <a:latin typeface="黑体" panose="02010609060101010101" pitchFamily="49" charset="-122"/>
                <a:ea typeface="黑体" panose="02010609060101010101" pitchFamily="49" charset="-122"/>
              </a:rPr>
              <a:t>语句</a:t>
            </a:r>
            <a:endParaRPr lang="en-US" altLang="zh-CN" sz="1800">
              <a:solidFill>
                <a:srgbClr val="47C759"/>
              </a:solidFill>
              <a:latin typeface="黑体" panose="02010609060101010101" pitchFamily="49" charset="-122"/>
              <a:ea typeface="黑体" panose="02010609060101010101" pitchFamily="49" charset="-122"/>
            </a:endParaRPr>
          </a:p>
        </p:txBody>
      </p:sp>
      <p:sp>
        <p:nvSpPr>
          <p:cNvPr id="5" name="TextBox 7">
            <a:extLst>
              <a:ext uri="{FF2B5EF4-FFF2-40B4-BE49-F238E27FC236}">
                <a16:creationId xmlns:a16="http://schemas.microsoft.com/office/drawing/2014/main" id="{E6A78F07-1196-49CF-82BB-7739E5043E6D}"/>
              </a:ext>
            </a:extLst>
          </p:cNvPr>
          <p:cNvSpPr>
            <a:spLocks noChangeArrowheads="1"/>
          </p:cNvSpPr>
          <p:nvPr/>
        </p:nvSpPr>
        <p:spPr bwMode="auto">
          <a:xfrm>
            <a:off x="377825" y="1506538"/>
            <a:ext cx="8299450" cy="43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latin typeface="Arial" panose="020B0604020202020204" pitchFamily="34" charset="0"/>
                <a:ea typeface="经典宋体简" charset="-122"/>
              </a:rPr>
              <a:t>1.2 </a:t>
            </a:r>
            <a:r>
              <a:rPr lang="zh-CN" altLang="en-US" sz="2000" b="1" dirty="0">
                <a:latin typeface="Arial" panose="020B0604020202020204" pitchFamily="34" charset="0"/>
                <a:ea typeface="经典宋体简" charset="-122"/>
              </a:rPr>
              <a:t>结构化程序设计原则</a:t>
            </a:r>
            <a:endParaRPr lang="en-US" altLang="zh-CN" sz="2400" dirty="0">
              <a:latin typeface="Arial" panose="020B0604020202020204" pitchFamily="34" charset="0"/>
            </a:endParaRPr>
          </a:p>
        </p:txBody>
      </p:sp>
      <p:sp>
        <p:nvSpPr>
          <p:cNvPr id="7" name="标题 1">
            <a:extLst>
              <a:ext uri="{FF2B5EF4-FFF2-40B4-BE49-F238E27FC236}">
                <a16:creationId xmlns:a16="http://schemas.microsoft.com/office/drawing/2014/main" id="{D8721209-AF22-4CE1-A78E-C91DC21E270D}"/>
              </a:ext>
            </a:extLst>
          </p:cNvPr>
          <p:cNvSpPr txBox="1">
            <a:spLocks/>
          </p:cNvSpPr>
          <p:nvPr/>
        </p:nvSpPr>
        <p:spPr>
          <a:xfrm>
            <a:off x="363648" y="858838"/>
            <a:ext cx="7543800" cy="1295400"/>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r>
              <a:rPr lang="en-US" altLang="zh-CN" kern="0" dirty="0"/>
              <a:t>1. </a:t>
            </a:r>
            <a:r>
              <a:rPr lang="zh-CN" altLang="en-US" kern="0" dirty="0"/>
              <a:t>结构化方法</a:t>
            </a:r>
          </a:p>
        </p:txBody>
      </p:sp>
    </p:spTree>
    <p:extLst>
      <p:ext uri="{BB962C8B-B14F-4D97-AF65-F5344CB8AC3E}">
        <p14:creationId xmlns:p14="http://schemas.microsoft.com/office/powerpoint/2010/main" val="3444500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日期占位符 1">
            <a:extLst>
              <a:ext uri="{FF2B5EF4-FFF2-40B4-BE49-F238E27FC236}">
                <a16:creationId xmlns:a16="http://schemas.microsoft.com/office/drawing/2014/main" id="{A07247BE-E388-4711-8500-A9639F020A4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fld id="{2F504E1E-848F-458B-B81F-35B845E0435F}" type="datetime1">
              <a:rPr lang="zh-CN" altLang="en-US" sz="1400" smtClean="0">
                <a:solidFill>
                  <a:schemeClr val="bg2"/>
                </a:solidFill>
                <a:latin typeface="幼圆" panose="02010509060101010101" pitchFamily="49" charset="-122"/>
                <a:ea typeface="幼圆" panose="02010509060101010101" pitchFamily="49" charset="-122"/>
              </a:rPr>
              <a:pPr algn="l"/>
              <a:t>2026/3/20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042882" name="AutoShape 2">
            <a:extLst>
              <a:ext uri="{FF2B5EF4-FFF2-40B4-BE49-F238E27FC236}">
                <a16:creationId xmlns:a16="http://schemas.microsoft.com/office/drawing/2014/main" id="{D7D0D2B2-1843-40B4-A4B1-06653512E7A2}"/>
              </a:ext>
            </a:extLst>
          </p:cNvPr>
          <p:cNvSpPr>
            <a:spLocks/>
          </p:cNvSpPr>
          <p:nvPr/>
        </p:nvSpPr>
        <p:spPr bwMode="auto">
          <a:xfrm>
            <a:off x="2933700" y="5334000"/>
            <a:ext cx="1257300" cy="609600"/>
          </a:xfrm>
          <a:prstGeom prst="borderCallout1">
            <a:avLst>
              <a:gd name="adj1" fmla="val 81250"/>
              <a:gd name="adj2" fmla="val 106060"/>
              <a:gd name="adj3" fmla="val -475000"/>
              <a:gd name="adj4" fmla="val 106060"/>
            </a:avLst>
          </a:prstGeom>
          <a:noFill/>
          <a:ln w="9525">
            <a:solidFill>
              <a:srgbClr val="116EEB"/>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宋体" panose="02010600030101010101" pitchFamily="2" charset="-122"/>
                <a:ea typeface="宋体" panose="02010600030101010101" pitchFamily="2" charset="-122"/>
              </a:rPr>
              <a:t>描述工具</a:t>
            </a:r>
          </a:p>
        </p:txBody>
      </p:sp>
      <p:grpSp>
        <p:nvGrpSpPr>
          <p:cNvPr id="2" name="Group 3">
            <a:extLst>
              <a:ext uri="{FF2B5EF4-FFF2-40B4-BE49-F238E27FC236}">
                <a16:creationId xmlns:a16="http://schemas.microsoft.com/office/drawing/2014/main" id="{86980399-874A-4B3D-A2FA-9C6E89817CB2}"/>
              </a:ext>
            </a:extLst>
          </p:cNvPr>
          <p:cNvGrpSpPr>
            <a:grpSpLocks/>
          </p:cNvGrpSpPr>
          <p:nvPr/>
        </p:nvGrpSpPr>
        <p:grpSpPr bwMode="auto">
          <a:xfrm>
            <a:off x="4267200" y="2514600"/>
            <a:ext cx="2590800" cy="609600"/>
            <a:chOff x="2832" y="1488"/>
            <a:chExt cx="1632" cy="384"/>
          </a:xfrm>
        </p:grpSpPr>
        <p:sp>
          <p:nvSpPr>
            <p:cNvPr id="373775" name="Rectangle 4">
              <a:hlinkClick r:id="" action="ppaction://noaction"/>
              <a:extLst>
                <a:ext uri="{FF2B5EF4-FFF2-40B4-BE49-F238E27FC236}">
                  <a16:creationId xmlns:a16="http://schemas.microsoft.com/office/drawing/2014/main" id="{97F01E78-CAE0-48D9-B583-DC37190F47FF}"/>
                </a:ext>
              </a:extLst>
            </p:cNvPr>
            <p:cNvSpPr>
              <a:spLocks noChangeArrowheads="1"/>
            </p:cNvSpPr>
            <p:nvPr/>
          </p:nvSpPr>
          <p:spPr bwMode="auto">
            <a:xfrm>
              <a:off x="3024" y="1488"/>
              <a:ext cx="1440" cy="384"/>
            </a:xfrm>
            <a:prstGeom prst="rect">
              <a:avLst/>
            </a:prstGeom>
            <a:noFill/>
            <a:ln w="38100" cmpd="dbl">
              <a:solidFill>
                <a:srgbClr val="116EEB"/>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30000"/>
                </a:spcBef>
              </a:pPr>
              <a:r>
                <a:rPr kumimoji="1" lang="en-US" altLang="zh-CN" sz="2000" dirty="0">
                  <a:latin typeface="宋体" panose="02010600030101010101" pitchFamily="2" charset="-122"/>
                  <a:ea typeface="宋体" panose="02010600030101010101" pitchFamily="2" charset="-122"/>
                </a:rPr>
                <a:t>1.3.1 </a:t>
              </a:r>
              <a:r>
                <a:rPr kumimoji="1" lang="zh-CN" altLang="en-US" sz="2000" dirty="0">
                  <a:latin typeface="宋体" panose="02010600030101010101" pitchFamily="2" charset="-122"/>
                  <a:ea typeface="宋体" panose="02010600030101010101" pitchFamily="2" charset="-122"/>
                </a:rPr>
                <a:t>结构图</a:t>
              </a:r>
            </a:p>
          </p:txBody>
        </p:sp>
        <p:sp>
          <p:nvSpPr>
            <p:cNvPr id="373776" name="Line 5">
              <a:extLst>
                <a:ext uri="{FF2B5EF4-FFF2-40B4-BE49-F238E27FC236}">
                  <a16:creationId xmlns:a16="http://schemas.microsoft.com/office/drawing/2014/main" id="{DC5B0A33-F269-4014-9460-7199CDD13365}"/>
                </a:ext>
              </a:extLst>
            </p:cNvPr>
            <p:cNvSpPr>
              <a:spLocks noChangeShapeType="1"/>
            </p:cNvSpPr>
            <p:nvPr/>
          </p:nvSpPr>
          <p:spPr bwMode="auto">
            <a:xfrm>
              <a:off x="2832" y="1680"/>
              <a:ext cx="192"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宋体" panose="02010600030101010101" pitchFamily="2" charset="-122"/>
                <a:ea typeface="宋体" panose="02010600030101010101" pitchFamily="2" charset="-122"/>
              </a:endParaRPr>
            </a:p>
          </p:txBody>
        </p:sp>
      </p:grpSp>
      <p:grpSp>
        <p:nvGrpSpPr>
          <p:cNvPr id="3" name="Group 15">
            <a:extLst>
              <a:ext uri="{FF2B5EF4-FFF2-40B4-BE49-F238E27FC236}">
                <a16:creationId xmlns:a16="http://schemas.microsoft.com/office/drawing/2014/main" id="{AAD5C083-0C95-43EB-8644-568957206F85}"/>
              </a:ext>
            </a:extLst>
          </p:cNvPr>
          <p:cNvGrpSpPr>
            <a:grpSpLocks/>
          </p:cNvGrpSpPr>
          <p:nvPr/>
        </p:nvGrpSpPr>
        <p:grpSpPr bwMode="auto">
          <a:xfrm>
            <a:off x="4267200" y="3276600"/>
            <a:ext cx="2590800" cy="609600"/>
            <a:chOff x="2832" y="1488"/>
            <a:chExt cx="1632" cy="384"/>
          </a:xfrm>
        </p:grpSpPr>
        <p:sp>
          <p:nvSpPr>
            <p:cNvPr id="2042896" name="Rectangle 16">
              <a:hlinkClick r:id="" action="ppaction://noaction"/>
              <a:extLst>
                <a:ext uri="{FF2B5EF4-FFF2-40B4-BE49-F238E27FC236}">
                  <a16:creationId xmlns:a16="http://schemas.microsoft.com/office/drawing/2014/main" id="{0BB6D813-0933-4556-8ABB-63CD340BF529}"/>
                </a:ext>
              </a:extLst>
            </p:cNvPr>
            <p:cNvSpPr>
              <a:spLocks noChangeArrowheads="1"/>
            </p:cNvSpPr>
            <p:nvPr/>
          </p:nvSpPr>
          <p:spPr bwMode="auto">
            <a:xfrm>
              <a:off x="3024" y="1488"/>
              <a:ext cx="1440" cy="384"/>
            </a:xfrm>
            <a:prstGeom prst="rect">
              <a:avLst/>
            </a:prstGeom>
            <a:noFill/>
            <a:ln w="38100" cmpd="dbl">
              <a:solidFill>
                <a:srgbClr val="116EEB"/>
              </a:solidFill>
              <a:miter lim="800000"/>
              <a:headEnd/>
              <a:tailEnd/>
            </a:ln>
            <a:effectLst/>
          </p:spPr>
          <p:txBody>
            <a:bodyPr wrap="none" anchor="ctr"/>
            <a:lstStyle/>
            <a:p>
              <a:pPr algn="ctr">
                <a:lnSpc>
                  <a:spcPct val="80000"/>
                </a:lnSpc>
                <a:spcBef>
                  <a:spcPct val="30000"/>
                </a:spcBef>
                <a:defRPr/>
              </a:pPr>
              <a:r>
                <a:rPr kumimoji="1" lang="en-US" altLang="zh-CN" sz="2000" dirty="0">
                  <a:latin typeface="宋体" panose="02010600030101010101" pitchFamily="2" charset="-122"/>
                  <a:ea typeface="宋体" panose="02010600030101010101" pitchFamily="2" charset="-122"/>
                </a:rPr>
                <a:t>1.3.2 </a:t>
              </a:r>
              <a:r>
                <a:rPr kumimoji="1" lang="zh-CN" altLang="en-US" sz="2000" dirty="0">
                  <a:latin typeface="宋体" panose="02010600030101010101" pitchFamily="2" charset="-122"/>
                  <a:ea typeface="宋体" panose="02010600030101010101" pitchFamily="2" charset="-122"/>
                </a:rPr>
                <a:t>程序流程图</a:t>
              </a:r>
            </a:p>
          </p:txBody>
        </p:sp>
        <p:sp>
          <p:nvSpPr>
            <p:cNvPr id="373774" name="Line 17">
              <a:extLst>
                <a:ext uri="{FF2B5EF4-FFF2-40B4-BE49-F238E27FC236}">
                  <a16:creationId xmlns:a16="http://schemas.microsoft.com/office/drawing/2014/main" id="{061018D1-50E7-42E9-9736-550CC51250B5}"/>
                </a:ext>
              </a:extLst>
            </p:cNvPr>
            <p:cNvSpPr>
              <a:spLocks noChangeShapeType="1"/>
            </p:cNvSpPr>
            <p:nvPr/>
          </p:nvSpPr>
          <p:spPr bwMode="auto">
            <a:xfrm>
              <a:off x="2832" y="1680"/>
              <a:ext cx="192"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宋体" panose="02010600030101010101" pitchFamily="2" charset="-122"/>
                <a:ea typeface="宋体" panose="02010600030101010101" pitchFamily="2" charset="-122"/>
              </a:endParaRPr>
            </a:p>
          </p:txBody>
        </p:sp>
      </p:grpSp>
      <p:grpSp>
        <p:nvGrpSpPr>
          <p:cNvPr id="4" name="Group 18">
            <a:extLst>
              <a:ext uri="{FF2B5EF4-FFF2-40B4-BE49-F238E27FC236}">
                <a16:creationId xmlns:a16="http://schemas.microsoft.com/office/drawing/2014/main" id="{BC4443A9-918F-4348-801F-CE647C1A723A}"/>
              </a:ext>
            </a:extLst>
          </p:cNvPr>
          <p:cNvGrpSpPr>
            <a:grpSpLocks/>
          </p:cNvGrpSpPr>
          <p:nvPr/>
        </p:nvGrpSpPr>
        <p:grpSpPr bwMode="auto">
          <a:xfrm>
            <a:off x="4267200" y="4038600"/>
            <a:ext cx="2590800" cy="609600"/>
            <a:chOff x="2832" y="1488"/>
            <a:chExt cx="1632" cy="384"/>
          </a:xfrm>
        </p:grpSpPr>
        <p:sp>
          <p:nvSpPr>
            <p:cNvPr id="2042899" name="Rectangle 19">
              <a:hlinkClick r:id="" action="ppaction://noaction"/>
              <a:extLst>
                <a:ext uri="{FF2B5EF4-FFF2-40B4-BE49-F238E27FC236}">
                  <a16:creationId xmlns:a16="http://schemas.microsoft.com/office/drawing/2014/main" id="{7473B035-41A0-4CC7-A522-D3991E91C130}"/>
                </a:ext>
              </a:extLst>
            </p:cNvPr>
            <p:cNvSpPr>
              <a:spLocks noChangeArrowheads="1"/>
            </p:cNvSpPr>
            <p:nvPr/>
          </p:nvSpPr>
          <p:spPr bwMode="auto">
            <a:xfrm>
              <a:off x="3024" y="1488"/>
              <a:ext cx="1440" cy="384"/>
            </a:xfrm>
            <a:prstGeom prst="rect">
              <a:avLst/>
            </a:prstGeom>
            <a:noFill/>
            <a:ln w="38100" cmpd="dbl">
              <a:solidFill>
                <a:srgbClr val="116EEB"/>
              </a:solidFill>
              <a:miter lim="800000"/>
              <a:headEnd/>
              <a:tailEnd/>
            </a:ln>
            <a:effectLst/>
          </p:spPr>
          <p:txBody>
            <a:bodyPr wrap="none" anchor="ctr"/>
            <a:lstStyle/>
            <a:p>
              <a:pPr algn="ctr" eaLnBrk="1" hangingPunct="1">
                <a:lnSpc>
                  <a:spcPct val="80000"/>
                </a:lnSpc>
                <a:spcBef>
                  <a:spcPct val="30000"/>
                </a:spcBef>
                <a:defRPr/>
              </a:pPr>
              <a:r>
                <a:rPr kumimoji="1" lang="en-US" altLang="zh-CN" sz="2000" dirty="0">
                  <a:latin typeface="宋体" panose="02010600030101010101" pitchFamily="2" charset="-122"/>
                  <a:ea typeface="宋体" panose="02010600030101010101" pitchFamily="2" charset="-122"/>
                </a:rPr>
                <a:t>1.3.3 N-S </a:t>
              </a:r>
              <a:r>
                <a:rPr kumimoji="1" lang="zh-CN" altLang="en-US" sz="2000" dirty="0">
                  <a:latin typeface="宋体" panose="02010600030101010101" pitchFamily="2" charset="-122"/>
                  <a:ea typeface="宋体" panose="02010600030101010101" pitchFamily="2" charset="-122"/>
                </a:rPr>
                <a:t>图</a:t>
              </a:r>
            </a:p>
          </p:txBody>
        </p:sp>
        <p:sp>
          <p:nvSpPr>
            <p:cNvPr id="373772" name="Line 20">
              <a:extLst>
                <a:ext uri="{FF2B5EF4-FFF2-40B4-BE49-F238E27FC236}">
                  <a16:creationId xmlns:a16="http://schemas.microsoft.com/office/drawing/2014/main" id="{734DC641-32FD-40ED-9A37-5F477EADEB65}"/>
                </a:ext>
              </a:extLst>
            </p:cNvPr>
            <p:cNvSpPr>
              <a:spLocks noChangeShapeType="1"/>
            </p:cNvSpPr>
            <p:nvPr/>
          </p:nvSpPr>
          <p:spPr bwMode="auto">
            <a:xfrm>
              <a:off x="2832" y="1680"/>
              <a:ext cx="192"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宋体" panose="02010600030101010101" pitchFamily="2" charset="-122"/>
                <a:ea typeface="宋体" panose="02010600030101010101" pitchFamily="2" charset="-122"/>
              </a:endParaRPr>
            </a:p>
          </p:txBody>
        </p:sp>
      </p:grpSp>
      <p:grpSp>
        <p:nvGrpSpPr>
          <p:cNvPr id="5" name="Group 21">
            <a:extLst>
              <a:ext uri="{FF2B5EF4-FFF2-40B4-BE49-F238E27FC236}">
                <a16:creationId xmlns:a16="http://schemas.microsoft.com/office/drawing/2014/main" id="{4F0F1110-902C-4E4B-B9E5-B4D2449A5815}"/>
              </a:ext>
            </a:extLst>
          </p:cNvPr>
          <p:cNvGrpSpPr>
            <a:grpSpLocks/>
          </p:cNvGrpSpPr>
          <p:nvPr/>
        </p:nvGrpSpPr>
        <p:grpSpPr bwMode="auto">
          <a:xfrm>
            <a:off x="4267200" y="4724400"/>
            <a:ext cx="2590800" cy="609600"/>
            <a:chOff x="2832" y="1488"/>
            <a:chExt cx="1632" cy="384"/>
          </a:xfrm>
        </p:grpSpPr>
        <p:sp>
          <p:nvSpPr>
            <p:cNvPr id="2042902" name="Rectangle 22">
              <a:hlinkClick r:id="" action="ppaction://noaction"/>
              <a:extLst>
                <a:ext uri="{FF2B5EF4-FFF2-40B4-BE49-F238E27FC236}">
                  <a16:creationId xmlns:a16="http://schemas.microsoft.com/office/drawing/2014/main" id="{C00194BF-9CE2-410D-91F1-516CBE7546ED}"/>
                </a:ext>
              </a:extLst>
            </p:cNvPr>
            <p:cNvSpPr>
              <a:spLocks noChangeArrowheads="1"/>
            </p:cNvSpPr>
            <p:nvPr/>
          </p:nvSpPr>
          <p:spPr bwMode="auto">
            <a:xfrm>
              <a:off x="3024" y="1488"/>
              <a:ext cx="1440" cy="384"/>
            </a:xfrm>
            <a:prstGeom prst="rect">
              <a:avLst/>
            </a:prstGeom>
            <a:noFill/>
            <a:ln w="38100" cmpd="dbl">
              <a:solidFill>
                <a:srgbClr val="116EEB"/>
              </a:solidFill>
              <a:miter lim="800000"/>
              <a:headEnd/>
              <a:tailEnd/>
            </a:ln>
            <a:effectLst/>
          </p:spPr>
          <p:txBody>
            <a:bodyPr wrap="none" anchor="ctr"/>
            <a:lstStyle/>
            <a:p>
              <a:pPr algn="ctr" eaLnBrk="1" hangingPunct="1">
                <a:lnSpc>
                  <a:spcPct val="80000"/>
                </a:lnSpc>
                <a:spcBef>
                  <a:spcPct val="30000"/>
                </a:spcBef>
                <a:defRPr/>
              </a:pPr>
              <a:r>
                <a:rPr kumimoji="1" lang="en-US" altLang="zh-CN" sz="2000" dirty="0">
                  <a:latin typeface="宋体" panose="02010600030101010101" pitchFamily="2" charset="-122"/>
                  <a:ea typeface="宋体" panose="02010600030101010101" pitchFamily="2" charset="-122"/>
                </a:rPr>
                <a:t>1.3.4 PAD</a:t>
              </a:r>
              <a:r>
                <a:rPr kumimoji="1" lang="zh-CN" altLang="en-US" sz="2000" dirty="0">
                  <a:latin typeface="宋体" panose="02010600030101010101" pitchFamily="2" charset="-122"/>
                  <a:ea typeface="宋体" panose="02010600030101010101" pitchFamily="2" charset="-122"/>
                </a:rPr>
                <a:t>图</a:t>
              </a:r>
            </a:p>
          </p:txBody>
        </p:sp>
        <p:sp>
          <p:nvSpPr>
            <p:cNvPr id="373770" name="Line 23">
              <a:extLst>
                <a:ext uri="{FF2B5EF4-FFF2-40B4-BE49-F238E27FC236}">
                  <a16:creationId xmlns:a16="http://schemas.microsoft.com/office/drawing/2014/main" id="{3051FBCE-E7E9-46D5-AFD6-22B02B36E336}"/>
                </a:ext>
              </a:extLst>
            </p:cNvPr>
            <p:cNvSpPr>
              <a:spLocks noChangeShapeType="1"/>
            </p:cNvSpPr>
            <p:nvPr/>
          </p:nvSpPr>
          <p:spPr bwMode="auto">
            <a:xfrm>
              <a:off x="2832" y="1680"/>
              <a:ext cx="192"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宋体" panose="02010600030101010101" pitchFamily="2" charset="-122"/>
                <a:ea typeface="宋体" panose="02010600030101010101" pitchFamily="2" charset="-122"/>
              </a:endParaRPr>
            </a:p>
          </p:txBody>
        </p:sp>
      </p:grpSp>
      <p:sp>
        <p:nvSpPr>
          <p:cNvPr id="19" name="TextBox 7">
            <a:extLst>
              <a:ext uri="{FF2B5EF4-FFF2-40B4-BE49-F238E27FC236}">
                <a16:creationId xmlns:a16="http://schemas.microsoft.com/office/drawing/2014/main" id="{A0E9C28D-13D4-4AF6-B0E7-03C1065C8A2D}"/>
              </a:ext>
            </a:extLst>
          </p:cNvPr>
          <p:cNvSpPr>
            <a:spLocks noChangeArrowheads="1"/>
          </p:cNvSpPr>
          <p:nvPr/>
        </p:nvSpPr>
        <p:spPr bwMode="auto">
          <a:xfrm>
            <a:off x="377825" y="1506538"/>
            <a:ext cx="8299450" cy="439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latin typeface="Arial" panose="020B0604020202020204" pitchFamily="34" charset="0"/>
                <a:ea typeface="经典宋体简" charset="-122"/>
              </a:rPr>
              <a:t>1.3 </a:t>
            </a:r>
            <a:r>
              <a:rPr lang="zh-CN" altLang="en-US" sz="2000" b="1" dirty="0">
                <a:latin typeface="Arial" panose="020B0604020202020204" pitchFamily="34" charset="0"/>
                <a:ea typeface="经典宋体简" charset="-122"/>
              </a:rPr>
              <a:t>图形描述工具</a:t>
            </a:r>
            <a:endParaRPr lang="en-US" altLang="zh-CN" sz="2400" dirty="0">
              <a:latin typeface="Arial" panose="020B0604020202020204" pitchFamily="34" charset="0"/>
            </a:endParaRPr>
          </a:p>
        </p:txBody>
      </p:sp>
      <p:sp>
        <p:nvSpPr>
          <p:cNvPr id="20" name="标题 1">
            <a:extLst>
              <a:ext uri="{FF2B5EF4-FFF2-40B4-BE49-F238E27FC236}">
                <a16:creationId xmlns:a16="http://schemas.microsoft.com/office/drawing/2014/main" id="{9C39F13E-A2E1-4A82-B3E3-4A6FDA10FB70}"/>
              </a:ext>
            </a:extLst>
          </p:cNvPr>
          <p:cNvSpPr txBox="1">
            <a:spLocks/>
          </p:cNvSpPr>
          <p:nvPr/>
        </p:nvSpPr>
        <p:spPr>
          <a:xfrm>
            <a:off x="363648" y="858838"/>
            <a:ext cx="7543800" cy="1295400"/>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r>
              <a:rPr lang="en-US" altLang="zh-CN" kern="0" dirty="0"/>
              <a:t>1. </a:t>
            </a:r>
            <a:r>
              <a:rPr lang="zh-CN" altLang="en-US" kern="0" dirty="0"/>
              <a:t>结构化方法</a:t>
            </a:r>
          </a:p>
        </p:txBody>
      </p:sp>
    </p:spTree>
    <p:extLst>
      <p:ext uri="{BB962C8B-B14F-4D97-AF65-F5344CB8AC3E}">
        <p14:creationId xmlns:p14="http://schemas.microsoft.com/office/powerpoint/2010/main" val="5562636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042882"/>
                                        </p:tgtEl>
                                        <p:attrNameLst>
                                          <p:attrName>style.visibility</p:attrName>
                                        </p:attrNameLst>
                                      </p:cBhvr>
                                      <p:to>
                                        <p:strVal val="visible"/>
                                      </p:to>
                                    </p:set>
                                    <p:animEffect transition="in" filter="randombar(horizontal)">
                                      <p:cBhvr>
                                        <p:cTn id="7" dur="500"/>
                                        <p:tgtEl>
                                          <p:spTgt spid="2042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ppt_x</p:attrName>
                                        </p:attrNameLst>
                                      </p:cBhvr>
                                      <p:tavLst>
                                        <p:tav tm="0">
                                          <p:val>
                                            <p:strVal val="#ppt_x-#ppt_w/2"/>
                                          </p:val>
                                        </p:tav>
                                        <p:tav tm="100000">
                                          <p:val>
                                            <p:strVal val="#ppt_x"/>
                                          </p:val>
                                        </p:tav>
                                      </p:tavLst>
                                    </p:anim>
                                    <p:anim calcmode="lin" valueType="num">
                                      <p:cBhvr>
                                        <p:cTn id="13" dur="500" fill="hold"/>
                                        <p:tgtEl>
                                          <p:spTgt spid="2"/>
                                        </p:tgtEl>
                                        <p:attrNameLst>
                                          <p:attrName>ppt_y</p:attrName>
                                        </p:attrNameLst>
                                      </p:cBhvr>
                                      <p:tavLst>
                                        <p:tav tm="0">
                                          <p:val>
                                            <p:strVal val="#ppt_y"/>
                                          </p:val>
                                        </p:tav>
                                        <p:tav tm="100000">
                                          <p:val>
                                            <p:strVal val="#ppt_y"/>
                                          </p:val>
                                        </p:tav>
                                      </p:tavLst>
                                    </p:anim>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ppt_x</p:attrName>
                                        </p:attrNameLst>
                                      </p:cBhvr>
                                      <p:tavLst>
                                        <p:tav tm="0">
                                          <p:val>
                                            <p:strVal val="#ppt_x-#ppt_w/2"/>
                                          </p:val>
                                        </p:tav>
                                        <p:tav tm="100000">
                                          <p:val>
                                            <p:strVal val="#ppt_x"/>
                                          </p:val>
                                        </p:tav>
                                      </p:tavLst>
                                    </p:anim>
                                    <p:anim calcmode="lin" valueType="num">
                                      <p:cBhvr>
                                        <p:cTn id="21" dur="500" fill="hold"/>
                                        <p:tgtEl>
                                          <p:spTgt spid="3"/>
                                        </p:tgtEl>
                                        <p:attrNameLst>
                                          <p:attrName>ppt_y</p:attrName>
                                        </p:attrNameLst>
                                      </p:cBhvr>
                                      <p:tavLst>
                                        <p:tav tm="0">
                                          <p:val>
                                            <p:strVal val="#ppt_y"/>
                                          </p:val>
                                        </p:tav>
                                        <p:tav tm="100000">
                                          <p:val>
                                            <p:strVal val="#ppt_y"/>
                                          </p:val>
                                        </p:tav>
                                      </p:tavLst>
                                    </p:anim>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ppt_x</p:attrName>
                                        </p:attrNameLst>
                                      </p:cBhvr>
                                      <p:tavLst>
                                        <p:tav tm="0">
                                          <p:val>
                                            <p:strVal val="#ppt_x-#ppt_w/2"/>
                                          </p:val>
                                        </p:tav>
                                        <p:tav tm="100000">
                                          <p:val>
                                            <p:strVal val="#ppt_x"/>
                                          </p:val>
                                        </p:tav>
                                      </p:tavLst>
                                    </p:anim>
                                    <p:anim calcmode="lin" valueType="num">
                                      <p:cBhvr>
                                        <p:cTn id="29" dur="500" fill="hold"/>
                                        <p:tgtEl>
                                          <p:spTgt spid="4"/>
                                        </p:tgtEl>
                                        <p:attrNameLst>
                                          <p:attrName>ppt_y</p:attrName>
                                        </p:attrNameLst>
                                      </p:cBhvr>
                                      <p:tavLst>
                                        <p:tav tm="0">
                                          <p:val>
                                            <p:strVal val="#ppt_y"/>
                                          </p:val>
                                        </p:tav>
                                        <p:tav tm="100000">
                                          <p:val>
                                            <p:strVal val="#ppt_y"/>
                                          </p:val>
                                        </p:tav>
                                      </p:tavLst>
                                    </p:anim>
                                    <p:anim calcmode="lin" valueType="num">
                                      <p:cBhvr>
                                        <p:cTn id="30" dur="500" fill="hold"/>
                                        <p:tgtEl>
                                          <p:spTgt spid="4"/>
                                        </p:tgtEl>
                                        <p:attrNameLst>
                                          <p:attrName>ppt_w</p:attrName>
                                        </p:attrNameLst>
                                      </p:cBhvr>
                                      <p:tavLst>
                                        <p:tav tm="0">
                                          <p:val>
                                            <p:fltVal val="0"/>
                                          </p:val>
                                        </p:tav>
                                        <p:tav tm="100000">
                                          <p:val>
                                            <p:strVal val="#ppt_w"/>
                                          </p:val>
                                        </p:tav>
                                      </p:tavLst>
                                    </p:anim>
                                    <p:anim calcmode="lin" valueType="num">
                                      <p:cBhvr>
                                        <p:cTn id="31"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8"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ppt_x</p:attrName>
                                        </p:attrNameLst>
                                      </p:cBhvr>
                                      <p:tavLst>
                                        <p:tav tm="0">
                                          <p:val>
                                            <p:strVal val="#ppt_x-#ppt_w/2"/>
                                          </p:val>
                                        </p:tav>
                                        <p:tav tm="100000">
                                          <p:val>
                                            <p:strVal val="#ppt_x"/>
                                          </p:val>
                                        </p:tav>
                                      </p:tavLst>
                                    </p:anim>
                                    <p:anim calcmode="lin" valueType="num">
                                      <p:cBhvr>
                                        <p:cTn id="37" dur="500" fill="hold"/>
                                        <p:tgtEl>
                                          <p:spTgt spid="5"/>
                                        </p:tgtEl>
                                        <p:attrNameLst>
                                          <p:attrName>ppt_y</p:attrName>
                                        </p:attrNameLst>
                                      </p:cBhvr>
                                      <p:tavLst>
                                        <p:tav tm="0">
                                          <p:val>
                                            <p:strVal val="#ppt_y"/>
                                          </p:val>
                                        </p:tav>
                                        <p:tav tm="100000">
                                          <p:val>
                                            <p:strVal val="#ppt_y"/>
                                          </p:val>
                                        </p:tav>
                                      </p:tavLst>
                                    </p:anim>
                                    <p:anim calcmode="lin" valueType="num">
                                      <p:cBhvr>
                                        <p:cTn id="38" dur="500" fill="hold"/>
                                        <p:tgtEl>
                                          <p:spTgt spid="5"/>
                                        </p:tgtEl>
                                        <p:attrNameLst>
                                          <p:attrName>ppt_w</p:attrName>
                                        </p:attrNameLst>
                                      </p:cBhvr>
                                      <p:tavLst>
                                        <p:tav tm="0">
                                          <p:val>
                                            <p:fltVal val="0"/>
                                          </p:val>
                                        </p:tav>
                                        <p:tav tm="100000">
                                          <p:val>
                                            <p:strVal val="#ppt_w"/>
                                          </p:val>
                                        </p:tav>
                                      </p:tavLst>
                                    </p:anim>
                                    <p:anim calcmode="lin" valueType="num">
                                      <p:cBhvr>
                                        <p:cTn id="39" dur="5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2882"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A4802-F8E0-4605-9A8A-35AEE45584EF}"/>
              </a:ext>
            </a:extLst>
          </p:cNvPr>
          <p:cNvSpPr>
            <a:spLocks noGrp="1"/>
          </p:cNvSpPr>
          <p:nvPr>
            <p:ph type="title"/>
          </p:nvPr>
        </p:nvSpPr>
        <p:spPr/>
        <p:txBody>
          <a:bodyPr/>
          <a:lstStyle/>
          <a:p>
            <a:r>
              <a:rPr lang="en-US" altLang="zh-CN" dirty="0"/>
              <a:t>1. </a:t>
            </a:r>
            <a:r>
              <a:rPr lang="zh-CN" altLang="en-US" dirty="0"/>
              <a:t>结构化方法</a:t>
            </a:r>
          </a:p>
        </p:txBody>
      </p:sp>
      <p:sp>
        <p:nvSpPr>
          <p:cNvPr id="5" name="灯片编号占位符 4">
            <a:extLst>
              <a:ext uri="{FF2B5EF4-FFF2-40B4-BE49-F238E27FC236}">
                <a16:creationId xmlns:a16="http://schemas.microsoft.com/office/drawing/2014/main" id="{0ACA5C6E-FC72-47E1-9680-5E4E8A4E5D76}"/>
              </a:ext>
            </a:extLst>
          </p:cNvPr>
          <p:cNvSpPr>
            <a:spLocks noGrp="1"/>
          </p:cNvSpPr>
          <p:nvPr>
            <p:ph type="sldNum" sz="quarter" idx="12"/>
          </p:nvPr>
        </p:nvSpPr>
        <p:spPr/>
        <p:txBody>
          <a:bodyPr/>
          <a:lstStyle/>
          <a:p>
            <a:fld id="{BA3BC865-3899-417B-859C-FB705549A12A}" type="slidenum">
              <a:rPr lang="en-US" altLang="en-US" smtClean="0"/>
              <a:pPr/>
              <a:t>29</a:t>
            </a:fld>
            <a:endParaRPr lang="en-US" altLang="en-US"/>
          </a:p>
        </p:txBody>
      </p:sp>
      <p:sp>
        <p:nvSpPr>
          <p:cNvPr id="14" name="Rectangle 6">
            <a:extLst>
              <a:ext uri="{FF2B5EF4-FFF2-40B4-BE49-F238E27FC236}">
                <a16:creationId xmlns:a16="http://schemas.microsoft.com/office/drawing/2014/main" id="{2CBF171C-2F05-4F2E-B6C0-055DCFD366AD}"/>
              </a:ext>
            </a:extLst>
          </p:cNvPr>
          <p:cNvSpPr>
            <a:spLocks noChangeArrowheads="1"/>
          </p:cNvSpPr>
          <p:nvPr/>
        </p:nvSpPr>
        <p:spPr bwMode="auto">
          <a:xfrm>
            <a:off x="685800" y="1524000"/>
            <a:ext cx="84582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4487" lvl="1" indent="0" eaLnBrk="1" hangingPunct="1">
              <a:lnSpc>
                <a:spcPct val="90000"/>
              </a:lnSpc>
              <a:spcBef>
                <a:spcPct val="20000"/>
              </a:spcBef>
              <a:buClr>
                <a:schemeClr val="accent2"/>
              </a:buClr>
              <a:buSzPct val="70000"/>
            </a:pPr>
            <a:r>
              <a:rPr lang="en-US" altLang="zh-CN" sz="2400" b="1" dirty="0"/>
              <a:t>1.3.1 </a:t>
            </a:r>
            <a:r>
              <a:rPr lang="zh-CN" altLang="en-US" sz="2400" b="1" dirty="0"/>
              <a:t>结构图（</a:t>
            </a:r>
            <a:r>
              <a:rPr kumimoji="1" lang="zh-CN" altLang="en-US" sz="2400" b="1" dirty="0">
                <a:solidFill>
                  <a:srgbClr val="8736E8"/>
                </a:solidFill>
                <a:ea typeface="幼圆" panose="02010509060101010101" pitchFamily="49" charset="-122"/>
              </a:rPr>
              <a:t> </a:t>
            </a:r>
            <a:r>
              <a:rPr kumimoji="1" lang="en-US" altLang="zh-CN" sz="2400" b="1" dirty="0">
                <a:solidFill>
                  <a:srgbClr val="8736E8"/>
                </a:solidFill>
                <a:ea typeface="幼圆" panose="02010509060101010101" pitchFamily="49" charset="-122"/>
              </a:rPr>
              <a:t>Structured Chart </a:t>
            </a:r>
            <a:r>
              <a:rPr lang="zh-CN" altLang="en-US" sz="2400" b="1" dirty="0"/>
              <a:t>）：</a:t>
            </a:r>
            <a:endParaRPr lang="en-US" altLang="zh-CN" sz="2400" b="1" dirty="0"/>
          </a:p>
          <a:p>
            <a:pPr lvl="1" eaLnBrk="1" hangingPunct="1">
              <a:lnSpc>
                <a:spcPct val="90000"/>
              </a:lnSpc>
              <a:spcBef>
                <a:spcPct val="20000"/>
              </a:spcBef>
              <a:buClr>
                <a:schemeClr val="accent2"/>
              </a:buClr>
              <a:buSzPct val="70000"/>
              <a:buFont typeface="Wingdings" panose="05000000000000000000" pitchFamily="2" charset="2"/>
              <a:buChar char="l"/>
            </a:pPr>
            <a:r>
              <a:rPr lang="zh-CN" altLang="en-US" sz="2400" dirty="0"/>
              <a:t>该图常用来表示系统的软件结构。可以清楚地表达软件结构中模块间的层次调用关系和模块之间的联系。</a:t>
            </a:r>
            <a:endParaRPr lang="en-US" altLang="zh-CN" sz="2400" dirty="0"/>
          </a:p>
          <a:p>
            <a:pPr lvl="1" eaLnBrk="1" hangingPunct="1">
              <a:lnSpc>
                <a:spcPct val="90000"/>
              </a:lnSpc>
              <a:spcBef>
                <a:spcPct val="20000"/>
              </a:spcBef>
              <a:buClr>
                <a:schemeClr val="accent2"/>
              </a:buClr>
              <a:buSzPct val="70000"/>
              <a:buFont typeface="Wingdings" panose="05000000000000000000" pitchFamily="2" charset="2"/>
              <a:buChar char="l"/>
            </a:pPr>
            <a:r>
              <a:rPr lang="zh-CN" altLang="en-US" sz="2400" dirty="0"/>
              <a:t>主要符号：</a:t>
            </a:r>
            <a:endParaRPr lang="en-US" altLang="zh-CN" sz="2400" dirty="0"/>
          </a:p>
          <a:p>
            <a:pPr lvl="2" eaLnBrk="1" hangingPunct="1">
              <a:lnSpc>
                <a:spcPct val="90000"/>
              </a:lnSpc>
              <a:spcBef>
                <a:spcPct val="20000"/>
              </a:spcBef>
              <a:buClr>
                <a:schemeClr val="accent2"/>
              </a:buClr>
              <a:buSzPct val="70000"/>
              <a:buFont typeface="Wingdings" panose="05000000000000000000" pitchFamily="2" charset="2"/>
              <a:buChar char="l"/>
            </a:pPr>
            <a:r>
              <a:rPr lang="zh-CN" altLang="en-US" sz="2400" dirty="0"/>
              <a:t>模块--在</a:t>
            </a:r>
            <a:r>
              <a:rPr lang="en-US" altLang="zh-CN" sz="2400" dirty="0"/>
              <a:t>SC</a:t>
            </a:r>
            <a:r>
              <a:rPr lang="zh-CN" altLang="en-US" sz="2400" dirty="0"/>
              <a:t>图中用矩形框表示，并用名字来标记它</a:t>
            </a:r>
            <a:endParaRPr lang="en-US" altLang="zh-CN" sz="2400" dirty="0"/>
          </a:p>
          <a:p>
            <a:pPr lvl="2" eaLnBrk="1" hangingPunct="1">
              <a:lnSpc>
                <a:spcPct val="90000"/>
              </a:lnSpc>
              <a:spcBef>
                <a:spcPct val="20000"/>
              </a:spcBef>
              <a:buClr>
                <a:schemeClr val="accent2"/>
              </a:buClr>
              <a:buSzPct val="70000"/>
              <a:buFont typeface="Wingdings" panose="05000000000000000000" pitchFamily="2" charset="2"/>
              <a:buChar char="l"/>
            </a:pPr>
            <a:r>
              <a:rPr lang="zh-CN" altLang="en-US" sz="2400" dirty="0"/>
              <a:t>模块的调用关系和接口</a:t>
            </a:r>
            <a:endParaRPr lang="en-GB" altLang="zh-CN" sz="2400" dirty="0"/>
          </a:p>
        </p:txBody>
      </p:sp>
      <p:grpSp>
        <p:nvGrpSpPr>
          <p:cNvPr id="3" name="组合 2">
            <a:extLst>
              <a:ext uri="{FF2B5EF4-FFF2-40B4-BE49-F238E27FC236}">
                <a16:creationId xmlns:a16="http://schemas.microsoft.com/office/drawing/2014/main" id="{0B8DDE7D-6F47-4D78-805E-0D71AFBC29C3}"/>
              </a:ext>
            </a:extLst>
          </p:cNvPr>
          <p:cNvGrpSpPr/>
          <p:nvPr/>
        </p:nvGrpSpPr>
        <p:grpSpPr>
          <a:xfrm>
            <a:off x="2057400" y="3962400"/>
            <a:ext cx="6248399" cy="2724150"/>
            <a:chOff x="1981200" y="4267200"/>
            <a:chExt cx="7164831" cy="3276600"/>
          </a:xfrm>
        </p:grpSpPr>
        <p:sp>
          <p:nvSpPr>
            <p:cNvPr id="15" name="Rectangle 5">
              <a:extLst>
                <a:ext uri="{FF2B5EF4-FFF2-40B4-BE49-F238E27FC236}">
                  <a16:creationId xmlns:a16="http://schemas.microsoft.com/office/drawing/2014/main" id="{ED7F5377-4CEC-4C9C-8F8B-C8C3FE4FE24F}"/>
                </a:ext>
              </a:extLst>
            </p:cNvPr>
            <p:cNvSpPr>
              <a:spLocks noChangeArrowheads="1"/>
            </p:cNvSpPr>
            <p:nvPr/>
          </p:nvSpPr>
          <p:spPr bwMode="auto">
            <a:xfrm>
              <a:off x="2895600" y="4953000"/>
              <a:ext cx="914400" cy="457200"/>
            </a:xfrm>
            <a:prstGeom prst="rect">
              <a:avLst/>
            </a:prstGeom>
            <a:solidFill>
              <a:schemeClr val="folHlink"/>
            </a:solidFill>
            <a:ln w="9525">
              <a:solidFill>
                <a:schemeClr val="folHlink"/>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b="1">
                  <a:latin typeface="Arial" panose="020B0604020202020204" pitchFamily="34" charset="0"/>
                </a:rPr>
                <a:t>A</a:t>
              </a:r>
              <a:endParaRPr lang="en-US" altLang="zh-CN" sz="2000" b="1">
                <a:latin typeface="Arial" panose="020B0604020202020204" pitchFamily="34" charset="0"/>
              </a:endParaRPr>
            </a:p>
          </p:txBody>
        </p:sp>
        <p:sp>
          <p:nvSpPr>
            <p:cNvPr id="16" name="Line 10">
              <a:extLst>
                <a:ext uri="{FF2B5EF4-FFF2-40B4-BE49-F238E27FC236}">
                  <a16:creationId xmlns:a16="http://schemas.microsoft.com/office/drawing/2014/main" id="{C33BD481-DAB8-44F4-88BF-DD84EE9EE1A3}"/>
                </a:ext>
              </a:extLst>
            </p:cNvPr>
            <p:cNvSpPr>
              <a:spLocks noChangeShapeType="1"/>
            </p:cNvSpPr>
            <p:nvPr/>
          </p:nvSpPr>
          <p:spPr bwMode="auto">
            <a:xfrm flipH="1">
              <a:off x="3352800" y="5410200"/>
              <a:ext cx="0" cy="381000"/>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Rectangle 13">
              <a:extLst>
                <a:ext uri="{FF2B5EF4-FFF2-40B4-BE49-F238E27FC236}">
                  <a16:creationId xmlns:a16="http://schemas.microsoft.com/office/drawing/2014/main" id="{F0C85A94-7A03-482D-80B1-58857737E0AC}"/>
                </a:ext>
              </a:extLst>
            </p:cNvPr>
            <p:cNvSpPr>
              <a:spLocks noChangeArrowheads="1"/>
            </p:cNvSpPr>
            <p:nvPr/>
          </p:nvSpPr>
          <p:spPr bwMode="auto">
            <a:xfrm>
              <a:off x="1981200" y="7086600"/>
              <a:ext cx="1905000" cy="457200"/>
            </a:xfrm>
            <a:prstGeom prst="rect">
              <a:avLst/>
            </a:prstGeom>
            <a:solidFill>
              <a:schemeClr val="bg1"/>
            </a:solidFill>
            <a:ln w="9525">
              <a:solidFill>
                <a:schemeClr val="bg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latin typeface="文鼎细圆" pitchFamily="49" charset="-122"/>
                  <a:ea typeface="文鼎细圆" pitchFamily="49" charset="-122"/>
                </a:rPr>
                <a:t>--  模块调用关系</a:t>
              </a:r>
            </a:p>
          </p:txBody>
        </p:sp>
        <p:sp>
          <p:nvSpPr>
            <p:cNvPr id="18" name="Rectangle 27">
              <a:extLst>
                <a:ext uri="{FF2B5EF4-FFF2-40B4-BE49-F238E27FC236}">
                  <a16:creationId xmlns:a16="http://schemas.microsoft.com/office/drawing/2014/main" id="{36B3DDE7-346D-460C-836A-41BCD10AFC6A}"/>
                </a:ext>
              </a:extLst>
            </p:cNvPr>
            <p:cNvSpPr>
              <a:spLocks noChangeArrowheads="1"/>
            </p:cNvSpPr>
            <p:nvPr/>
          </p:nvSpPr>
          <p:spPr bwMode="auto">
            <a:xfrm>
              <a:off x="2895600" y="5791200"/>
              <a:ext cx="914400" cy="457200"/>
            </a:xfrm>
            <a:prstGeom prst="rect">
              <a:avLst/>
            </a:prstGeom>
            <a:solidFill>
              <a:schemeClr val="folHlink"/>
            </a:solidFill>
            <a:ln w="9525">
              <a:solidFill>
                <a:schemeClr val="folHlink"/>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b="1">
                  <a:latin typeface="Arial" panose="020B0604020202020204" pitchFamily="34" charset="0"/>
                </a:rPr>
                <a:t>B</a:t>
              </a:r>
              <a:endParaRPr lang="en-US" altLang="zh-CN" sz="2000" b="1">
                <a:latin typeface="Arial" panose="020B0604020202020204" pitchFamily="34" charset="0"/>
              </a:endParaRPr>
            </a:p>
          </p:txBody>
        </p:sp>
        <p:sp>
          <p:nvSpPr>
            <p:cNvPr id="19" name="AutoShape 29">
              <a:extLst>
                <a:ext uri="{FF2B5EF4-FFF2-40B4-BE49-F238E27FC236}">
                  <a16:creationId xmlns:a16="http://schemas.microsoft.com/office/drawing/2014/main" id="{8F0B6DDE-1AFE-4D55-97D8-2C10EC11A786}"/>
                </a:ext>
              </a:extLst>
            </p:cNvPr>
            <p:cNvSpPr>
              <a:spLocks noChangeArrowheads="1"/>
            </p:cNvSpPr>
            <p:nvPr/>
          </p:nvSpPr>
          <p:spPr bwMode="auto">
            <a:xfrm>
              <a:off x="2362198" y="6400800"/>
              <a:ext cx="1366521" cy="533400"/>
            </a:xfrm>
            <a:prstGeom prst="wedgeRectCallout">
              <a:avLst>
                <a:gd name="adj1" fmla="val 21222"/>
                <a:gd name="adj2" fmla="val -91963"/>
              </a:avLst>
            </a:prstGeom>
            <a:noFill/>
            <a:ln w="9525">
              <a:solidFill>
                <a:srgbClr val="8736E8"/>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幼圆" panose="02010509060101010101" pitchFamily="49" charset="-122"/>
                  <a:ea typeface="幼圆" panose="02010509060101010101" pitchFamily="49" charset="-122"/>
                </a:rPr>
                <a:t>调用模块</a:t>
              </a:r>
              <a:endParaRPr lang="zh-CN" altLang="en-US">
                <a:latin typeface="幼圆" panose="02010509060101010101" pitchFamily="49" charset="-122"/>
                <a:ea typeface="幼圆" panose="02010509060101010101" pitchFamily="49" charset="-122"/>
              </a:endParaRPr>
            </a:p>
          </p:txBody>
        </p:sp>
        <p:sp>
          <p:nvSpPr>
            <p:cNvPr id="20" name="AutoShape 28">
              <a:extLst>
                <a:ext uri="{FF2B5EF4-FFF2-40B4-BE49-F238E27FC236}">
                  <a16:creationId xmlns:a16="http://schemas.microsoft.com/office/drawing/2014/main" id="{306968A3-2FE5-4DA9-80A4-92A44CA13E2F}"/>
                </a:ext>
              </a:extLst>
            </p:cNvPr>
            <p:cNvSpPr>
              <a:spLocks noChangeArrowheads="1"/>
            </p:cNvSpPr>
            <p:nvPr/>
          </p:nvSpPr>
          <p:spPr bwMode="auto">
            <a:xfrm>
              <a:off x="2362198" y="4267200"/>
              <a:ext cx="1447801" cy="533400"/>
            </a:xfrm>
            <a:prstGeom prst="wedgeRectCallout">
              <a:avLst>
                <a:gd name="adj1" fmla="val 18097"/>
                <a:gd name="adj2" fmla="val 91370"/>
              </a:avLst>
            </a:prstGeom>
            <a:noFill/>
            <a:ln w="9525">
              <a:solidFill>
                <a:srgbClr val="8736E8"/>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dirty="0">
                  <a:latin typeface="幼圆" panose="02010509060101010101" pitchFamily="49" charset="-122"/>
                  <a:ea typeface="幼圆" panose="02010509060101010101" pitchFamily="49" charset="-122"/>
                </a:rPr>
                <a:t>调用模块</a:t>
              </a:r>
              <a:endParaRPr lang="zh-CN" altLang="en-US" dirty="0">
                <a:latin typeface="幼圆" panose="02010509060101010101" pitchFamily="49" charset="-122"/>
                <a:ea typeface="幼圆" panose="02010509060101010101" pitchFamily="49" charset="-122"/>
              </a:endParaRPr>
            </a:p>
          </p:txBody>
        </p:sp>
        <p:sp>
          <p:nvSpPr>
            <p:cNvPr id="21" name="Rectangle 30">
              <a:extLst>
                <a:ext uri="{FF2B5EF4-FFF2-40B4-BE49-F238E27FC236}">
                  <a16:creationId xmlns:a16="http://schemas.microsoft.com/office/drawing/2014/main" id="{36D7FF0C-2126-455F-89E0-229C34C20320}"/>
                </a:ext>
              </a:extLst>
            </p:cNvPr>
            <p:cNvSpPr>
              <a:spLocks noChangeArrowheads="1"/>
            </p:cNvSpPr>
            <p:nvPr/>
          </p:nvSpPr>
          <p:spPr bwMode="auto">
            <a:xfrm>
              <a:off x="5334000" y="4648200"/>
              <a:ext cx="1752600" cy="533400"/>
            </a:xfrm>
            <a:prstGeom prst="rect">
              <a:avLst/>
            </a:prstGeom>
            <a:solidFill>
              <a:schemeClr val="folHlink"/>
            </a:solidFill>
            <a:ln w="9525">
              <a:solidFill>
                <a:schemeClr val="folHlink"/>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b="1">
                  <a:latin typeface="Arial" panose="020B0604020202020204" pitchFamily="34" charset="0"/>
                </a:rPr>
                <a:t>A</a:t>
              </a:r>
              <a:r>
                <a:rPr lang="en-US" altLang="zh-CN" sz="1600" b="1"/>
                <a:t>（</a:t>
              </a:r>
              <a:r>
                <a:rPr lang="zh-CN" altLang="en-US" sz="1600">
                  <a:ea typeface="幼圆" panose="02010509060101010101" pitchFamily="49" charset="-122"/>
                </a:rPr>
                <a:t>查询学生</a:t>
              </a:r>
              <a:r>
                <a:rPr lang="zh-CN" altLang="en-US" sz="1600" b="1"/>
                <a:t>）</a:t>
              </a:r>
              <a:endParaRPr lang="en-US" altLang="zh-CN" sz="1600" b="1"/>
            </a:p>
          </p:txBody>
        </p:sp>
        <p:sp>
          <p:nvSpPr>
            <p:cNvPr id="22" name="Rectangle 31">
              <a:extLst>
                <a:ext uri="{FF2B5EF4-FFF2-40B4-BE49-F238E27FC236}">
                  <a16:creationId xmlns:a16="http://schemas.microsoft.com/office/drawing/2014/main" id="{22794C92-9D9D-4249-A05B-B4E9C3289F00}"/>
                </a:ext>
              </a:extLst>
            </p:cNvPr>
            <p:cNvSpPr>
              <a:spLocks noChangeArrowheads="1"/>
            </p:cNvSpPr>
            <p:nvPr/>
          </p:nvSpPr>
          <p:spPr bwMode="auto">
            <a:xfrm>
              <a:off x="5257800" y="6096000"/>
              <a:ext cx="2057400" cy="533400"/>
            </a:xfrm>
            <a:prstGeom prst="rect">
              <a:avLst/>
            </a:prstGeom>
            <a:solidFill>
              <a:schemeClr val="folHlink"/>
            </a:solidFill>
            <a:ln w="9525">
              <a:solidFill>
                <a:schemeClr val="folHlink"/>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b="1">
                  <a:latin typeface="Arial" panose="020B0604020202020204" pitchFamily="34" charset="0"/>
                </a:rPr>
                <a:t>B</a:t>
              </a:r>
              <a:r>
                <a:rPr lang="en-US" altLang="zh-CN" sz="1600" b="1"/>
                <a:t>（</a:t>
              </a:r>
              <a:r>
                <a:rPr lang="zh-CN" altLang="en-US" sz="1600">
                  <a:ea typeface="幼圆" panose="02010509060101010101" pitchFamily="49" charset="-122"/>
                </a:rPr>
                <a:t>查找学生记录</a:t>
              </a:r>
              <a:r>
                <a:rPr lang="zh-CN" altLang="en-US" sz="1600" b="1"/>
                <a:t>）</a:t>
              </a:r>
              <a:endParaRPr lang="en-US" altLang="zh-CN" sz="1600" b="1"/>
            </a:p>
          </p:txBody>
        </p:sp>
        <p:sp>
          <p:nvSpPr>
            <p:cNvPr id="23" name="AutoShape 32">
              <a:extLst>
                <a:ext uri="{FF2B5EF4-FFF2-40B4-BE49-F238E27FC236}">
                  <a16:creationId xmlns:a16="http://schemas.microsoft.com/office/drawing/2014/main" id="{0D06BE3A-87C6-4666-A0E1-BA2D353B6EE8}"/>
                </a:ext>
              </a:extLst>
            </p:cNvPr>
            <p:cNvSpPr>
              <a:spLocks noChangeArrowheads="1"/>
            </p:cNvSpPr>
            <p:nvPr/>
          </p:nvSpPr>
          <p:spPr bwMode="auto">
            <a:xfrm>
              <a:off x="4129532" y="5334001"/>
              <a:ext cx="1356869" cy="533400"/>
            </a:xfrm>
            <a:prstGeom prst="wedgeRectCallout">
              <a:avLst>
                <a:gd name="adj1" fmla="val 74347"/>
                <a:gd name="adj2" fmla="val 894"/>
              </a:avLst>
            </a:prstGeom>
            <a:noFill/>
            <a:ln w="9525">
              <a:solidFill>
                <a:srgbClr val="8736E8"/>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幼圆" panose="02010509060101010101" pitchFamily="49" charset="-122"/>
                  <a:ea typeface="幼圆" panose="02010509060101010101" pitchFamily="49" charset="-122"/>
                </a:rPr>
                <a:t>数据信号</a:t>
              </a:r>
              <a:endParaRPr lang="zh-CN" altLang="en-US">
                <a:latin typeface="幼圆" panose="02010509060101010101" pitchFamily="49" charset="-122"/>
                <a:ea typeface="幼圆" panose="02010509060101010101" pitchFamily="49" charset="-122"/>
              </a:endParaRPr>
            </a:p>
          </p:txBody>
        </p:sp>
        <p:sp>
          <p:nvSpPr>
            <p:cNvPr id="24" name="AutoShape 33">
              <a:extLst>
                <a:ext uri="{FF2B5EF4-FFF2-40B4-BE49-F238E27FC236}">
                  <a16:creationId xmlns:a16="http://schemas.microsoft.com/office/drawing/2014/main" id="{BF15512A-275B-47DA-9EC6-6C268A86E790}"/>
                </a:ext>
              </a:extLst>
            </p:cNvPr>
            <p:cNvSpPr>
              <a:spLocks noChangeArrowheads="1"/>
            </p:cNvSpPr>
            <p:nvPr/>
          </p:nvSpPr>
          <p:spPr bwMode="auto">
            <a:xfrm>
              <a:off x="7676386" y="5181600"/>
              <a:ext cx="1469645" cy="533400"/>
            </a:xfrm>
            <a:prstGeom prst="wedgeRectCallout">
              <a:avLst>
                <a:gd name="adj1" fmla="val -78778"/>
                <a:gd name="adj2" fmla="val 34227"/>
              </a:avLst>
            </a:prstGeom>
            <a:noFill/>
            <a:ln w="9525">
              <a:solidFill>
                <a:srgbClr val="8736E8"/>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dirty="0">
                  <a:latin typeface="幼圆" panose="02010509060101010101" pitchFamily="49" charset="-122"/>
                  <a:ea typeface="幼圆" panose="02010509060101010101" pitchFamily="49" charset="-122"/>
                </a:rPr>
                <a:t>控制信号</a:t>
              </a:r>
              <a:endParaRPr lang="zh-CN" altLang="en-US" dirty="0">
                <a:latin typeface="幼圆" panose="02010509060101010101" pitchFamily="49" charset="-122"/>
                <a:ea typeface="幼圆" panose="02010509060101010101" pitchFamily="49" charset="-122"/>
              </a:endParaRPr>
            </a:p>
          </p:txBody>
        </p:sp>
        <p:sp>
          <p:nvSpPr>
            <p:cNvPr id="25" name="Line 34">
              <a:extLst>
                <a:ext uri="{FF2B5EF4-FFF2-40B4-BE49-F238E27FC236}">
                  <a16:creationId xmlns:a16="http://schemas.microsoft.com/office/drawing/2014/main" id="{0BCBC214-B67F-4E70-8755-4A654EE45271}"/>
                </a:ext>
              </a:extLst>
            </p:cNvPr>
            <p:cNvSpPr>
              <a:spLocks noChangeShapeType="1"/>
            </p:cNvSpPr>
            <p:nvPr/>
          </p:nvSpPr>
          <p:spPr bwMode="auto">
            <a:xfrm flipH="1">
              <a:off x="6248400" y="5105400"/>
              <a:ext cx="0" cy="990600"/>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35">
              <a:extLst>
                <a:ext uri="{FF2B5EF4-FFF2-40B4-BE49-F238E27FC236}">
                  <a16:creationId xmlns:a16="http://schemas.microsoft.com/office/drawing/2014/main" id="{C3D56B07-0488-4E6E-8786-60ECB79CA7C6}"/>
                </a:ext>
              </a:extLst>
            </p:cNvPr>
            <p:cNvSpPr>
              <a:spLocks noChangeShapeType="1"/>
            </p:cNvSpPr>
            <p:nvPr/>
          </p:nvSpPr>
          <p:spPr bwMode="auto">
            <a:xfrm flipH="1">
              <a:off x="6096000" y="5334000"/>
              <a:ext cx="0" cy="457200"/>
            </a:xfrm>
            <a:prstGeom prst="line">
              <a:avLst/>
            </a:prstGeom>
            <a:noFill/>
            <a:ln w="28575">
              <a:solidFill>
                <a:srgbClr val="8736E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36">
              <a:extLst>
                <a:ext uri="{FF2B5EF4-FFF2-40B4-BE49-F238E27FC236}">
                  <a16:creationId xmlns:a16="http://schemas.microsoft.com/office/drawing/2014/main" id="{A4DF354F-C0DB-494A-913D-ABD58E75B5C1}"/>
                </a:ext>
              </a:extLst>
            </p:cNvPr>
            <p:cNvSpPr txBox="1">
              <a:spLocks noChangeArrowheads="1"/>
            </p:cNvSpPr>
            <p:nvPr/>
          </p:nvSpPr>
          <p:spPr bwMode="auto">
            <a:xfrm>
              <a:off x="5702300" y="5307013"/>
              <a:ext cx="3873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ea typeface="幼圆" panose="02010509060101010101" pitchFamily="49" charset="-122"/>
                </a:rPr>
                <a:t>学</a:t>
              </a:r>
            </a:p>
            <a:p>
              <a:r>
                <a:rPr lang="zh-CN" altLang="en-US" sz="1600">
                  <a:ea typeface="幼圆" panose="02010509060101010101" pitchFamily="49" charset="-122"/>
                </a:rPr>
                <a:t>号</a:t>
              </a:r>
            </a:p>
          </p:txBody>
        </p:sp>
        <p:sp>
          <p:nvSpPr>
            <p:cNvPr id="28" name="Line 37">
              <a:extLst>
                <a:ext uri="{FF2B5EF4-FFF2-40B4-BE49-F238E27FC236}">
                  <a16:creationId xmlns:a16="http://schemas.microsoft.com/office/drawing/2014/main" id="{79E4AF1C-35BD-46FF-9FFA-78AE42410D99}"/>
                </a:ext>
              </a:extLst>
            </p:cNvPr>
            <p:cNvSpPr>
              <a:spLocks noChangeShapeType="1"/>
            </p:cNvSpPr>
            <p:nvPr/>
          </p:nvSpPr>
          <p:spPr bwMode="auto">
            <a:xfrm flipH="1">
              <a:off x="6400800" y="5334000"/>
              <a:ext cx="0" cy="457200"/>
            </a:xfrm>
            <a:prstGeom prst="line">
              <a:avLst/>
            </a:prstGeom>
            <a:noFill/>
            <a:ln w="28575">
              <a:solidFill>
                <a:srgbClr val="FF3399"/>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38">
              <a:extLst>
                <a:ext uri="{FF2B5EF4-FFF2-40B4-BE49-F238E27FC236}">
                  <a16:creationId xmlns:a16="http://schemas.microsoft.com/office/drawing/2014/main" id="{5EEE411B-BD03-4C21-8239-510745939E4D}"/>
                </a:ext>
              </a:extLst>
            </p:cNvPr>
            <p:cNvSpPr txBox="1">
              <a:spLocks noChangeArrowheads="1"/>
            </p:cNvSpPr>
            <p:nvPr/>
          </p:nvSpPr>
          <p:spPr bwMode="auto">
            <a:xfrm>
              <a:off x="6400798" y="5181600"/>
              <a:ext cx="990600" cy="703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dirty="0">
                  <a:ea typeface="幼圆" panose="02010509060101010101" pitchFamily="49" charset="-122"/>
                </a:rPr>
                <a:t>查找成功信号</a:t>
              </a:r>
            </a:p>
          </p:txBody>
        </p:sp>
        <p:sp>
          <p:nvSpPr>
            <p:cNvPr id="30" name="Rectangle 39">
              <a:extLst>
                <a:ext uri="{FF2B5EF4-FFF2-40B4-BE49-F238E27FC236}">
                  <a16:creationId xmlns:a16="http://schemas.microsoft.com/office/drawing/2014/main" id="{0C3B6022-7A62-4A9F-A2A2-ADD0413E1BFA}"/>
                </a:ext>
              </a:extLst>
            </p:cNvPr>
            <p:cNvSpPr>
              <a:spLocks noChangeArrowheads="1"/>
            </p:cNvSpPr>
            <p:nvPr/>
          </p:nvSpPr>
          <p:spPr bwMode="auto">
            <a:xfrm>
              <a:off x="5181600" y="7086600"/>
              <a:ext cx="2209800" cy="381000"/>
            </a:xfrm>
            <a:prstGeom prst="rect">
              <a:avLst/>
            </a:prstGeom>
            <a:solidFill>
              <a:schemeClr val="bg1"/>
            </a:solidFill>
            <a:ln w="9525">
              <a:solidFill>
                <a:schemeClr val="bg1"/>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latin typeface="文鼎细圆" pitchFamily="49" charset="-122"/>
                  <a:ea typeface="文鼎细圆" pitchFamily="49" charset="-122"/>
                </a:rPr>
                <a:t>--  模块间接口的表示</a:t>
              </a:r>
            </a:p>
          </p:txBody>
        </p:sp>
      </p:grpSp>
    </p:spTree>
    <p:extLst>
      <p:ext uri="{BB962C8B-B14F-4D97-AF65-F5344CB8AC3E}">
        <p14:creationId xmlns:p14="http://schemas.microsoft.com/office/powerpoint/2010/main" val="2881666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30</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1980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a:lnSpc>
                <a:spcPct val="125000"/>
              </a:lnSpc>
              <a:spcBef>
                <a:spcPct val="0"/>
              </a:spcBef>
              <a:buNone/>
            </a:pPr>
            <a:r>
              <a:rPr lang="en-US" altLang="zh-CN" sz="2000" b="1" dirty="0"/>
              <a:t>1.3.1 </a:t>
            </a:r>
            <a:r>
              <a:rPr lang="zh-CN" altLang="en-US" sz="2000" b="1" dirty="0"/>
              <a:t>结构图（</a:t>
            </a:r>
            <a:r>
              <a:rPr kumimoji="1" lang="zh-CN" altLang="en-US" sz="2000" b="1" dirty="0">
                <a:solidFill>
                  <a:srgbClr val="8736E8"/>
                </a:solidFill>
                <a:ea typeface="幼圆" panose="02010509060101010101" pitchFamily="49" charset="-122"/>
              </a:rPr>
              <a:t> </a:t>
            </a:r>
            <a:r>
              <a:rPr kumimoji="1" lang="en-US" altLang="zh-CN" sz="2000" b="1" dirty="0">
                <a:solidFill>
                  <a:srgbClr val="8736E8"/>
                </a:solidFill>
                <a:ea typeface="幼圆" panose="02010509060101010101" pitchFamily="49" charset="-122"/>
              </a:rPr>
              <a:t>Structured Chart </a:t>
            </a:r>
            <a:r>
              <a:rPr lang="zh-CN" altLang="en-US" sz="2000" b="1" dirty="0"/>
              <a:t>）：</a:t>
            </a:r>
            <a:endParaRPr lang="en-US" altLang="zh-CN" sz="2000" b="1" dirty="0"/>
          </a:p>
          <a:p>
            <a:pPr>
              <a:lnSpc>
                <a:spcPct val="125000"/>
              </a:lnSpc>
              <a:spcBef>
                <a:spcPct val="0"/>
              </a:spcBef>
              <a:buNone/>
            </a:pPr>
            <a:r>
              <a:rPr lang="en-US" altLang="zh-CN" sz="2000" dirty="0">
                <a:latin typeface="Arial" panose="020B0604020202020204" pitchFamily="34" charset="0"/>
                <a:ea typeface="经典宋体简" charset="-122"/>
              </a:rPr>
              <a:t>Yourdon</a:t>
            </a:r>
            <a:r>
              <a:rPr lang="zh-CN" altLang="en-US" sz="2000" dirty="0">
                <a:latin typeface="Arial" panose="020B0604020202020204" pitchFamily="34" charset="0"/>
                <a:ea typeface="经典宋体简" charset="-122"/>
              </a:rPr>
              <a:t>提出的结构图是进行软件结构设计的工具。图中一个方框代表一个模块，框内注明模块的名字或主要功能；方框之间的箭头</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或直线</a:t>
            </a:r>
            <a:r>
              <a:rPr lang="en-US" altLang="zh-CN" sz="2000" dirty="0">
                <a:latin typeface="Arial" panose="020B0604020202020204" pitchFamily="34" charset="0"/>
                <a:ea typeface="经典宋体简" charset="-122"/>
              </a:rPr>
              <a:t>)</a:t>
            </a:r>
            <a:r>
              <a:rPr lang="zh-CN" altLang="en-US" sz="2000" dirty="0">
                <a:latin typeface="Arial" panose="020B0604020202020204" pitchFamily="34" charset="0"/>
                <a:ea typeface="经典宋体简" charset="-122"/>
              </a:rPr>
              <a:t>表示模块的调用关系。尾部是空心圆表示传递的是数据，实心圆表示传递的是控制信息。</a:t>
            </a:r>
          </a:p>
        </p:txBody>
      </p:sp>
      <p:pic>
        <p:nvPicPr>
          <p:cNvPr id="7" name="图片 1">
            <a:extLst>
              <a:ext uri="{FF2B5EF4-FFF2-40B4-BE49-F238E27FC236}">
                <a16:creationId xmlns:a16="http://schemas.microsoft.com/office/drawing/2014/main" id="{838A9EDF-73EA-4A5B-9810-76A608CBEF2D}"/>
              </a:ext>
            </a:extLst>
          </p:cNvPr>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3068638"/>
            <a:ext cx="5832475" cy="293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Tree>
    <p:extLst>
      <p:ext uri="{BB962C8B-B14F-4D97-AF65-F5344CB8AC3E}">
        <p14:creationId xmlns:p14="http://schemas.microsoft.com/office/powerpoint/2010/main" val="4204149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31</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26137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indent="0">
              <a:lnSpc>
                <a:spcPct val="125000"/>
              </a:lnSpc>
              <a:spcBef>
                <a:spcPct val="0"/>
              </a:spcBef>
              <a:buNone/>
            </a:pPr>
            <a:r>
              <a:rPr lang="zh-CN" altLang="en-US" sz="2400" b="1" dirty="0">
                <a:latin typeface="Arial" panose="020B0604020202020204" pitchFamily="34" charset="0"/>
              </a:rPr>
              <a:t>原子模块：</a:t>
            </a:r>
            <a:r>
              <a:rPr lang="zh-CN" altLang="en-US" sz="2400" dirty="0">
                <a:latin typeface="Arial" panose="020B0604020202020204" pitchFamily="34" charset="0"/>
              </a:rPr>
              <a:t>在系统结构图中通常是指不能再分割的底层模块</a:t>
            </a:r>
            <a:endParaRPr lang="en-US" altLang="zh-CN" sz="2400" dirty="0">
              <a:latin typeface="Arial" panose="020B0604020202020204" pitchFamily="34" charset="0"/>
            </a:endParaRPr>
          </a:p>
          <a:p>
            <a:pPr indent="0" algn="l">
              <a:buNone/>
            </a:pPr>
            <a:r>
              <a:rPr lang="zh-CN" altLang="en-US" sz="2400" b="1" dirty="0">
                <a:latin typeface="Arial" panose="020B0604020202020204" pitchFamily="34" charset="0"/>
              </a:rPr>
              <a:t>传入模块：</a:t>
            </a:r>
            <a:r>
              <a:rPr lang="zh-CN" altLang="en-US" sz="2400" dirty="0">
                <a:latin typeface="Arial" panose="020B0604020202020204" pitchFamily="34" charset="0"/>
              </a:rPr>
              <a:t>从下属模块取得数据，进行某些处理，再将其结果传给上级模块。在此，将它传送的数据流称为逻辑输入数据流。                </a:t>
            </a:r>
          </a:p>
          <a:p>
            <a:pPr>
              <a:lnSpc>
                <a:spcPct val="125000"/>
              </a:lnSpc>
              <a:spcBef>
                <a:spcPct val="0"/>
              </a:spcBef>
            </a:pPr>
            <a:endParaRPr lang="zh-CN" altLang="en-US" sz="2400" dirty="0">
              <a:latin typeface="Arial" panose="020B0604020202020204" pitchFamily="34" charset="0"/>
            </a:endParaRP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grpSp>
        <p:nvGrpSpPr>
          <p:cNvPr id="8" name="Group 1049">
            <a:extLst>
              <a:ext uri="{FF2B5EF4-FFF2-40B4-BE49-F238E27FC236}">
                <a16:creationId xmlns:a16="http://schemas.microsoft.com/office/drawing/2014/main" id="{966EF795-B971-4999-B548-67BAF313D4C7}"/>
              </a:ext>
            </a:extLst>
          </p:cNvPr>
          <p:cNvGrpSpPr>
            <a:grpSpLocks/>
          </p:cNvGrpSpPr>
          <p:nvPr/>
        </p:nvGrpSpPr>
        <p:grpSpPr bwMode="auto">
          <a:xfrm>
            <a:off x="2286000" y="4047851"/>
            <a:ext cx="1219200" cy="1371600"/>
            <a:chOff x="2544" y="2448"/>
            <a:chExt cx="768" cy="864"/>
          </a:xfrm>
        </p:grpSpPr>
        <p:sp>
          <p:nvSpPr>
            <p:cNvPr id="9" name="Rectangle 1027">
              <a:extLst>
                <a:ext uri="{FF2B5EF4-FFF2-40B4-BE49-F238E27FC236}">
                  <a16:creationId xmlns:a16="http://schemas.microsoft.com/office/drawing/2014/main" id="{11A6B999-4C57-48A1-B4E8-7FC8644EEDE5}"/>
                </a:ext>
              </a:extLst>
            </p:cNvPr>
            <p:cNvSpPr>
              <a:spLocks noChangeArrowheads="1"/>
            </p:cNvSpPr>
            <p:nvPr/>
          </p:nvSpPr>
          <p:spPr bwMode="auto">
            <a:xfrm>
              <a:off x="2544" y="2832"/>
              <a:ext cx="768" cy="288"/>
            </a:xfrm>
            <a:prstGeom prst="rect">
              <a:avLst/>
            </a:prstGeom>
            <a:solidFill>
              <a:schemeClr val="bg1"/>
            </a:solidFill>
            <a:ln w="9525">
              <a:solidFill>
                <a:srgbClr val="CC3399"/>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dirty="0">
                  <a:solidFill>
                    <a:srgbClr val="FF7C80"/>
                  </a:solidFill>
                  <a:ea typeface="黑体" panose="02010609060101010101" pitchFamily="49" charset="-122"/>
                </a:rPr>
                <a:t>传入模块</a:t>
              </a:r>
            </a:p>
          </p:txBody>
        </p:sp>
        <p:sp>
          <p:nvSpPr>
            <p:cNvPr id="10" name="Line 1028">
              <a:extLst>
                <a:ext uri="{FF2B5EF4-FFF2-40B4-BE49-F238E27FC236}">
                  <a16:creationId xmlns:a16="http://schemas.microsoft.com/office/drawing/2014/main" id="{3262E962-D0EC-4BD3-B44C-92DFDEF67E7D}"/>
                </a:ext>
              </a:extLst>
            </p:cNvPr>
            <p:cNvSpPr>
              <a:spLocks noChangeShapeType="1"/>
            </p:cNvSpPr>
            <p:nvPr/>
          </p:nvSpPr>
          <p:spPr bwMode="auto">
            <a:xfrm flipH="1">
              <a:off x="2976" y="2448"/>
              <a:ext cx="192" cy="384"/>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1029">
              <a:extLst>
                <a:ext uri="{FF2B5EF4-FFF2-40B4-BE49-F238E27FC236}">
                  <a16:creationId xmlns:a16="http://schemas.microsoft.com/office/drawing/2014/main" id="{35CE8CDF-642E-4104-B9D3-9B7527A1C69D}"/>
                </a:ext>
              </a:extLst>
            </p:cNvPr>
            <p:cNvSpPr>
              <a:spLocks noChangeShapeType="1"/>
            </p:cNvSpPr>
            <p:nvPr/>
          </p:nvSpPr>
          <p:spPr bwMode="auto">
            <a:xfrm flipH="1">
              <a:off x="2736" y="3120"/>
              <a:ext cx="96" cy="192"/>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3" name="Group 1050">
            <a:extLst>
              <a:ext uri="{FF2B5EF4-FFF2-40B4-BE49-F238E27FC236}">
                <a16:creationId xmlns:a16="http://schemas.microsoft.com/office/drawing/2014/main" id="{72FA11F8-97D5-4F19-AFFA-33EADACA7DB4}"/>
              </a:ext>
            </a:extLst>
          </p:cNvPr>
          <p:cNvGrpSpPr>
            <a:grpSpLocks/>
          </p:cNvGrpSpPr>
          <p:nvPr/>
        </p:nvGrpSpPr>
        <p:grpSpPr bwMode="auto">
          <a:xfrm>
            <a:off x="2743200" y="5152751"/>
            <a:ext cx="479425" cy="366713"/>
            <a:chOff x="2832" y="3144"/>
            <a:chExt cx="302" cy="231"/>
          </a:xfrm>
        </p:grpSpPr>
        <p:sp>
          <p:nvSpPr>
            <p:cNvPr id="14" name="Line 1030">
              <a:extLst>
                <a:ext uri="{FF2B5EF4-FFF2-40B4-BE49-F238E27FC236}">
                  <a16:creationId xmlns:a16="http://schemas.microsoft.com/office/drawing/2014/main" id="{7C89977E-B125-463E-8048-7A485ADF3142}"/>
                </a:ext>
              </a:extLst>
            </p:cNvPr>
            <p:cNvSpPr>
              <a:spLocks noChangeShapeType="1"/>
            </p:cNvSpPr>
            <p:nvPr/>
          </p:nvSpPr>
          <p:spPr bwMode="auto">
            <a:xfrm flipH="1">
              <a:off x="2832" y="3168"/>
              <a:ext cx="96" cy="192"/>
            </a:xfrm>
            <a:prstGeom prst="line">
              <a:avLst/>
            </a:prstGeom>
            <a:noFill/>
            <a:ln w="1905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5" name="Text Box 1032">
              <a:extLst>
                <a:ext uri="{FF2B5EF4-FFF2-40B4-BE49-F238E27FC236}">
                  <a16:creationId xmlns:a16="http://schemas.microsoft.com/office/drawing/2014/main" id="{ED035C02-2BEA-42B5-A67D-BC395E653FB7}"/>
                </a:ext>
              </a:extLst>
            </p:cNvPr>
            <p:cNvSpPr txBox="1">
              <a:spLocks noChangeArrowheads="1"/>
            </p:cNvSpPr>
            <p:nvPr/>
          </p:nvSpPr>
          <p:spPr bwMode="auto">
            <a:xfrm>
              <a:off x="2914" y="314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A</a:t>
              </a:r>
            </a:p>
          </p:txBody>
        </p:sp>
      </p:grpSp>
      <p:grpSp>
        <p:nvGrpSpPr>
          <p:cNvPr id="16" name="Group 1051">
            <a:extLst>
              <a:ext uri="{FF2B5EF4-FFF2-40B4-BE49-F238E27FC236}">
                <a16:creationId xmlns:a16="http://schemas.microsoft.com/office/drawing/2014/main" id="{8046F7B0-A7FA-4839-A90B-B662C26A6005}"/>
              </a:ext>
            </a:extLst>
          </p:cNvPr>
          <p:cNvGrpSpPr>
            <a:grpSpLocks/>
          </p:cNvGrpSpPr>
          <p:nvPr/>
        </p:nvGrpSpPr>
        <p:grpSpPr bwMode="auto">
          <a:xfrm>
            <a:off x="3124200" y="4276451"/>
            <a:ext cx="501650" cy="381000"/>
            <a:chOff x="3072" y="2592"/>
            <a:chExt cx="316" cy="240"/>
          </a:xfrm>
        </p:grpSpPr>
        <p:sp>
          <p:nvSpPr>
            <p:cNvPr id="17" name="Line 1031">
              <a:extLst>
                <a:ext uri="{FF2B5EF4-FFF2-40B4-BE49-F238E27FC236}">
                  <a16:creationId xmlns:a16="http://schemas.microsoft.com/office/drawing/2014/main" id="{BD601008-0CC6-48E7-9791-F29BC70314C4}"/>
                </a:ext>
              </a:extLst>
            </p:cNvPr>
            <p:cNvSpPr>
              <a:spLocks noChangeShapeType="1"/>
            </p:cNvSpPr>
            <p:nvPr/>
          </p:nvSpPr>
          <p:spPr bwMode="auto">
            <a:xfrm flipH="1">
              <a:off x="3072" y="2640"/>
              <a:ext cx="96" cy="192"/>
            </a:xfrm>
            <a:prstGeom prst="line">
              <a:avLst/>
            </a:prstGeom>
            <a:noFill/>
            <a:ln w="19050">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1033">
              <a:extLst>
                <a:ext uri="{FF2B5EF4-FFF2-40B4-BE49-F238E27FC236}">
                  <a16:creationId xmlns:a16="http://schemas.microsoft.com/office/drawing/2014/main" id="{DD7421A5-D3D2-4788-8AEC-7BAC26A014E0}"/>
                </a:ext>
              </a:extLst>
            </p:cNvPr>
            <p:cNvSpPr txBox="1">
              <a:spLocks noChangeArrowheads="1"/>
            </p:cNvSpPr>
            <p:nvPr/>
          </p:nvSpPr>
          <p:spPr bwMode="auto">
            <a:xfrm>
              <a:off x="3168" y="259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A</a:t>
              </a:r>
            </a:p>
          </p:txBody>
        </p:sp>
      </p:grpSp>
      <p:sp>
        <p:nvSpPr>
          <p:cNvPr id="19" name="AutoShape 1053">
            <a:extLst>
              <a:ext uri="{FF2B5EF4-FFF2-40B4-BE49-F238E27FC236}">
                <a16:creationId xmlns:a16="http://schemas.microsoft.com/office/drawing/2014/main" id="{C38ADA80-4C13-43EE-9975-AC2E82001ABC}"/>
              </a:ext>
            </a:extLst>
          </p:cNvPr>
          <p:cNvSpPr>
            <a:spLocks noChangeArrowheads="1"/>
          </p:cNvSpPr>
          <p:nvPr/>
        </p:nvSpPr>
        <p:spPr bwMode="auto">
          <a:xfrm>
            <a:off x="2895599" y="5648051"/>
            <a:ext cx="1219201" cy="838200"/>
          </a:xfrm>
          <a:prstGeom prst="wedgeRectCallout">
            <a:avLst>
              <a:gd name="adj1" fmla="val -56250"/>
              <a:gd name="adj2" fmla="val -81250"/>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dirty="0">
                <a:solidFill>
                  <a:srgbClr val="32B828"/>
                </a:solidFill>
                <a:latin typeface="幼圆" panose="02010509060101010101" pitchFamily="49" charset="-122"/>
                <a:ea typeface="幼圆" panose="02010509060101010101" pitchFamily="49" charset="-122"/>
              </a:rPr>
              <a:t>逻辑输入</a:t>
            </a:r>
            <a:endParaRPr lang="en-US" altLang="zh-CN" sz="1800" dirty="0">
              <a:solidFill>
                <a:srgbClr val="32B828"/>
              </a:solidFill>
              <a:latin typeface="幼圆" panose="02010509060101010101" pitchFamily="49" charset="-122"/>
              <a:ea typeface="幼圆" panose="02010509060101010101" pitchFamily="49" charset="-122"/>
            </a:endParaRPr>
          </a:p>
          <a:p>
            <a:r>
              <a:rPr lang="zh-CN" altLang="en-US" sz="1800" dirty="0">
                <a:solidFill>
                  <a:srgbClr val="32B828"/>
                </a:solidFill>
                <a:latin typeface="幼圆" panose="02010509060101010101" pitchFamily="49" charset="-122"/>
                <a:ea typeface="幼圆" panose="02010509060101010101" pitchFamily="49" charset="-122"/>
              </a:rPr>
              <a:t>数据流</a:t>
            </a:r>
          </a:p>
        </p:txBody>
      </p:sp>
      <p:grpSp>
        <p:nvGrpSpPr>
          <p:cNvPr id="20" name="Group 1060">
            <a:extLst>
              <a:ext uri="{FF2B5EF4-FFF2-40B4-BE49-F238E27FC236}">
                <a16:creationId xmlns:a16="http://schemas.microsoft.com/office/drawing/2014/main" id="{7EE49A28-37B7-4929-B369-1E1331124B52}"/>
              </a:ext>
            </a:extLst>
          </p:cNvPr>
          <p:cNvGrpSpPr>
            <a:grpSpLocks/>
          </p:cNvGrpSpPr>
          <p:nvPr/>
        </p:nvGrpSpPr>
        <p:grpSpPr bwMode="auto">
          <a:xfrm>
            <a:off x="4648200" y="4505051"/>
            <a:ext cx="2667000" cy="838200"/>
            <a:chOff x="3408" y="2640"/>
            <a:chExt cx="1680" cy="528"/>
          </a:xfrm>
        </p:grpSpPr>
        <p:sp>
          <p:nvSpPr>
            <p:cNvPr id="21" name="Oval 1054">
              <a:extLst>
                <a:ext uri="{FF2B5EF4-FFF2-40B4-BE49-F238E27FC236}">
                  <a16:creationId xmlns:a16="http://schemas.microsoft.com/office/drawing/2014/main" id="{1243B512-CCE5-4FCF-A542-A135EC1B5E16}"/>
                </a:ext>
              </a:extLst>
            </p:cNvPr>
            <p:cNvSpPr>
              <a:spLocks noChangeArrowheads="1"/>
            </p:cNvSpPr>
            <p:nvPr/>
          </p:nvSpPr>
          <p:spPr bwMode="auto">
            <a:xfrm>
              <a:off x="4176" y="2640"/>
              <a:ext cx="528" cy="528"/>
            </a:xfrm>
            <a:prstGeom prst="ellipse">
              <a:avLst/>
            </a:prstGeom>
            <a:noFill/>
            <a:ln w="9525">
              <a:solidFill>
                <a:srgbClr val="009900"/>
              </a:solidFill>
              <a:round/>
              <a:headEnd/>
              <a:tailEnd/>
            </a:ln>
            <a:effectLst/>
          </p:spPr>
          <p:txBody>
            <a:bodyPr wrap="none" anchor="ctr"/>
            <a:lstStyle/>
            <a:p>
              <a:pPr>
                <a:defRPr/>
              </a:pPr>
              <a:r>
                <a:rPr lang="zh-CN" altLang="en-US" sz="1600" b="1">
                  <a:solidFill>
                    <a:srgbClr val="FF7C80"/>
                  </a:solidFill>
                  <a:effectLst>
                    <a:outerShdw blurRad="38100" dist="38100" dir="2700000" algn="tl">
                      <a:srgbClr val="000000"/>
                    </a:outerShdw>
                  </a:effectLst>
                  <a:latin typeface="Times New Roman" charset="0"/>
                  <a:ea typeface="幼圆" pitchFamily="49" charset="-122"/>
                </a:rPr>
                <a:t>成绩</a:t>
              </a:r>
            </a:p>
            <a:p>
              <a:pPr>
                <a:defRPr/>
              </a:pPr>
              <a:r>
                <a:rPr lang="zh-CN" altLang="en-US" sz="1600" b="1">
                  <a:solidFill>
                    <a:srgbClr val="FF7C80"/>
                  </a:solidFill>
                  <a:effectLst>
                    <a:outerShdw blurRad="38100" dist="38100" dir="2700000" algn="tl">
                      <a:srgbClr val="000000"/>
                    </a:outerShdw>
                  </a:effectLst>
                  <a:latin typeface="Times New Roman" charset="0"/>
                  <a:ea typeface="幼圆" pitchFamily="49" charset="-122"/>
                </a:rPr>
                <a:t>处理</a:t>
              </a:r>
            </a:p>
          </p:txBody>
        </p:sp>
        <p:sp>
          <p:nvSpPr>
            <p:cNvPr id="22" name="Line 1056">
              <a:extLst>
                <a:ext uri="{FF2B5EF4-FFF2-40B4-BE49-F238E27FC236}">
                  <a16:creationId xmlns:a16="http://schemas.microsoft.com/office/drawing/2014/main" id="{84609144-983E-4D85-A96C-D40A8235ECC9}"/>
                </a:ext>
              </a:extLst>
            </p:cNvPr>
            <p:cNvSpPr>
              <a:spLocks noChangeShapeType="1"/>
            </p:cNvSpPr>
            <p:nvPr/>
          </p:nvSpPr>
          <p:spPr bwMode="auto">
            <a:xfrm>
              <a:off x="3504" y="2928"/>
              <a:ext cx="672" cy="0"/>
            </a:xfrm>
            <a:prstGeom prst="line">
              <a:avLst/>
            </a:prstGeom>
            <a:noFill/>
            <a:ln w="1905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1058">
              <a:extLst>
                <a:ext uri="{FF2B5EF4-FFF2-40B4-BE49-F238E27FC236}">
                  <a16:creationId xmlns:a16="http://schemas.microsoft.com/office/drawing/2014/main" id="{FF74808D-A5FB-4D92-9783-FE301C53608C}"/>
                </a:ext>
              </a:extLst>
            </p:cNvPr>
            <p:cNvSpPr>
              <a:spLocks noChangeShapeType="1"/>
            </p:cNvSpPr>
            <p:nvPr/>
          </p:nvSpPr>
          <p:spPr bwMode="auto">
            <a:xfrm>
              <a:off x="4704" y="2928"/>
              <a:ext cx="384" cy="0"/>
            </a:xfrm>
            <a:prstGeom prst="line">
              <a:avLst/>
            </a:prstGeom>
            <a:noFill/>
            <a:ln w="19050">
              <a:solidFill>
                <a:srgbClr val="0099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Text Box 1059">
              <a:extLst>
                <a:ext uri="{FF2B5EF4-FFF2-40B4-BE49-F238E27FC236}">
                  <a16:creationId xmlns:a16="http://schemas.microsoft.com/office/drawing/2014/main" id="{290BB610-0977-4780-BA15-3CCCC1AA3944}"/>
                </a:ext>
              </a:extLst>
            </p:cNvPr>
            <p:cNvSpPr txBox="1">
              <a:spLocks noChangeArrowheads="1"/>
            </p:cNvSpPr>
            <p:nvPr/>
          </p:nvSpPr>
          <p:spPr bwMode="auto">
            <a:xfrm rot="-49973">
              <a:off x="3408" y="2688"/>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rgbClr val="E254A9"/>
                  </a:solidFill>
                  <a:latin typeface="楷体_GB2312" pitchFamily="49" charset="-122"/>
                </a:rPr>
                <a:t>成绩录入 </a:t>
              </a:r>
            </a:p>
          </p:txBody>
        </p:sp>
      </p:grpSp>
    </p:spTree>
    <p:extLst>
      <p:ext uri="{BB962C8B-B14F-4D97-AF65-F5344CB8AC3E}">
        <p14:creationId xmlns:p14="http://schemas.microsoft.com/office/powerpoint/2010/main" val="302772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Bottom)">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lide(fromBottom)">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slide(fromTop)">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linds(horizontal)">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32</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1658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indent="0" algn="l">
              <a:buNone/>
            </a:pPr>
            <a:r>
              <a:rPr lang="zh-CN" altLang="en-US" sz="2400" b="1" dirty="0">
                <a:latin typeface="Arial" panose="020B0604020202020204" pitchFamily="34" charset="0"/>
              </a:rPr>
              <a:t>传出模块：</a:t>
            </a:r>
            <a:r>
              <a:rPr lang="zh-CN" altLang="en-US" sz="2400" dirty="0">
                <a:latin typeface="Arial" panose="020B0604020202020204" pitchFamily="34" charset="0"/>
              </a:rPr>
              <a:t>从上级模块获得数据，进行某些处理，再将其结果传给下属模块。在此，将它传送的数据流称为逻辑输出数据流。   </a:t>
            </a:r>
            <a:r>
              <a:rPr lang="zh-CN" altLang="en-US" sz="2400" dirty="0">
                <a:solidFill>
                  <a:schemeClr val="folHlink"/>
                </a:solidFill>
                <a:latin typeface="黑体" panose="02010609060101010101" pitchFamily="49" charset="-122"/>
                <a:ea typeface="黑体" panose="02010609060101010101" pitchFamily="49" charset="-122"/>
              </a:rPr>
              <a:t>             </a:t>
            </a: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grpSp>
        <p:nvGrpSpPr>
          <p:cNvPr id="25" name="Group 1047">
            <a:extLst>
              <a:ext uri="{FF2B5EF4-FFF2-40B4-BE49-F238E27FC236}">
                <a16:creationId xmlns:a16="http://schemas.microsoft.com/office/drawing/2014/main" id="{9D992DBA-B97D-49F9-A813-DFBC760CF3E5}"/>
              </a:ext>
            </a:extLst>
          </p:cNvPr>
          <p:cNvGrpSpPr>
            <a:grpSpLocks/>
          </p:cNvGrpSpPr>
          <p:nvPr/>
        </p:nvGrpSpPr>
        <p:grpSpPr bwMode="auto">
          <a:xfrm>
            <a:off x="2819400" y="4721247"/>
            <a:ext cx="1219200" cy="1143000"/>
            <a:chOff x="4560" y="2976"/>
            <a:chExt cx="768" cy="720"/>
          </a:xfrm>
        </p:grpSpPr>
        <p:sp>
          <p:nvSpPr>
            <p:cNvPr id="26" name="Rectangle 1040">
              <a:extLst>
                <a:ext uri="{FF2B5EF4-FFF2-40B4-BE49-F238E27FC236}">
                  <a16:creationId xmlns:a16="http://schemas.microsoft.com/office/drawing/2014/main" id="{13EEDAAD-D82A-4202-A8AF-EE9C8AFFD3DC}"/>
                </a:ext>
              </a:extLst>
            </p:cNvPr>
            <p:cNvSpPr>
              <a:spLocks noChangeArrowheads="1"/>
            </p:cNvSpPr>
            <p:nvPr/>
          </p:nvSpPr>
          <p:spPr bwMode="auto">
            <a:xfrm>
              <a:off x="4560" y="3216"/>
              <a:ext cx="768" cy="288"/>
            </a:xfrm>
            <a:prstGeom prst="rect">
              <a:avLst/>
            </a:prstGeom>
            <a:solidFill>
              <a:schemeClr val="bg1"/>
            </a:solidFill>
            <a:ln w="9525">
              <a:solidFill>
                <a:schemeClr val="folHlink"/>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F7C80"/>
                  </a:solidFill>
                  <a:ea typeface="黑体" panose="02010609060101010101" pitchFamily="49" charset="-122"/>
                </a:rPr>
                <a:t>传出模块</a:t>
              </a:r>
            </a:p>
          </p:txBody>
        </p:sp>
        <p:sp>
          <p:nvSpPr>
            <p:cNvPr id="27" name="Line 1041">
              <a:extLst>
                <a:ext uri="{FF2B5EF4-FFF2-40B4-BE49-F238E27FC236}">
                  <a16:creationId xmlns:a16="http://schemas.microsoft.com/office/drawing/2014/main" id="{DEE8C8FB-5269-4EE5-A92D-092A27D1DA43}"/>
                </a:ext>
              </a:extLst>
            </p:cNvPr>
            <p:cNvSpPr>
              <a:spLocks noChangeShapeType="1"/>
            </p:cNvSpPr>
            <p:nvPr/>
          </p:nvSpPr>
          <p:spPr bwMode="auto">
            <a:xfrm>
              <a:off x="4704" y="2976"/>
              <a:ext cx="192" cy="240"/>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1042">
              <a:extLst>
                <a:ext uri="{FF2B5EF4-FFF2-40B4-BE49-F238E27FC236}">
                  <a16:creationId xmlns:a16="http://schemas.microsoft.com/office/drawing/2014/main" id="{E267A88F-1FD1-4368-98E5-63AD16179E79}"/>
                </a:ext>
              </a:extLst>
            </p:cNvPr>
            <p:cNvSpPr>
              <a:spLocks noChangeShapeType="1"/>
            </p:cNvSpPr>
            <p:nvPr/>
          </p:nvSpPr>
          <p:spPr bwMode="auto">
            <a:xfrm>
              <a:off x="5040" y="3504"/>
              <a:ext cx="144" cy="192"/>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9" name="Group 1049">
            <a:extLst>
              <a:ext uri="{FF2B5EF4-FFF2-40B4-BE49-F238E27FC236}">
                <a16:creationId xmlns:a16="http://schemas.microsoft.com/office/drawing/2014/main" id="{CDE11B43-53F4-4414-8545-B8A4FA4B753A}"/>
              </a:ext>
            </a:extLst>
          </p:cNvPr>
          <p:cNvGrpSpPr>
            <a:grpSpLocks/>
          </p:cNvGrpSpPr>
          <p:nvPr/>
        </p:nvGrpSpPr>
        <p:grpSpPr bwMode="auto">
          <a:xfrm>
            <a:off x="3810000" y="5559447"/>
            <a:ext cx="501650" cy="366713"/>
            <a:chOff x="5184" y="3504"/>
            <a:chExt cx="316" cy="231"/>
          </a:xfrm>
        </p:grpSpPr>
        <p:sp>
          <p:nvSpPr>
            <p:cNvPr id="30" name="Line 1043">
              <a:extLst>
                <a:ext uri="{FF2B5EF4-FFF2-40B4-BE49-F238E27FC236}">
                  <a16:creationId xmlns:a16="http://schemas.microsoft.com/office/drawing/2014/main" id="{BCD43689-8615-4BDD-A4C8-20D1DC158050}"/>
                </a:ext>
              </a:extLst>
            </p:cNvPr>
            <p:cNvSpPr>
              <a:spLocks noChangeShapeType="1"/>
            </p:cNvSpPr>
            <p:nvPr/>
          </p:nvSpPr>
          <p:spPr bwMode="auto">
            <a:xfrm>
              <a:off x="5184" y="3552"/>
              <a:ext cx="96" cy="96"/>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Text Box 1045">
              <a:extLst>
                <a:ext uri="{FF2B5EF4-FFF2-40B4-BE49-F238E27FC236}">
                  <a16:creationId xmlns:a16="http://schemas.microsoft.com/office/drawing/2014/main" id="{27C01CA0-DC3E-45D9-8C3B-F62F86ED84A3}"/>
                </a:ext>
              </a:extLst>
            </p:cNvPr>
            <p:cNvSpPr txBox="1">
              <a:spLocks noChangeArrowheads="1"/>
            </p:cNvSpPr>
            <p:nvPr/>
          </p:nvSpPr>
          <p:spPr bwMode="auto">
            <a:xfrm>
              <a:off x="5280" y="350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D</a:t>
              </a:r>
            </a:p>
          </p:txBody>
        </p:sp>
      </p:grpSp>
      <p:grpSp>
        <p:nvGrpSpPr>
          <p:cNvPr id="32" name="Group 1048">
            <a:extLst>
              <a:ext uri="{FF2B5EF4-FFF2-40B4-BE49-F238E27FC236}">
                <a16:creationId xmlns:a16="http://schemas.microsoft.com/office/drawing/2014/main" id="{C2FCBFBD-DE6E-4852-A58B-D5E287E7B5E9}"/>
              </a:ext>
            </a:extLst>
          </p:cNvPr>
          <p:cNvGrpSpPr>
            <a:grpSpLocks/>
          </p:cNvGrpSpPr>
          <p:nvPr/>
        </p:nvGrpSpPr>
        <p:grpSpPr bwMode="auto">
          <a:xfrm>
            <a:off x="3276600" y="4645047"/>
            <a:ext cx="577850" cy="381000"/>
            <a:chOff x="4848" y="2928"/>
            <a:chExt cx="364" cy="240"/>
          </a:xfrm>
        </p:grpSpPr>
        <p:sp>
          <p:nvSpPr>
            <p:cNvPr id="33" name="Line 1044">
              <a:extLst>
                <a:ext uri="{FF2B5EF4-FFF2-40B4-BE49-F238E27FC236}">
                  <a16:creationId xmlns:a16="http://schemas.microsoft.com/office/drawing/2014/main" id="{5D25FDCF-5EAD-4F68-9BEF-FBBDB84E3170}"/>
                </a:ext>
              </a:extLst>
            </p:cNvPr>
            <p:cNvSpPr>
              <a:spLocks noChangeShapeType="1"/>
            </p:cNvSpPr>
            <p:nvPr/>
          </p:nvSpPr>
          <p:spPr bwMode="auto">
            <a:xfrm>
              <a:off x="4848" y="2976"/>
              <a:ext cx="144" cy="192"/>
            </a:xfrm>
            <a:prstGeom prst="line">
              <a:avLst/>
            </a:prstGeom>
            <a:noFill/>
            <a:ln w="190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Text Box 1046">
              <a:extLst>
                <a:ext uri="{FF2B5EF4-FFF2-40B4-BE49-F238E27FC236}">
                  <a16:creationId xmlns:a16="http://schemas.microsoft.com/office/drawing/2014/main" id="{31EF3220-17E9-4EF3-AE02-600D5011E70D}"/>
                </a:ext>
              </a:extLst>
            </p:cNvPr>
            <p:cNvSpPr txBox="1">
              <a:spLocks noChangeArrowheads="1"/>
            </p:cNvSpPr>
            <p:nvPr/>
          </p:nvSpPr>
          <p:spPr bwMode="auto">
            <a:xfrm>
              <a:off x="4992" y="2928"/>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046C36"/>
                  </a:solidFill>
                  <a:ea typeface="宋体" panose="02010600030101010101" pitchFamily="2" charset="-122"/>
                </a:rPr>
                <a:t>D</a:t>
              </a:r>
            </a:p>
          </p:txBody>
        </p:sp>
      </p:grpSp>
      <p:sp>
        <p:nvSpPr>
          <p:cNvPr id="35" name="AutoShape 1050">
            <a:extLst>
              <a:ext uri="{FF2B5EF4-FFF2-40B4-BE49-F238E27FC236}">
                <a16:creationId xmlns:a16="http://schemas.microsoft.com/office/drawing/2014/main" id="{D290E4A3-3B98-4834-88D1-05032E41017E}"/>
              </a:ext>
            </a:extLst>
          </p:cNvPr>
          <p:cNvSpPr>
            <a:spLocks noChangeArrowheads="1"/>
          </p:cNvSpPr>
          <p:nvPr/>
        </p:nvSpPr>
        <p:spPr bwMode="auto">
          <a:xfrm>
            <a:off x="2819400" y="3425847"/>
            <a:ext cx="1219200" cy="838200"/>
          </a:xfrm>
          <a:prstGeom prst="wedgeRectCallout">
            <a:avLst>
              <a:gd name="adj1" fmla="val 417"/>
              <a:gd name="adj2" fmla="val 117236"/>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dirty="0">
                <a:solidFill>
                  <a:srgbClr val="32B828"/>
                </a:solidFill>
                <a:latin typeface="幼圆" panose="02010509060101010101" pitchFamily="49" charset="-122"/>
                <a:ea typeface="幼圆" panose="02010509060101010101" pitchFamily="49" charset="-122"/>
              </a:rPr>
              <a:t>逻辑输出数据流</a:t>
            </a:r>
          </a:p>
        </p:txBody>
      </p:sp>
      <p:grpSp>
        <p:nvGrpSpPr>
          <p:cNvPr id="36" name="Group 1075">
            <a:extLst>
              <a:ext uri="{FF2B5EF4-FFF2-40B4-BE49-F238E27FC236}">
                <a16:creationId xmlns:a16="http://schemas.microsoft.com/office/drawing/2014/main" id="{07814F17-F764-4C15-BEA1-8988D7ABC7AA}"/>
              </a:ext>
            </a:extLst>
          </p:cNvPr>
          <p:cNvGrpSpPr>
            <a:grpSpLocks/>
          </p:cNvGrpSpPr>
          <p:nvPr/>
        </p:nvGrpSpPr>
        <p:grpSpPr bwMode="auto">
          <a:xfrm>
            <a:off x="4800600" y="4111647"/>
            <a:ext cx="2667000" cy="838200"/>
            <a:chOff x="3792" y="2640"/>
            <a:chExt cx="1680" cy="528"/>
          </a:xfrm>
        </p:grpSpPr>
        <p:sp>
          <p:nvSpPr>
            <p:cNvPr id="37" name="Oval 1071">
              <a:extLst>
                <a:ext uri="{FF2B5EF4-FFF2-40B4-BE49-F238E27FC236}">
                  <a16:creationId xmlns:a16="http://schemas.microsoft.com/office/drawing/2014/main" id="{36A82224-AE8C-4415-9E71-A9FADA4438A1}"/>
                </a:ext>
              </a:extLst>
            </p:cNvPr>
            <p:cNvSpPr>
              <a:spLocks noChangeArrowheads="1"/>
            </p:cNvSpPr>
            <p:nvPr/>
          </p:nvSpPr>
          <p:spPr bwMode="auto">
            <a:xfrm>
              <a:off x="4176" y="2640"/>
              <a:ext cx="528" cy="528"/>
            </a:xfrm>
            <a:prstGeom prst="ellipse">
              <a:avLst/>
            </a:prstGeom>
            <a:noFill/>
            <a:ln w="9525">
              <a:solidFill>
                <a:srgbClr val="009900"/>
              </a:solidFill>
              <a:round/>
              <a:headEnd/>
              <a:tailEnd/>
            </a:ln>
            <a:effectLst/>
          </p:spPr>
          <p:txBody>
            <a:bodyPr wrap="none" anchor="ctr"/>
            <a:lstStyle/>
            <a:p>
              <a:pPr>
                <a:defRPr/>
              </a:pPr>
              <a:r>
                <a:rPr lang="zh-CN" altLang="en-US" sz="1600" b="1">
                  <a:solidFill>
                    <a:srgbClr val="FF7C80"/>
                  </a:solidFill>
                  <a:effectLst>
                    <a:outerShdw blurRad="38100" dist="38100" dir="2700000" algn="tl">
                      <a:srgbClr val="000000"/>
                    </a:outerShdw>
                  </a:effectLst>
                  <a:latin typeface="Times New Roman" charset="0"/>
                  <a:ea typeface="幼圆" pitchFamily="49" charset="-122"/>
                </a:rPr>
                <a:t>成绩</a:t>
              </a:r>
            </a:p>
            <a:p>
              <a:pPr>
                <a:defRPr/>
              </a:pPr>
              <a:r>
                <a:rPr lang="zh-CN" altLang="en-US" sz="1600" b="1">
                  <a:solidFill>
                    <a:srgbClr val="FF7C80"/>
                  </a:solidFill>
                  <a:effectLst>
                    <a:outerShdw blurRad="38100" dist="38100" dir="2700000" algn="tl">
                      <a:srgbClr val="000000"/>
                    </a:outerShdw>
                  </a:effectLst>
                  <a:latin typeface="Times New Roman" charset="0"/>
                  <a:ea typeface="幼圆" pitchFamily="49" charset="-122"/>
                </a:rPr>
                <a:t>处理</a:t>
              </a:r>
            </a:p>
          </p:txBody>
        </p:sp>
        <p:sp>
          <p:nvSpPr>
            <p:cNvPr id="38" name="Line 1072">
              <a:extLst>
                <a:ext uri="{FF2B5EF4-FFF2-40B4-BE49-F238E27FC236}">
                  <a16:creationId xmlns:a16="http://schemas.microsoft.com/office/drawing/2014/main" id="{980F2EEB-52B1-4FD2-8660-8FEC7461B6E6}"/>
                </a:ext>
              </a:extLst>
            </p:cNvPr>
            <p:cNvSpPr>
              <a:spLocks noChangeShapeType="1"/>
            </p:cNvSpPr>
            <p:nvPr/>
          </p:nvSpPr>
          <p:spPr bwMode="auto">
            <a:xfrm>
              <a:off x="4704" y="2880"/>
              <a:ext cx="672" cy="0"/>
            </a:xfrm>
            <a:prstGeom prst="line">
              <a:avLst/>
            </a:prstGeom>
            <a:noFill/>
            <a:ln w="1905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1073">
              <a:extLst>
                <a:ext uri="{FF2B5EF4-FFF2-40B4-BE49-F238E27FC236}">
                  <a16:creationId xmlns:a16="http://schemas.microsoft.com/office/drawing/2014/main" id="{C8A522B7-7D99-46D7-BE5A-FB5138CD8416}"/>
                </a:ext>
              </a:extLst>
            </p:cNvPr>
            <p:cNvSpPr>
              <a:spLocks noChangeShapeType="1"/>
            </p:cNvSpPr>
            <p:nvPr/>
          </p:nvSpPr>
          <p:spPr bwMode="auto">
            <a:xfrm>
              <a:off x="3792" y="2880"/>
              <a:ext cx="384" cy="0"/>
            </a:xfrm>
            <a:prstGeom prst="line">
              <a:avLst/>
            </a:prstGeom>
            <a:noFill/>
            <a:ln w="19050">
              <a:solidFill>
                <a:srgbClr val="0099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Text Box 1074">
              <a:extLst>
                <a:ext uri="{FF2B5EF4-FFF2-40B4-BE49-F238E27FC236}">
                  <a16:creationId xmlns:a16="http://schemas.microsoft.com/office/drawing/2014/main" id="{EA799F02-7936-48EF-B696-B3CA52ECF264}"/>
                </a:ext>
              </a:extLst>
            </p:cNvPr>
            <p:cNvSpPr txBox="1">
              <a:spLocks noChangeArrowheads="1"/>
            </p:cNvSpPr>
            <p:nvPr/>
          </p:nvSpPr>
          <p:spPr bwMode="auto">
            <a:xfrm rot="-49973">
              <a:off x="4704" y="2640"/>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b="1">
                  <a:solidFill>
                    <a:srgbClr val="E254A9"/>
                  </a:solidFill>
                  <a:latin typeface="楷体_GB2312" pitchFamily="49" charset="-122"/>
                </a:rPr>
                <a:t>成绩输出 </a:t>
              </a:r>
            </a:p>
          </p:txBody>
        </p:sp>
      </p:grpSp>
    </p:spTree>
    <p:extLst>
      <p:ext uri="{BB962C8B-B14F-4D97-AF65-F5344CB8AC3E}">
        <p14:creationId xmlns:p14="http://schemas.microsoft.com/office/powerpoint/2010/main" val="317835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randombar(vertic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slide(fromTop)">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slide(fromTop)">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slide(fromTop)">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blinds(horizontal)">
                                      <p:cBhvr>
                                        <p:cTn id="2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33</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16589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algn="l"/>
            <a:r>
              <a:rPr lang="zh-CN" altLang="en-US" sz="2400" dirty="0">
                <a:latin typeface="Arial" panose="020B0604020202020204" pitchFamily="34" charset="0"/>
              </a:rPr>
              <a:t>变换模块：也叫加工模块。它是从上级模块获得数据，进行特定的处理，将其转换为其他形式，再传回上级模块它所加工的数据流叫做变换数据流。                </a:t>
            </a: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grpSp>
        <p:nvGrpSpPr>
          <p:cNvPr id="21" name="Group 1048">
            <a:extLst>
              <a:ext uri="{FF2B5EF4-FFF2-40B4-BE49-F238E27FC236}">
                <a16:creationId xmlns:a16="http://schemas.microsoft.com/office/drawing/2014/main" id="{C739E576-EBEE-4A9D-8E1C-67EE6D1FB68E}"/>
              </a:ext>
            </a:extLst>
          </p:cNvPr>
          <p:cNvGrpSpPr>
            <a:grpSpLocks/>
          </p:cNvGrpSpPr>
          <p:nvPr/>
        </p:nvGrpSpPr>
        <p:grpSpPr bwMode="auto">
          <a:xfrm>
            <a:off x="3048000" y="4683146"/>
            <a:ext cx="1219200" cy="990600"/>
            <a:chOff x="2640" y="2640"/>
            <a:chExt cx="768" cy="624"/>
          </a:xfrm>
        </p:grpSpPr>
        <p:sp>
          <p:nvSpPr>
            <p:cNvPr id="22" name="Rectangle 1031">
              <a:extLst>
                <a:ext uri="{FF2B5EF4-FFF2-40B4-BE49-F238E27FC236}">
                  <a16:creationId xmlns:a16="http://schemas.microsoft.com/office/drawing/2014/main" id="{D895084B-574D-442A-A9F6-600C780CC2E3}"/>
                </a:ext>
              </a:extLst>
            </p:cNvPr>
            <p:cNvSpPr>
              <a:spLocks noChangeArrowheads="1"/>
            </p:cNvSpPr>
            <p:nvPr/>
          </p:nvSpPr>
          <p:spPr bwMode="auto">
            <a:xfrm>
              <a:off x="2640" y="2976"/>
              <a:ext cx="768" cy="288"/>
            </a:xfrm>
            <a:prstGeom prst="rect">
              <a:avLst/>
            </a:prstGeom>
            <a:solidFill>
              <a:schemeClr val="bg1"/>
            </a:solidFill>
            <a:ln w="9525">
              <a:solidFill>
                <a:schemeClr val="folHlink"/>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F7C80"/>
                  </a:solidFill>
                  <a:ea typeface="黑体" panose="02010609060101010101" pitchFamily="49" charset="-122"/>
                </a:rPr>
                <a:t>变换模块</a:t>
              </a:r>
            </a:p>
          </p:txBody>
        </p:sp>
        <p:sp>
          <p:nvSpPr>
            <p:cNvPr id="23" name="Line 1032">
              <a:extLst>
                <a:ext uri="{FF2B5EF4-FFF2-40B4-BE49-F238E27FC236}">
                  <a16:creationId xmlns:a16="http://schemas.microsoft.com/office/drawing/2014/main" id="{7B8A6F1C-35FD-4D3E-B210-07E42CEC6EE6}"/>
                </a:ext>
              </a:extLst>
            </p:cNvPr>
            <p:cNvSpPr>
              <a:spLocks noChangeShapeType="1"/>
            </p:cNvSpPr>
            <p:nvPr/>
          </p:nvSpPr>
          <p:spPr bwMode="auto">
            <a:xfrm>
              <a:off x="3024" y="2640"/>
              <a:ext cx="0" cy="336"/>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4" name="Line 1044">
            <a:extLst>
              <a:ext uri="{FF2B5EF4-FFF2-40B4-BE49-F238E27FC236}">
                <a16:creationId xmlns:a16="http://schemas.microsoft.com/office/drawing/2014/main" id="{0982FB80-711A-47CC-891A-25F4909DA590}"/>
              </a:ext>
            </a:extLst>
          </p:cNvPr>
          <p:cNvSpPr>
            <a:spLocks noChangeShapeType="1"/>
          </p:cNvSpPr>
          <p:nvPr/>
        </p:nvSpPr>
        <p:spPr bwMode="auto">
          <a:xfrm flipH="1">
            <a:off x="3505200" y="4835546"/>
            <a:ext cx="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1045">
            <a:extLst>
              <a:ext uri="{FF2B5EF4-FFF2-40B4-BE49-F238E27FC236}">
                <a16:creationId xmlns:a16="http://schemas.microsoft.com/office/drawing/2014/main" id="{C5872FF2-1433-4C40-80CE-D7B12CB73916}"/>
              </a:ext>
            </a:extLst>
          </p:cNvPr>
          <p:cNvSpPr>
            <a:spLocks noChangeShapeType="1"/>
          </p:cNvSpPr>
          <p:nvPr/>
        </p:nvSpPr>
        <p:spPr bwMode="auto">
          <a:xfrm flipH="1">
            <a:off x="3810000" y="4835546"/>
            <a:ext cx="0" cy="304800"/>
          </a:xfrm>
          <a:prstGeom prst="line">
            <a:avLst/>
          </a:prstGeom>
          <a:noFill/>
          <a:ln w="9525">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2" name="Text Box 1046">
            <a:extLst>
              <a:ext uri="{FF2B5EF4-FFF2-40B4-BE49-F238E27FC236}">
                <a16:creationId xmlns:a16="http://schemas.microsoft.com/office/drawing/2014/main" id="{4D9C6BDE-2731-4C1F-B63A-6B34425AEC1A}"/>
              </a:ext>
            </a:extLst>
          </p:cNvPr>
          <p:cNvSpPr txBox="1">
            <a:spLocks noChangeArrowheads="1"/>
          </p:cNvSpPr>
          <p:nvPr/>
        </p:nvSpPr>
        <p:spPr bwMode="auto">
          <a:xfrm>
            <a:off x="3886200" y="4759346"/>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宋体" panose="02010600030101010101" pitchFamily="2" charset="-122"/>
              </a:rPr>
              <a:t>C</a:t>
            </a:r>
          </a:p>
        </p:txBody>
      </p:sp>
      <p:sp>
        <p:nvSpPr>
          <p:cNvPr id="43" name="Text Box 1047">
            <a:extLst>
              <a:ext uri="{FF2B5EF4-FFF2-40B4-BE49-F238E27FC236}">
                <a16:creationId xmlns:a16="http://schemas.microsoft.com/office/drawing/2014/main" id="{BD4D27B1-E87B-4465-A6D1-A807E33C53FD}"/>
              </a:ext>
            </a:extLst>
          </p:cNvPr>
          <p:cNvSpPr txBox="1">
            <a:spLocks noChangeArrowheads="1"/>
          </p:cNvSpPr>
          <p:nvPr/>
        </p:nvSpPr>
        <p:spPr bwMode="auto">
          <a:xfrm>
            <a:off x="3124200" y="4757759"/>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宋体" panose="02010600030101010101" pitchFamily="2" charset="-122"/>
              </a:rPr>
              <a:t>B</a:t>
            </a:r>
          </a:p>
        </p:txBody>
      </p:sp>
      <p:sp>
        <p:nvSpPr>
          <p:cNvPr id="44" name="AutoShape 1049">
            <a:extLst>
              <a:ext uri="{FF2B5EF4-FFF2-40B4-BE49-F238E27FC236}">
                <a16:creationId xmlns:a16="http://schemas.microsoft.com/office/drawing/2014/main" id="{8156E70A-BE2D-48AF-934A-FA7EEDE722B5}"/>
              </a:ext>
            </a:extLst>
          </p:cNvPr>
          <p:cNvSpPr>
            <a:spLocks noChangeArrowheads="1"/>
          </p:cNvSpPr>
          <p:nvPr/>
        </p:nvSpPr>
        <p:spPr bwMode="auto">
          <a:xfrm>
            <a:off x="1905000" y="3768746"/>
            <a:ext cx="1143000" cy="838200"/>
          </a:xfrm>
          <a:prstGeom prst="wedgeRectCallout">
            <a:avLst>
              <a:gd name="adj1" fmla="val 88194"/>
              <a:gd name="adj2" fmla="val 86931"/>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32B828"/>
                </a:solidFill>
                <a:latin typeface="幼圆" panose="02010509060101010101" pitchFamily="49" charset="-122"/>
                <a:ea typeface="幼圆" panose="02010509060101010101" pitchFamily="49" charset="-122"/>
              </a:rPr>
              <a:t>变换</a:t>
            </a:r>
          </a:p>
          <a:p>
            <a:r>
              <a:rPr lang="zh-CN" altLang="en-US" sz="1800">
                <a:solidFill>
                  <a:srgbClr val="32B828"/>
                </a:solidFill>
                <a:latin typeface="幼圆" panose="02010509060101010101" pitchFamily="49" charset="-122"/>
                <a:ea typeface="幼圆" panose="02010509060101010101" pitchFamily="49" charset="-122"/>
              </a:rPr>
              <a:t>数据流</a:t>
            </a:r>
          </a:p>
        </p:txBody>
      </p:sp>
      <p:grpSp>
        <p:nvGrpSpPr>
          <p:cNvPr id="45" name="Group 1070">
            <a:extLst>
              <a:ext uri="{FF2B5EF4-FFF2-40B4-BE49-F238E27FC236}">
                <a16:creationId xmlns:a16="http://schemas.microsoft.com/office/drawing/2014/main" id="{51550AFF-A2F5-44C1-85A6-DD211EC5DA2D}"/>
              </a:ext>
            </a:extLst>
          </p:cNvPr>
          <p:cNvGrpSpPr>
            <a:grpSpLocks/>
          </p:cNvGrpSpPr>
          <p:nvPr/>
        </p:nvGrpSpPr>
        <p:grpSpPr bwMode="auto">
          <a:xfrm>
            <a:off x="5257800" y="4378346"/>
            <a:ext cx="2439988" cy="990600"/>
            <a:chOff x="3647" y="2832"/>
            <a:chExt cx="1537" cy="624"/>
          </a:xfrm>
        </p:grpSpPr>
        <p:sp>
          <p:nvSpPr>
            <p:cNvPr id="46" name="Oval 1052">
              <a:extLst>
                <a:ext uri="{FF2B5EF4-FFF2-40B4-BE49-F238E27FC236}">
                  <a16:creationId xmlns:a16="http://schemas.microsoft.com/office/drawing/2014/main" id="{56503674-4543-45D9-A4E5-505ADD994117}"/>
                </a:ext>
              </a:extLst>
            </p:cNvPr>
            <p:cNvSpPr>
              <a:spLocks noChangeArrowheads="1"/>
            </p:cNvSpPr>
            <p:nvPr/>
          </p:nvSpPr>
          <p:spPr bwMode="auto">
            <a:xfrm>
              <a:off x="4128" y="2832"/>
              <a:ext cx="672" cy="624"/>
            </a:xfrm>
            <a:prstGeom prst="ellipse">
              <a:avLst/>
            </a:prstGeom>
            <a:gradFill rotWithShape="0">
              <a:gsLst>
                <a:gs pos="0">
                  <a:srgbClr val="69EBE8"/>
                </a:gs>
                <a:gs pos="50000">
                  <a:srgbClr val="69EBE8">
                    <a:gamma/>
                    <a:shade val="46275"/>
                    <a:invGamma/>
                  </a:srgbClr>
                </a:gs>
                <a:gs pos="100000">
                  <a:srgbClr val="69EBE8"/>
                </a:gs>
              </a:gsLst>
              <a:lin ang="5400000" scaled="1"/>
            </a:gradFill>
            <a:ln w="9525">
              <a:noFill/>
              <a:round/>
              <a:headEnd/>
              <a:tailEnd/>
            </a:ln>
            <a:effectLst/>
          </p:spPr>
          <p:txBody>
            <a:bodyPr wrap="none" anchor="ctr"/>
            <a:lstStyle/>
            <a:p>
              <a:pPr>
                <a:defRPr/>
              </a:pPr>
              <a:r>
                <a:rPr lang="zh-CN" altLang="en-US" sz="1600" b="1">
                  <a:solidFill>
                    <a:schemeClr val="bg1"/>
                  </a:solidFill>
                  <a:effectLst>
                    <a:outerShdw blurRad="38100" dist="38100" dir="2700000" algn="tl">
                      <a:srgbClr val="000000"/>
                    </a:outerShdw>
                  </a:effectLst>
                  <a:latin typeface="Times New Roman" charset="0"/>
                  <a:ea typeface="幼圆" pitchFamily="49" charset="-122"/>
                </a:rPr>
                <a:t>审查并</a:t>
              </a:r>
            </a:p>
            <a:p>
              <a:pPr>
                <a:defRPr/>
              </a:pPr>
              <a:r>
                <a:rPr lang="zh-CN" altLang="en-US" sz="1600" b="1">
                  <a:solidFill>
                    <a:schemeClr val="bg1"/>
                  </a:solidFill>
                  <a:effectLst>
                    <a:outerShdw blurRad="38100" dist="38100" dir="2700000" algn="tl">
                      <a:srgbClr val="000000"/>
                    </a:outerShdw>
                  </a:effectLst>
                  <a:latin typeface="Times New Roman" charset="0"/>
                  <a:ea typeface="幼圆" pitchFamily="49" charset="-122"/>
                </a:rPr>
                <a:t>开发票</a:t>
              </a:r>
            </a:p>
          </p:txBody>
        </p:sp>
        <p:sp>
          <p:nvSpPr>
            <p:cNvPr id="47" name="Line 1054">
              <a:extLst>
                <a:ext uri="{FF2B5EF4-FFF2-40B4-BE49-F238E27FC236}">
                  <a16:creationId xmlns:a16="http://schemas.microsoft.com/office/drawing/2014/main" id="{5AF724A8-4C7D-4B38-90A2-15F22D37C9BE}"/>
                </a:ext>
              </a:extLst>
            </p:cNvPr>
            <p:cNvSpPr>
              <a:spLocks noChangeShapeType="1"/>
            </p:cNvSpPr>
            <p:nvPr/>
          </p:nvSpPr>
          <p:spPr bwMode="auto">
            <a:xfrm>
              <a:off x="3648" y="3168"/>
              <a:ext cx="480" cy="0"/>
            </a:xfrm>
            <a:prstGeom prst="line">
              <a:avLst/>
            </a:prstGeom>
            <a:noFill/>
            <a:ln w="1905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Text Box 1055">
              <a:extLst>
                <a:ext uri="{FF2B5EF4-FFF2-40B4-BE49-F238E27FC236}">
                  <a16:creationId xmlns:a16="http://schemas.microsoft.com/office/drawing/2014/main" id="{2899EF4C-A16F-471F-8AC6-4640748FD4AB}"/>
                </a:ext>
              </a:extLst>
            </p:cNvPr>
            <p:cNvSpPr txBox="1">
              <a:spLocks noChangeArrowheads="1"/>
            </p:cNvSpPr>
            <p:nvPr/>
          </p:nvSpPr>
          <p:spPr bwMode="auto">
            <a:xfrm>
              <a:off x="4752" y="2928"/>
              <a:ext cx="432" cy="212"/>
            </a:xfrm>
            <a:prstGeom prst="rect">
              <a:avLst/>
            </a:prstGeom>
            <a:noFill/>
            <a:ln w="9525">
              <a:noFill/>
              <a:miter lim="800000"/>
              <a:headEnd/>
              <a:tailEnd/>
            </a:ln>
            <a:effectLst/>
          </p:spPr>
          <p:txBody>
            <a:bodyPr>
              <a:spAutoFit/>
            </a:bodyPr>
            <a:lstStyle/>
            <a:p>
              <a:pPr>
                <a:defRPr/>
              </a:pPr>
              <a:r>
                <a:rPr lang="zh-CN" altLang="en-US" sz="1600" b="1">
                  <a:solidFill>
                    <a:srgbClr val="E254A9"/>
                  </a:solidFill>
                  <a:effectLst>
                    <a:outerShdw blurRad="38100" dist="38100" dir="2700000" algn="tl">
                      <a:srgbClr val="000000"/>
                    </a:outerShdw>
                  </a:effectLst>
                  <a:latin typeface="Times New Roman" charset="0"/>
                  <a:ea typeface="幼圆" pitchFamily="49" charset="-122"/>
                </a:rPr>
                <a:t>发票</a:t>
              </a:r>
            </a:p>
          </p:txBody>
        </p:sp>
        <p:sp>
          <p:nvSpPr>
            <p:cNvPr id="49" name="Line 1056">
              <a:extLst>
                <a:ext uri="{FF2B5EF4-FFF2-40B4-BE49-F238E27FC236}">
                  <a16:creationId xmlns:a16="http://schemas.microsoft.com/office/drawing/2014/main" id="{38D1FE03-3586-4F3F-9FC2-56BB1E17A017}"/>
                </a:ext>
              </a:extLst>
            </p:cNvPr>
            <p:cNvSpPr>
              <a:spLocks noChangeShapeType="1"/>
            </p:cNvSpPr>
            <p:nvPr/>
          </p:nvSpPr>
          <p:spPr bwMode="auto">
            <a:xfrm>
              <a:off x="4800" y="3168"/>
              <a:ext cx="384" cy="0"/>
            </a:xfrm>
            <a:prstGeom prst="line">
              <a:avLst/>
            </a:prstGeom>
            <a:noFill/>
            <a:ln w="19050">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Text Box 1057">
              <a:extLst>
                <a:ext uri="{FF2B5EF4-FFF2-40B4-BE49-F238E27FC236}">
                  <a16:creationId xmlns:a16="http://schemas.microsoft.com/office/drawing/2014/main" id="{E1FC37AC-2FA9-4878-9E10-D90DDADBEEE5}"/>
                </a:ext>
              </a:extLst>
            </p:cNvPr>
            <p:cNvSpPr txBox="1">
              <a:spLocks noChangeArrowheads="1"/>
            </p:cNvSpPr>
            <p:nvPr/>
          </p:nvSpPr>
          <p:spPr bwMode="auto">
            <a:xfrm rot="-49973">
              <a:off x="3647" y="2928"/>
              <a:ext cx="535" cy="212"/>
            </a:xfrm>
            <a:prstGeom prst="rect">
              <a:avLst/>
            </a:prstGeom>
            <a:noFill/>
            <a:ln w="9525">
              <a:noFill/>
              <a:miter lim="800000"/>
              <a:headEnd/>
              <a:tailEnd/>
            </a:ln>
            <a:effectLst/>
          </p:spPr>
          <p:txBody>
            <a:bodyPr wrap="none">
              <a:spAutoFit/>
            </a:bodyPr>
            <a:lstStyle/>
            <a:p>
              <a:pPr>
                <a:defRPr/>
              </a:pPr>
              <a:r>
                <a:rPr lang="zh-CN" altLang="en-US" sz="1600" b="1">
                  <a:solidFill>
                    <a:srgbClr val="E254A9"/>
                  </a:solidFill>
                  <a:effectLst>
                    <a:outerShdw blurRad="38100" dist="38100" dir="2700000" algn="tl">
                      <a:srgbClr val="000000"/>
                    </a:outerShdw>
                  </a:effectLst>
                  <a:latin typeface="Times New Roman" charset="0"/>
                  <a:ea typeface="幼圆" pitchFamily="49" charset="-122"/>
                </a:rPr>
                <a:t>购书单 </a:t>
              </a:r>
            </a:p>
          </p:txBody>
        </p:sp>
      </p:grpSp>
    </p:spTree>
    <p:extLst>
      <p:ext uri="{BB962C8B-B14F-4D97-AF65-F5344CB8AC3E}">
        <p14:creationId xmlns:p14="http://schemas.microsoft.com/office/powerpoint/2010/main" val="332263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trips(down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slide(fromTop)">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slide(fromBottom)">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dissolv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slide(fromTop)">
                                      <p:cBhvr>
                                        <p:cTn id="32" dur="5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blinds(vertical)">
                                      <p:cBhvr>
                                        <p:cTn id="3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utoUpdateAnimBg="0"/>
      <p:bldP spid="43" grpId="0" autoUpdateAnimBg="0"/>
      <p:bldP spid="44"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34</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1732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algn="l"/>
            <a:r>
              <a:rPr lang="zh-CN" altLang="en-US" sz="2400" dirty="0">
                <a:latin typeface="Arial" panose="020B0604020202020204" pitchFamily="34" charset="0"/>
              </a:rPr>
              <a:t>协调模块：对所有下属模块进行协调和管理的模块。在一个好的系统结构图中，协调模块应在较高层出现。</a:t>
            </a:r>
          </a:p>
          <a:p>
            <a:pPr algn="l"/>
            <a:endParaRPr lang="zh-CN" altLang="en-US" sz="2400" dirty="0">
              <a:latin typeface="Arial" panose="020B0604020202020204" pitchFamily="34" charset="0"/>
            </a:endParaRP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grpSp>
        <p:nvGrpSpPr>
          <p:cNvPr id="26" name="Group 26">
            <a:extLst>
              <a:ext uri="{FF2B5EF4-FFF2-40B4-BE49-F238E27FC236}">
                <a16:creationId xmlns:a16="http://schemas.microsoft.com/office/drawing/2014/main" id="{D66E9265-63BD-4916-97F5-A9E16C631276}"/>
              </a:ext>
            </a:extLst>
          </p:cNvPr>
          <p:cNvGrpSpPr>
            <a:grpSpLocks/>
          </p:cNvGrpSpPr>
          <p:nvPr/>
        </p:nvGrpSpPr>
        <p:grpSpPr bwMode="auto">
          <a:xfrm>
            <a:off x="3886200" y="4038600"/>
            <a:ext cx="1828800" cy="1219200"/>
            <a:chOff x="2448" y="2544"/>
            <a:chExt cx="1152" cy="768"/>
          </a:xfrm>
        </p:grpSpPr>
        <p:sp>
          <p:nvSpPr>
            <p:cNvPr id="27" name="Rectangle 7">
              <a:extLst>
                <a:ext uri="{FF2B5EF4-FFF2-40B4-BE49-F238E27FC236}">
                  <a16:creationId xmlns:a16="http://schemas.microsoft.com/office/drawing/2014/main" id="{68CCE556-FCD1-4586-BBC0-E5BB2233D013}"/>
                </a:ext>
              </a:extLst>
            </p:cNvPr>
            <p:cNvSpPr>
              <a:spLocks noChangeArrowheads="1"/>
            </p:cNvSpPr>
            <p:nvPr/>
          </p:nvSpPr>
          <p:spPr bwMode="auto">
            <a:xfrm>
              <a:off x="2448" y="2544"/>
              <a:ext cx="1152" cy="288"/>
            </a:xfrm>
            <a:prstGeom prst="rect">
              <a:avLst/>
            </a:prstGeom>
            <a:solidFill>
              <a:schemeClr val="bg1"/>
            </a:solidFill>
            <a:ln w="9525">
              <a:solidFill>
                <a:schemeClr val="folHlink"/>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F7C80"/>
                  </a:solidFill>
                  <a:ea typeface="黑体" panose="02010609060101010101" pitchFamily="49" charset="-122"/>
                </a:rPr>
                <a:t>协调模块</a:t>
              </a:r>
            </a:p>
          </p:txBody>
        </p:sp>
        <p:sp>
          <p:nvSpPr>
            <p:cNvPr id="28" name="Line 8">
              <a:extLst>
                <a:ext uri="{FF2B5EF4-FFF2-40B4-BE49-F238E27FC236}">
                  <a16:creationId xmlns:a16="http://schemas.microsoft.com/office/drawing/2014/main" id="{F2EF203E-BEB4-4B89-B7CE-A8191CC02215}"/>
                </a:ext>
              </a:extLst>
            </p:cNvPr>
            <p:cNvSpPr>
              <a:spLocks noChangeShapeType="1"/>
            </p:cNvSpPr>
            <p:nvPr/>
          </p:nvSpPr>
          <p:spPr bwMode="auto">
            <a:xfrm>
              <a:off x="3072" y="2832"/>
              <a:ext cx="0" cy="480"/>
            </a:xfrm>
            <a:prstGeom prst="line">
              <a:avLst/>
            </a:prstGeom>
            <a:noFill/>
            <a:ln w="28575">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9" name="Line 9">
            <a:extLst>
              <a:ext uri="{FF2B5EF4-FFF2-40B4-BE49-F238E27FC236}">
                <a16:creationId xmlns:a16="http://schemas.microsoft.com/office/drawing/2014/main" id="{32D5D8D7-9D10-4192-AE96-6B0B4120A4F1}"/>
              </a:ext>
            </a:extLst>
          </p:cNvPr>
          <p:cNvSpPr>
            <a:spLocks noChangeShapeType="1"/>
          </p:cNvSpPr>
          <p:nvPr/>
        </p:nvSpPr>
        <p:spPr bwMode="auto">
          <a:xfrm flipH="1">
            <a:off x="4724400" y="4648200"/>
            <a:ext cx="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10">
            <a:extLst>
              <a:ext uri="{FF2B5EF4-FFF2-40B4-BE49-F238E27FC236}">
                <a16:creationId xmlns:a16="http://schemas.microsoft.com/office/drawing/2014/main" id="{EB35D2E4-847B-4BEB-B74A-0C600069E01E}"/>
              </a:ext>
            </a:extLst>
          </p:cNvPr>
          <p:cNvSpPr>
            <a:spLocks noChangeShapeType="1"/>
          </p:cNvSpPr>
          <p:nvPr/>
        </p:nvSpPr>
        <p:spPr bwMode="auto">
          <a:xfrm flipH="1">
            <a:off x="5029200" y="4648200"/>
            <a:ext cx="0" cy="304800"/>
          </a:xfrm>
          <a:prstGeom prst="line">
            <a:avLst/>
          </a:prstGeom>
          <a:noFill/>
          <a:ln w="9525">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 name="Text Box 11">
            <a:extLst>
              <a:ext uri="{FF2B5EF4-FFF2-40B4-BE49-F238E27FC236}">
                <a16:creationId xmlns:a16="http://schemas.microsoft.com/office/drawing/2014/main" id="{E251375E-3ECA-4CBB-91A9-5358E7D27527}"/>
              </a:ext>
            </a:extLst>
          </p:cNvPr>
          <p:cNvSpPr txBox="1">
            <a:spLocks noChangeArrowheads="1"/>
          </p:cNvSpPr>
          <p:nvPr/>
        </p:nvSpPr>
        <p:spPr bwMode="auto">
          <a:xfrm>
            <a:off x="5029200" y="4572000"/>
            <a:ext cx="336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宋体" panose="02010600030101010101" pitchFamily="2" charset="-122"/>
              </a:rPr>
              <a:t>Y</a:t>
            </a:r>
          </a:p>
        </p:txBody>
      </p:sp>
      <p:sp>
        <p:nvSpPr>
          <p:cNvPr id="32" name="Text Box 12">
            <a:extLst>
              <a:ext uri="{FF2B5EF4-FFF2-40B4-BE49-F238E27FC236}">
                <a16:creationId xmlns:a16="http://schemas.microsoft.com/office/drawing/2014/main" id="{D8B242E5-AF44-401D-A15F-81302B49A2EF}"/>
              </a:ext>
            </a:extLst>
          </p:cNvPr>
          <p:cNvSpPr txBox="1">
            <a:spLocks noChangeArrowheads="1"/>
          </p:cNvSpPr>
          <p:nvPr/>
        </p:nvSpPr>
        <p:spPr bwMode="auto">
          <a:xfrm>
            <a:off x="4419600" y="457041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宋体" panose="02010600030101010101" pitchFamily="2" charset="-122"/>
              </a:rPr>
              <a:t>X</a:t>
            </a:r>
          </a:p>
        </p:txBody>
      </p:sp>
      <p:sp>
        <p:nvSpPr>
          <p:cNvPr id="33" name="Line 15">
            <a:extLst>
              <a:ext uri="{FF2B5EF4-FFF2-40B4-BE49-F238E27FC236}">
                <a16:creationId xmlns:a16="http://schemas.microsoft.com/office/drawing/2014/main" id="{B336EAAA-D390-4DCE-907E-F406B4DE7D32}"/>
              </a:ext>
            </a:extLst>
          </p:cNvPr>
          <p:cNvSpPr>
            <a:spLocks noChangeShapeType="1"/>
          </p:cNvSpPr>
          <p:nvPr/>
        </p:nvSpPr>
        <p:spPr bwMode="auto">
          <a:xfrm flipH="1">
            <a:off x="4191000" y="4495800"/>
            <a:ext cx="152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Text Box 19">
            <a:extLst>
              <a:ext uri="{FF2B5EF4-FFF2-40B4-BE49-F238E27FC236}">
                <a16:creationId xmlns:a16="http://schemas.microsoft.com/office/drawing/2014/main" id="{ADE898D7-211E-4E88-A498-B0A69E224F6F}"/>
              </a:ext>
            </a:extLst>
          </p:cNvPr>
          <p:cNvSpPr txBox="1">
            <a:spLocks noChangeArrowheads="1"/>
          </p:cNvSpPr>
          <p:nvPr/>
        </p:nvSpPr>
        <p:spPr bwMode="auto">
          <a:xfrm>
            <a:off x="5414963" y="4570413"/>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latin typeface="Arial" panose="020B0604020202020204" pitchFamily="34" charset="0"/>
                <a:ea typeface="宋体" panose="02010600030101010101" pitchFamily="2" charset="-122"/>
              </a:rPr>
              <a:t>Y</a:t>
            </a:r>
          </a:p>
        </p:txBody>
      </p:sp>
      <p:sp>
        <p:nvSpPr>
          <p:cNvPr id="35" name="Line 21">
            <a:extLst>
              <a:ext uri="{FF2B5EF4-FFF2-40B4-BE49-F238E27FC236}">
                <a16:creationId xmlns:a16="http://schemas.microsoft.com/office/drawing/2014/main" id="{15F6B1C3-122F-4BAD-9784-EA37A09D567A}"/>
              </a:ext>
            </a:extLst>
          </p:cNvPr>
          <p:cNvSpPr>
            <a:spLocks noChangeShapeType="1"/>
          </p:cNvSpPr>
          <p:nvPr/>
        </p:nvSpPr>
        <p:spPr bwMode="auto">
          <a:xfrm>
            <a:off x="5334000" y="4495800"/>
            <a:ext cx="152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Text Box 23">
            <a:extLst>
              <a:ext uri="{FF2B5EF4-FFF2-40B4-BE49-F238E27FC236}">
                <a16:creationId xmlns:a16="http://schemas.microsoft.com/office/drawing/2014/main" id="{2C51CBD1-F50A-47D1-8025-4F5B4B420431}"/>
              </a:ext>
            </a:extLst>
          </p:cNvPr>
          <p:cNvSpPr txBox="1">
            <a:spLocks noChangeArrowheads="1"/>
          </p:cNvSpPr>
          <p:nvPr/>
        </p:nvSpPr>
        <p:spPr bwMode="auto">
          <a:xfrm>
            <a:off x="3890963" y="4570413"/>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latin typeface="Arial" panose="020B0604020202020204" pitchFamily="34" charset="0"/>
                <a:ea typeface="宋体" panose="02010600030101010101" pitchFamily="2" charset="-122"/>
              </a:rPr>
              <a:t>X</a:t>
            </a:r>
          </a:p>
        </p:txBody>
      </p:sp>
    </p:spTree>
    <p:extLst>
      <p:ext uri="{BB962C8B-B14F-4D97-AF65-F5344CB8AC3E}">
        <p14:creationId xmlns:p14="http://schemas.microsoft.com/office/powerpoint/2010/main" val="105127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randombar(horizontal)">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slide(fromTop)">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dissolv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slide(fromTop)">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animEffect transition="in" filter="slide(fromBottom)">
                                      <p:cBhvr>
                                        <p:cTn id="32" dur="5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dissolve">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1"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slide(fromTop)">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dissolve">
                                      <p:cBhvr>
                                        <p:cTn id="4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utoUpdateAnimBg="0"/>
      <p:bldP spid="32" grpId="0" autoUpdateAnimBg="0"/>
      <p:bldP spid="34" grpId="0" autoUpdateAnimBg="0"/>
      <p:bldP spid="3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35</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920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algn="l"/>
            <a:r>
              <a:rPr lang="zh-CN" altLang="en-US" sz="2400" dirty="0">
                <a:latin typeface="Arial" panose="020B0604020202020204" pitchFamily="34" charset="0"/>
              </a:rPr>
              <a:t>变换型系统结构图：</a:t>
            </a: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grpSp>
        <p:nvGrpSpPr>
          <p:cNvPr id="16" name="Group 28">
            <a:extLst>
              <a:ext uri="{FF2B5EF4-FFF2-40B4-BE49-F238E27FC236}">
                <a16:creationId xmlns:a16="http://schemas.microsoft.com/office/drawing/2014/main" id="{17299FFD-312D-453B-B2E3-BB4299364B8B}"/>
              </a:ext>
            </a:extLst>
          </p:cNvPr>
          <p:cNvGrpSpPr>
            <a:grpSpLocks/>
          </p:cNvGrpSpPr>
          <p:nvPr/>
        </p:nvGrpSpPr>
        <p:grpSpPr bwMode="auto">
          <a:xfrm>
            <a:off x="2590800" y="4038600"/>
            <a:ext cx="1295400" cy="762000"/>
            <a:chOff x="1632" y="2544"/>
            <a:chExt cx="816" cy="480"/>
          </a:xfrm>
        </p:grpSpPr>
        <p:sp>
          <p:nvSpPr>
            <p:cNvPr id="17" name="Oval 8">
              <a:extLst>
                <a:ext uri="{FF2B5EF4-FFF2-40B4-BE49-F238E27FC236}">
                  <a16:creationId xmlns:a16="http://schemas.microsoft.com/office/drawing/2014/main" id="{35D977A1-3332-4B33-88A5-58259D611341}"/>
                </a:ext>
              </a:extLst>
            </p:cNvPr>
            <p:cNvSpPr>
              <a:spLocks noChangeArrowheads="1"/>
            </p:cNvSpPr>
            <p:nvPr/>
          </p:nvSpPr>
          <p:spPr bwMode="auto">
            <a:xfrm>
              <a:off x="1968" y="2544"/>
              <a:ext cx="480" cy="480"/>
            </a:xfrm>
            <a:prstGeom prst="ellipse">
              <a:avLst/>
            </a:prstGeom>
            <a:solidFill>
              <a:schemeClr val="bg1"/>
            </a:solidFill>
            <a:ln w="9525">
              <a:solidFill>
                <a:srgbClr val="009900"/>
              </a:solidFill>
              <a:round/>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ea typeface="黑体" panose="02010609060101010101" pitchFamily="49" charset="-122"/>
                </a:rPr>
                <a:t>取得</a:t>
              </a:r>
            </a:p>
            <a:p>
              <a:r>
                <a:rPr lang="zh-CN" altLang="en-US" sz="1800">
                  <a:solidFill>
                    <a:srgbClr val="046C36"/>
                  </a:solidFill>
                  <a:ea typeface="黑体" panose="02010609060101010101" pitchFamily="49" charset="-122"/>
                </a:rPr>
                <a:t>数据</a:t>
              </a:r>
            </a:p>
          </p:txBody>
        </p:sp>
        <p:sp>
          <p:nvSpPr>
            <p:cNvPr id="18" name="Line 10">
              <a:extLst>
                <a:ext uri="{FF2B5EF4-FFF2-40B4-BE49-F238E27FC236}">
                  <a16:creationId xmlns:a16="http://schemas.microsoft.com/office/drawing/2014/main" id="{50B50C28-ED1F-4AB0-80CC-4A82E31237B9}"/>
                </a:ext>
              </a:extLst>
            </p:cNvPr>
            <p:cNvSpPr>
              <a:spLocks noChangeShapeType="1"/>
            </p:cNvSpPr>
            <p:nvPr/>
          </p:nvSpPr>
          <p:spPr bwMode="auto">
            <a:xfrm>
              <a:off x="1632" y="2784"/>
              <a:ext cx="336"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9" name="Group 29">
            <a:extLst>
              <a:ext uri="{FF2B5EF4-FFF2-40B4-BE49-F238E27FC236}">
                <a16:creationId xmlns:a16="http://schemas.microsoft.com/office/drawing/2014/main" id="{B480DAC2-386F-43E7-860B-B8FD7310C1AB}"/>
              </a:ext>
            </a:extLst>
          </p:cNvPr>
          <p:cNvGrpSpPr>
            <a:grpSpLocks/>
          </p:cNvGrpSpPr>
          <p:nvPr/>
        </p:nvGrpSpPr>
        <p:grpSpPr bwMode="auto">
          <a:xfrm>
            <a:off x="3886200" y="4038600"/>
            <a:ext cx="1371600" cy="762000"/>
            <a:chOff x="2448" y="2544"/>
            <a:chExt cx="864" cy="480"/>
          </a:xfrm>
        </p:grpSpPr>
        <p:sp>
          <p:nvSpPr>
            <p:cNvPr id="20" name="Oval 9">
              <a:extLst>
                <a:ext uri="{FF2B5EF4-FFF2-40B4-BE49-F238E27FC236}">
                  <a16:creationId xmlns:a16="http://schemas.microsoft.com/office/drawing/2014/main" id="{14C6F659-441D-4704-A40A-3FBBDA7EC6C4}"/>
                </a:ext>
              </a:extLst>
            </p:cNvPr>
            <p:cNvSpPr>
              <a:spLocks noChangeArrowheads="1"/>
            </p:cNvSpPr>
            <p:nvPr/>
          </p:nvSpPr>
          <p:spPr bwMode="auto">
            <a:xfrm>
              <a:off x="2832" y="2544"/>
              <a:ext cx="480" cy="480"/>
            </a:xfrm>
            <a:prstGeom prst="ellipse">
              <a:avLst/>
            </a:prstGeom>
            <a:solidFill>
              <a:schemeClr val="bg1"/>
            </a:solidFill>
            <a:ln w="9525">
              <a:solidFill>
                <a:srgbClr val="FF7C80"/>
              </a:solidFill>
              <a:round/>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sz="2400">
                <a:ea typeface="宋体" panose="02010600030101010101" pitchFamily="2" charset="-122"/>
              </a:endParaRPr>
            </a:p>
          </p:txBody>
        </p:sp>
        <p:sp>
          <p:nvSpPr>
            <p:cNvPr id="21" name="Line 11">
              <a:extLst>
                <a:ext uri="{FF2B5EF4-FFF2-40B4-BE49-F238E27FC236}">
                  <a16:creationId xmlns:a16="http://schemas.microsoft.com/office/drawing/2014/main" id="{46D1EA6B-F31E-47D9-9266-976287135B3E}"/>
                </a:ext>
              </a:extLst>
            </p:cNvPr>
            <p:cNvSpPr>
              <a:spLocks noChangeShapeType="1"/>
            </p:cNvSpPr>
            <p:nvPr/>
          </p:nvSpPr>
          <p:spPr bwMode="auto">
            <a:xfrm>
              <a:off x="2448" y="2784"/>
              <a:ext cx="384"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2" name="Line 14">
            <a:extLst>
              <a:ext uri="{FF2B5EF4-FFF2-40B4-BE49-F238E27FC236}">
                <a16:creationId xmlns:a16="http://schemas.microsoft.com/office/drawing/2014/main" id="{4C64A731-7054-40E0-9734-17680EAD3413}"/>
              </a:ext>
            </a:extLst>
          </p:cNvPr>
          <p:cNvSpPr>
            <a:spLocks noChangeShapeType="1"/>
          </p:cNvSpPr>
          <p:nvPr/>
        </p:nvSpPr>
        <p:spPr bwMode="auto">
          <a:xfrm>
            <a:off x="6629400" y="4419600"/>
            <a:ext cx="609600"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15">
            <a:extLst>
              <a:ext uri="{FF2B5EF4-FFF2-40B4-BE49-F238E27FC236}">
                <a16:creationId xmlns:a16="http://schemas.microsoft.com/office/drawing/2014/main" id="{6CC13940-DB24-4EBB-A50D-AACD6C3325ED}"/>
              </a:ext>
            </a:extLst>
          </p:cNvPr>
          <p:cNvSpPr>
            <a:spLocks noChangeShapeType="1"/>
          </p:cNvSpPr>
          <p:nvPr/>
        </p:nvSpPr>
        <p:spPr bwMode="auto">
          <a:xfrm>
            <a:off x="2667000" y="4267200"/>
            <a:ext cx="381000"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16">
            <a:extLst>
              <a:ext uri="{FF2B5EF4-FFF2-40B4-BE49-F238E27FC236}">
                <a16:creationId xmlns:a16="http://schemas.microsoft.com/office/drawing/2014/main" id="{811210C3-DEF3-4662-9414-ADAA3D59F047}"/>
              </a:ext>
            </a:extLst>
          </p:cNvPr>
          <p:cNvSpPr>
            <a:spLocks noChangeShapeType="1"/>
          </p:cNvSpPr>
          <p:nvPr/>
        </p:nvSpPr>
        <p:spPr bwMode="auto">
          <a:xfrm>
            <a:off x="3962400" y="4267200"/>
            <a:ext cx="381000"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17">
            <a:extLst>
              <a:ext uri="{FF2B5EF4-FFF2-40B4-BE49-F238E27FC236}">
                <a16:creationId xmlns:a16="http://schemas.microsoft.com/office/drawing/2014/main" id="{5745587D-8955-433F-AF76-5C73A0C4E40D}"/>
              </a:ext>
            </a:extLst>
          </p:cNvPr>
          <p:cNvSpPr>
            <a:spLocks noChangeShapeType="1"/>
          </p:cNvSpPr>
          <p:nvPr/>
        </p:nvSpPr>
        <p:spPr bwMode="auto">
          <a:xfrm>
            <a:off x="5410200" y="4267200"/>
            <a:ext cx="381000"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Line 18">
            <a:extLst>
              <a:ext uri="{FF2B5EF4-FFF2-40B4-BE49-F238E27FC236}">
                <a16:creationId xmlns:a16="http://schemas.microsoft.com/office/drawing/2014/main" id="{EB6EC2AE-1AD0-4DEE-9222-DA7AD5D06469}"/>
              </a:ext>
            </a:extLst>
          </p:cNvPr>
          <p:cNvSpPr>
            <a:spLocks noChangeShapeType="1"/>
          </p:cNvSpPr>
          <p:nvPr/>
        </p:nvSpPr>
        <p:spPr bwMode="auto">
          <a:xfrm>
            <a:off x="6781800" y="4267200"/>
            <a:ext cx="381000" cy="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Text Box 19">
            <a:extLst>
              <a:ext uri="{FF2B5EF4-FFF2-40B4-BE49-F238E27FC236}">
                <a16:creationId xmlns:a16="http://schemas.microsoft.com/office/drawing/2014/main" id="{1E0D099A-5283-47D4-AD45-4F33E354D202}"/>
              </a:ext>
            </a:extLst>
          </p:cNvPr>
          <p:cNvSpPr txBox="1">
            <a:spLocks noChangeArrowheads="1"/>
          </p:cNvSpPr>
          <p:nvPr/>
        </p:nvSpPr>
        <p:spPr bwMode="auto">
          <a:xfrm>
            <a:off x="2609850" y="3775075"/>
            <a:ext cx="268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solidFill>
                  <a:schemeClr val="accent2"/>
                </a:solidFill>
                <a:ea typeface="宋体" panose="02010600030101010101" pitchFamily="2" charset="-122"/>
              </a:rPr>
              <a:t>i</a:t>
            </a:r>
          </a:p>
        </p:txBody>
      </p:sp>
      <p:sp>
        <p:nvSpPr>
          <p:cNvPr id="39" name="Text Box 20">
            <a:extLst>
              <a:ext uri="{FF2B5EF4-FFF2-40B4-BE49-F238E27FC236}">
                <a16:creationId xmlns:a16="http://schemas.microsoft.com/office/drawing/2014/main" id="{B6AECF5D-F8FA-4410-B017-9ABCF2469D60}"/>
              </a:ext>
            </a:extLst>
          </p:cNvPr>
          <p:cNvSpPr txBox="1">
            <a:spLocks noChangeArrowheads="1"/>
          </p:cNvSpPr>
          <p:nvPr/>
        </p:nvSpPr>
        <p:spPr bwMode="auto">
          <a:xfrm>
            <a:off x="4013200" y="3810000"/>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solidFill>
                  <a:schemeClr val="accent2"/>
                </a:solidFill>
                <a:ea typeface="宋体" panose="02010600030101010101" pitchFamily="2" charset="-122"/>
              </a:rPr>
              <a:t>a</a:t>
            </a:r>
          </a:p>
        </p:txBody>
      </p:sp>
      <p:sp>
        <p:nvSpPr>
          <p:cNvPr id="40" name="Text Box 21">
            <a:extLst>
              <a:ext uri="{FF2B5EF4-FFF2-40B4-BE49-F238E27FC236}">
                <a16:creationId xmlns:a16="http://schemas.microsoft.com/office/drawing/2014/main" id="{DD2477A9-9C99-4907-AA50-426CE2766646}"/>
              </a:ext>
            </a:extLst>
          </p:cNvPr>
          <p:cNvSpPr txBox="1">
            <a:spLocks noChangeArrowheads="1"/>
          </p:cNvSpPr>
          <p:nvPr/>
        </p:nvSpPr>
        <p:spPr bwMode="auto">
          <a:xfrm>
            <a:off x="5384800" y="3810000"/>
            <a:ext cx="319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solidFill>
                  <a:schemeClr val="accent2"/>
                </a:solidFill>
                <a:ea typeface="宋体" panose="02010600030101010101" pitchFamily="2" charset="-122"/>
              </a:rPr>
              <a:t>e</a:t>
            </a:r>
          </a:p>
        </p:txBody>
      </p:sp>
      <p:sp>
        <p:nvSpPr>
          <p:cNvPr id="41" name="Text Box 22">
            <a:extLst>
              <a:ext uri="{FF2B5EF4-FFF2-40B4-BE49-F238E27FC236}">
                <a16:creationId xmlns:a16="http://schemas.microsoft.com/office/drawing/2014/main" id="{27A19A9C-B822-4B33-9436-3A4283E4954C}"/>
              </a:ext>
            </a:extLst>
          </p:cNvPr>
          <p:cNvSpPr txBox="1">
            <a:spLocks noChangeArrowheads="1"/>
          </p:cNvSpPr>
          <p:nvPr/>
        </p:nvSpPr>
        <p:spPr bwMode="auto">
          <a:xfrm>
            <a:off x="6824663" y="3810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solidFill>
                  <a:schemeClr val="accent2"/>
                </a:solidFill>
                <a:ea typeface="宋体" panose="02010600030101010101" pitchFamily="2" charset="-122"/>
              </a:rPr>
              <a:t>o</a:t>
            </a:r>
          </a:p>
        </p:txBody>
      </p:sp>
      <p:sp>
        <p:nvSpPr>
          <p:cNvPr id="42" name="Rectangle 23">
            <a:extLst>
              <a:ext uri="{FF2B5EF4-FFF2-40B4-BE49-F238E27FC236}">
                <a16:creationId xmlns:a16="http://schemas.microsoft.com/office/drawing/2014/main" id="{A447D2D0-B2EE-4C31-A0E6-E364A173BA30}"/>
              </a:ext>
            </a:extLst>
          </p:cNvPr>
          <p:cNvSpPr>
            <a:spLocks noChangeArrowheads="1"/>
          </p:cNvSpPr>
          <p:nvPr/>
        </p:nvSpPr>
        <p:spPr bwMode="auto">
          <a:xfrm>
            <a:off x="4572000" y="4114800"/>
            <a:ext cx="6413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F7C80"/>
                </a:solidFill>
                <a:ea typeface="黑体" panose="02010609060101010101" pitchFamily="49" charset="-122"/>
              </a:rPr>
              <a:t>变换</a:t>
            </a:r>
          </a:p>
          <a:p>
            <a:r>
              <a:rPr lang="zh-CN" altLang="en-US" sz="1800">
                <a:solidFill>
                  <a:srgbClr val="FF7C80"/>
                </a:solidFill>
                <a:ea typeface="黑体" panose="02010609060101010101" pitchFamily="49" charset="-122"/>
              </a:rPr>
              <a:t>数据</a:t>
            </a:r>
          </a:p>
        </p:txBody>
      </p:sp>
      <p:grpSp>
        <p:nvGrpSpPr>
          <p:cNvPr id="43" name="Group 31">
            <a:extLst>
              <a:ext uri="{FF2B5EF4-FFF2-40B4-BE49-F238E27FC236}">
                <a16:creationId xmlns:a16="http://schemas.microsoft.com/office/drawing/2014/main" id="{148B40C1-8986-4AA4-B16B-E2BDA3AC0687}"/>
              </a:ext>
            </a:extLst>
          </p:cNvPr>
          <p:cNvGrpSpPr>
            <a:grpSpLocks/>
          </p:cNvGrpSpPr>
          <p:nvPr/>
        </p:nvGrpSpPr>
        <p:grpSpPr bwMode="auto">
          <a:xfrm>
            <a:off x="5257800" y="4038600"/>
            <a:ext cx="1371600" cy="762000"/>
            <a:chOff x="3312" y="2544"/>
            <a:chExt cx="864" cy="480"/>
          </a:xfrm>
        </p:grpSpPr>
        <p:grpSp>
          <p:nvGrpSpPr>
            <p:cNvPr id="44" name="Group 30">
              <a:extLst>
                <a:ext uri="{FF2B5EF4-FFF2-40B4-BE49-F238E27FC236}">
                  <a16:creationId xmlns:a16="http://schemas.microsoft.com/office/drawing/2014/main" id="{76F7457A-2981-46AE-8B71-6BD02D05EC2D}"/>
                </a:ext>
              </a:extLst>
            </p:cNvPr>
            <p:cNvGrpSpPr>
              <a:grpSpLocks/>
            </p:cNvGrpSpPr>
            <p:nvPr/>
          </p:nvGrpSpPr>
          <p:grpSpPr bwMode="auto">
            <a:xfrm>
              <a:off x="3312" y="2544"/>
              <a:ext cx="864" cy="480"/>
              <a:chOff x="3312" y="2544"/>
              <a:chExt cx="864" cy="480"/>
            </a:xfrm>
          </p:grpSpPr>
          <p:sp>
            <p:nvSpPr>
              <p:cNvPr id="46" name="Oval 12">
                <a:extLst>
                  <a:ext uri="{FF2B5EF4-FFF2-40B4-BE49-F238E27FC236}">
                    <a16:creationId xmlns:a16="http://schemas.microsoft.com/office/drawing/2014/main" id="{E7FA9974-5B82-411E-B44C-397432844294}"/>
                  </a:ext>
                </a:extLst>
              </p:cNvPr>
              <p:cNvSpPr>
                <a:spLocks noChangeArrowheads="1"/>
              </p:cNvSpPr>
              <p:nvPr/>
            </p:nvSpPr>
            <p:spPr bwMode="auto">
              <a:xfrm>
                <a:off x="3696" y="2544"/>
                <a:ext cx="480" cy="480"/>
              </a:xfrm>
              <a:prstGeom prst="ellipse">
                <a:avLst/>
              </a:prstGeom>
              <a:solidFill>
                <a:schemeClr val="bg1"/>
              </a:solidFill>
              <a:ln w="9525">
                <a:solidFill>
                  <a:schemeClr val="tx1"/>
                </a:solidFill>
                <a:round/>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sz="2400">
                  <a:ea typeface="宋体" panose="02010600030101010101" pitchFamily="2" charset="-122"/>
                </a:endParaRPr>
              </a:p>
            </p:txBody>
          </p:sp>
          <p:sp>
            <p:nvSpPr>
              <p:cNvPr id="47" name="Line 13">
                <a:extLst>
                  <a:ext uri="{FF2B5EF4-FFF2-40B4-BE49-F238E27FC236}">
                    <a16:creationId xmlns:a16="http://schemas.microsoft.com/office/drawing/2014/main" id="{9A4F561C-4566-43AE-A855-A6F486FE4DAF}"/>
                  </a:ext>
                </a:extLst>
              </p:cNvPr>
              <p:cNvSpPr>
                <a:spLocks noChangeShapeType="1"/>
              </p:cNvSpPr>
              <p:nvPr/>
            </p:nvSpPr>
            <p:spPr bwMode="auto">
              <a:xfrm>
                <a:off x="3312" y="2784"/>
                <a:ext cx="384"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 name="Rectangle 24">
              <a:extLst>
                <a:ext uri="{FF2B5EF4-FFF2-40B4-BE49-F238E27FC236}">
                  <a16:creationId xmlns:a16="http://schemas.microsoft.com/office/drawing/2014/main" id="{E9775510-70A6-4B51-9B93-B8C4AFB4AD50}"/>
                </a:ext>
              </a:extLst>
            </p:cNvPr>
            <p:cNvSpPr>
              <a:spLocks noChangeArrowheads="1"/>
            </p:cNvSpPr>
            <p:nvPr/>
          </p:nvSpPr>
          <p:spPr bwMode="auto">
            <a:xfrm>
              <a:off x="3744" y="2592"/>
              <a:ext cx="4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ea typeface="黑体" panose="02010609060101010101" pitchFamily="49" charset="-122"/>
                </a:rPr>
                <a:t>给出</a:t>
              </a:r>
            </a:p>
            <a:p>
              <a:r>
                <a:rPr lang="zh-CN" altLang="en-US" sz="1800">
                  <a:solidFill>
                    <a:srgbClr val="046C36"/>
                  </a:solidFill>
                  <a:ea typeface="黑体" panose="02010609060101010101" pitchFamily="49" charset="-122"/>
                </a:rPr>
                <a:t>数据</a:t>
              </a:r>
            </a:p>
          </p:txBody>
        </p:sp>
      </p:grpSp>
      <p:sp>
        <p:nvSpPr>
          <p:cNvPr id="48" name="Rectangle 25">
            <a:extLst>
              <a:ext uri="{FF2B5EF4-FFF2-40B4-BE49-F238E27FC236}">
                <a16:creationId xmlns:a16="http://schemas.microsoft.com/office/drawing/2014/main" id="{E42E2E47-A054-416D-B548-C9F1040505BD}"/>
              </a:ext>
            </a:extLst>
          </p:cNvPr>
          <p:cNvSpPr>
            <a:spLocks noChangeArrowheads="1"/>
          </p:cNvSpPr>
          <p:nvPr/>
        </p:nvSpPr>
        <p:spPr bwMode="auto">
          <a:xfrm>
            <a:off x="3022600" y="35052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rPr>
              <a:t>传入部分</a:t>
            </a:r>
          </a:p>
        </p:txBody>
      </p:sp>
      <p:sp>
        <p:nvSpPr>
          <p:cNvPr id="49" name="Rectangle 26">
            <a:extLst>
              <a:ext uri="{FF2B5EF4-FFF2-40B4-BE49-F238E27FC236}">
                <a16:creationId xmlns:a16="http://schemas.microsoft.com/office/drawing/2014/main" id="{A4503031-334E-493C-B2FE-5541D58D66FB}"/>
              </a:ext>
            </a:extLst>
          </p:cNvPr>
          <p:cNvSpPr>
            <a:spLocks noChangeArrowheads="1"/>
          </p:cNvSpPr>
          <p:nvPr/>
        </p:nvSpPr>
        <p:spPr bwMode="auto">
          <a:xfrm>
            <a:off x="4318000" y="35052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rPr>
              <a:t>变换中心</a:t>
            </a:r>
          </a:p>
        </p:txBody>
      </p:sp>
      <p:sp>
        <p:nvSpPr>
          <p:cNvPr id="50" name="Rectangle 27">
            <a:extLst>
              <a:ext uri="{FF2B5EF4-FFF2-40B4-BE49-F238E27FC236}">
                <a16:creationId xmlns:a16="http://schemas.microsoft.com/office/drawing/2014/main" id="{9960D99B-84D6-4D40-9189-E4F26E13444F}"/>
              </a:ext>
            </a:extLst>
          </p:cNvPr>
          <p:cNvSpPr>
            <a:spLocks noChangeArrowheads="1"/>
          </p:cNvSpPr>
          <p:nvPr/>
        </p:nvSpPr>
        <p:spPr bwMode="auto">
          <a:xfrm>
            <a:off x="5689600" y="3505200"/>
            <a:ext cx="114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rPr>
              <a:t>传出部分</a:t>
            </a:r>
          </a:p>
        </p:txBody>
      </p:sp>
      <p:sp>
        <p:nvSpPr>
          <p:cNvPr id="29" name="Rectangle 116">
            <a:extLst>
              <a:ext uri="{FF2B5EF4-FFF2-40B4-BE49-F238E27FC236}">
                <a16:creationId xmlns:a16="http://schemas.microsoft.com/office/drawing/2014/main" id="{E600E449-63AE-40BA-AB0C-FAF2B2299838}"/>
              </a:ext>
            </a:extLst>
          </p:cNvPr>
          <p:cNvSpPr>
            <a:spLocks noChangeArrowheads="1"/>
          </p:cNvSpPr>
          <p:nvPr/>
        </p:nvSpPr>
        <p:spPr bwMode="auto">
          <a:xfrm>
            <a:off x="3505200" y="6096000"/>
            <a:ext cx="3429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dirty="0">
                <a:solidFill>
                  <a:srgbClr val="046C36"/>
                </a:solidFill>
              </a:rPr>
              <a:t>-------- 具有变换型</a:t>
            </a:r>
            <a:r>
              <a:rPr lang="zh-CN" altLang="en-US" sz="1800" dirty="0">
                <a:solidFill>
                  <a:srgbClr val="CC3399"/>
                </a:solidFill>
                <a:ea typeface="黑体" panose="02010609060101010101" pitchFamily="49" charset="-122"/>
              </a:rPr>
              <a:t>数据流</a:t>
            </a:r>
            <a:r>
              <a:rPr lang="zh-CN" altLang="en-US" sz="1800" dirty="0">
                <a:solidFill>
                  <a:srgbClr val="046C36"/>
                </a:solidFill>
                <a:ea typeface="黑体" panose="02010609060101010101" pitchFamily="49" charset="-122"/>
              </a:rPr>
              <a:t>图</a:t>
            </a:r>
          </a:p>
        </p:txBody>
      </p:sp>
    </p:spTree>
    <p:extLst>
      <p:ext uri="{BB962C8B-B14F-4D97-AF65-F5344CB8AC3E}">
        <p14:creationId xmlns:p14="http://schemas.microsoft.com/office/powerpoint/2010/main" val="268880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slide(from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dissolve">
                                      <p:cBhvr>
                                        <p:cTn id="17" dur="5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slide(from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5" fill="hold"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checkerboard(down)">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dissolve">
                                      <p:cBhvr>
                                        <p:cTn id="37" dur="500"/>
                                        <p:tgtEl>
                                          <p:spTgt spid="42"/>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slide(fromLeft)">
                                      <p:cBhvr>
                                        <p:cTn id="42" dur="500"/>
                                        <p:tgtEl>
                                          <p:spTgt spid="2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dissolve">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5" fill="hold"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checkerboard(down)">
                                      <p:cBhvr>
                                        <p:cTn id="52" dur="500"/>
                                        <p:tgtEl>
                                          <p:spTgt spid="43"/>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8"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slide(fromLeft)">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slide(fromLeft)">
                                      <p:cBhvr>
                                        <p:cTn id="62" dur="5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dissolve">
                                      <p:cBhvr>
                                        <p:cTn id="67" dur="500"/>
                                        <p:tgtEl>
                                          <p:spTgt spid="41"/>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dissolve">
                                      <p:cBhvr>
                                        <p:cTn id="72" dur="500"/>
                                        <p:tgtEl>
                                          <p:spTgt spid="48"/>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dissolve">
                                      <p:cBhvr>
                                        <p:cTn id="77" dur="500"/>
                                        <p:tgtEl>
                                          <p:spTgt spid="49"/>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dissolve">
                                      <p:cBhvr>
                                        <p:cTn id="82" dur="500"/>
                                        <p:tgtEl>
                                          <p:spTgt spid="50"/>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dissolve">
                                      <p:cBhvr>
                                        <p:cTn id="8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utoUpdateAnimBg="0"/>
      <p:bldP spid="39" grpId="0" autoUpdateAnimBg="0"/>
      <p:bldP spid="40" grpId="0" autoUpdateAnimBg="0"/>
      <p:bldP spid="41" grpId="0" autoUpdateAnimBg="0"/>
      <p:bldP spid="42" grpId="0" autoUpdateAnimBg="0"/>
      <p:bldP spid="48" grpId="0" autoUpdateAnimBg="0"/>
      <p:bldP spid="49" grpId="0" autoUpdateAnimBg="0"/>
      <p:bldP spid="50" grpId="0" autoUpdateAnimBg="0"/>
      <p:bldP spid="2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36</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920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algn="l"/>
            <a:r>
              <a:rPr lang="zh-CN" altLang="en-US" sz="2400" dirty="0">
                <a:latin typeface="Arial" panose="020B0604020202020204" pitchFamily="34" charset="0"/>
              </a:rPr>
              <a:t>变换型系统结构图：</a:t>
            </a: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
        <p:nvSpPr>
          <p:cNvPr id="30" name="Rectangle 12">
            <a:extLst>
              <a:ext uri="{FF2B5EF4-FFF2-40B4-BE49-F238E27FC236}">
                <a16:creationId xmlns:a16="http://schemas.microsoft.com/office/drawing/2014/main" id="{2FE1485A-6EAB-4411-B351-C08F373C0007}"/>
              </a:ext>
            </a:extLst>
          </p:cNvPr>
          <p:cNvSpPr>
            <a:spLocks noChangeArrowheads="1"/>
          </p:cNvSpPr>
          <p:nvPr/>
        </p:nvSpPr>
        <p:spPr bwMode="auto">
          <a:xfrm>
            <a:off x="4495800" y="2057400"/>
            <a:ext cx="1219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latin typeface="黑体" panose="02010609060101010101" pitchFamily="49" charset="-122"/>
                <a:ea typeface="黑体" panose="02010609060101010101" pitchFamily="49" charset="-122"/>
              </a:rPr>
              <a:t>主模块</a:t>
            </a:r>
          </a:p>
        </p:txBody>
      </p:sp>
      <p:sp>
        <p:nvSpPr>
          <p:cNvPr id="31" name="Line 13">
            <a:extLst>
              <a:ext uri="{FF2B5EF4-FFF2-40B4-BE49-F238E27FC236}">
                <a16:creationId xmlns:a16="http://schemas.microsoft.com/office/drawing/2014/main" id="{BDCA8C0D-7834-47A6-8F46-84035FA2BF99}"/>
              </a:ext>
            </a:extLst>
          </p:cNvPr>
          <p:cNvSpPr>
            <a:spLocks noChangeShapeType="1"/>
          </p:cNvSpPr>
          <p:nvPr/>
        </p:nvSpPr>
        <p:spPr bwMode="auto">
          <a:xfrm>
            <a:off x="5181600" y="2514600"/>
            <a:ext cx="0" cy="5334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Rectangle 14">
            <a:extLst>
              <a:ext uri="{FF2B5EF4-FFF2-40B4-BE49-F238E27FC236}">
                <a16:creationId xmlns:a16="http://schemas.microsoft.com/office/drawing/2014/main" id="{41A87CC4-3F8B-476B-BC09-659B842B5528}"/>
              </a:ext>
            </a:extLst>
          </p:cNvPr>
          <p:cNvSpPr>
            <a:spLocks noChangeArrowheads="1"/>
          </p:cNvSpPr>
          <p:nvPr/>
        </p:nvSpPr>
        <p:spPr bwMode="auto">
          <a:xfrm>
            <a:off x="4572000" y="3048000"/>
            <a:ext cx="1219200" cy="457200"/>
          </a:xfrm>
          <a:prstGeom prst="rect">
            <a:avLst/>
          </a:prstGeom>
          <a:solidFill>
            <a:schemeClr val="bg1"/>
          </a:solidFill>
          <a:ln w="9525">
            <a:solidFill>
              <a:srgbClr val="F89A60"/>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F89A60"/>
                </a:solidFill>
                <a:latin typeface="Arial" panose="020B0604020202020204" pitchFamily="34" charset="0"/>
                <a:ea typeface="黑体" panose="02010609060101010101" pitchFamily="49" charset="-122"/>
              </a:rPr>
              <a:t>C</a:t>
            </a:r>
            <a:r>
              <a:rPr lang="zh-CN" altLang="en-US" sz="1800">
                <a:solidFill>
                  <a:srgbClr val="F89A60"/>
                </a:solidFill>
                <a:latin typeface="黑体" panose="02010609060101010101" pitchFamily="49" charset="-122"/>
                <a:ea typeface="黑体" panose="02010609060101010101" pitchFamily="49" charset="-122"/>
              </a:rPr>
              <a:t>变换成</a:t>
            </a:r>
            <a:r>
              <a:rPr lang="en-US" altLang="zh-CN" sz="1800">
                <a:solidFill>
                  <a:srgbClr val="F89A60"/>
                </a:solidFill>
                <a:latin typeface="Arial" panose="020B0604020202020204" pitchFamily="34" charset="0"/>
                <a:ea typeface="黑体" panose="02010609060101010101" pitchFamily="49" charset="-122"/>
              </a:rPr>
              <a:t>D</a:t>
            </a:r>
          </a:p>
        </p:txBody>
      </p:sp>
      <p:sp>
        <p:nvSpPr>
          <p:cNvPr id="33" name="Rectangle 15">
            <a:extLst>
              <a:ext uri="{FF2B5EF4-FFF2-40B4-BE49-F238E27FC236}">
                <a16:creationId xmlns:a16="http://schemas.microsoft.com/office/drawing/2014/main" id="{935265E7-4391-4701-BD7A-1A098B8CF4AC}"/>
              </a:ext>
            </a:extLst>
          </p:cNvPr>
          <p:cNvSpPr>
            <a:spLocks noChangeArrowheads="1"/>
          </p:cNvSpPr>
          <p:nvPr/>
        </p:nvSpPr>
        <p:spPr bwMode="auto">
          <a:xfrm>
            <a:off x="3276600" y="3048000"/>
            <a:ext cx="1219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latin typeface="黑体" panose="02010609060101010101" pitchFamily="49" charset="-122"/>
                <a:ea typeface="黑体" panose="02010609060101010101" pitchFamily="49" charset="-122"/>
              </a:rPr>
              <a:t>取得</a:t>
            </a:r>
            <a:r>
              <a:rPr lang="en-US" altLang="zh-CN" sz="1800">
                <a:solidFill>
                  <a:srgbClr val="046C36"/>
                </a:solidFill>
                <a:latin typeface="Arial" panose="020B0604020202020204" pitchFamily="34" charset="0"/>
                <a:ea typeface="黑体" panose="02010609060101010101" pitchFamily="49" charset="-122"/>
              </a:rPr>
              <a:t>C</a:t>
            </a:r>
          </a:p>
        </p:txBody>
      </p:sp>
      <p:sp>
        <p:nvSpPr>
          <p:cNvPr id="34" name="Rectangle 16">
            <a:extLst>
              <a:ext uri="{FF2B5EF4-FFF2-40B4-BE49-F238E27FC236}">
                <a16:creationId xmlns:a16="http://schemas.microsoft.com/office/drawing/2014/main" id="{52DADEA0-C503-4E86-B009-DE281FF903CA}"/>
              </a:ext>
            </a:extLst>
          </p:cNvPr>
          <p:cNvSpPr>
            <a:spLocks noChangeArrowheads="1"/>
          </p:cNvSpPr>
          <p:nvPr/>
        </p:nvSpPr>
        <p:spPr bwMode="auto">
          <a:xfrm>
            <a:off x="5867400" y="3048000"/>
            <a:ext cx="1219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latin typeface="黑体" panose="02010609060101010101" pitchFamily="49" charset="-122"/>
                <a:ea typeface="黑体" panose="02010609060101010101" pitchFamily="49" charset="-122"/>
              </a:rPr>
              <a:t>给出</a:t>
            </a:r>
            <a:r>
              <a:rPr lang="en-US" altLang="zh-CN" sz="1800">
                <a:solidFill>
                  <a:srgbClr val="046C36"/>
                </a:solidFill>
                <a:latin typeface="Arial" panose="020B0604020202020204" pitchFamily="34" charset="0"/>
                <a:ea typeface="黑体" panose="02010609060101010101" pitchFamily="49" charset="-122"/>
              </a:rPr>
              <a:t>D</a:t>
            </a:r>
          </a:p>
        </p:txBody>
      </p:sp>
      <p:sp>
        <p:nvSpPr>
          <p:cNvPr id="35" name="Line 17">
            <a:extLst>
              <a:ext uri="{FF2B5EF4-FFF2-40B4-BE49-F238E27FC236}">
                <a16:creationId xmlns:a16="http://schemas.microsoft.com/office/drawing/2014/main" id="{90B6187E-EAE9-4CFC-81B8-974223B42076}"/>
              </a:ext>
            </a:extLst>
          </p:cNvPr>
          <p:cNvSpPr>
            <a:spLocks noChangeShapeType="1"/>
          </p:cNvSpPr>
          <p:nvPr/>
        </p:nvSpPr>
        <p:spPr bwMode="auto">
          <a:xfrm>
            <a:off x="5410200" y="2514600"/>
            <a:ext cx="1143000" cy="5334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Line 18">
            <a:extLst>
              <a:ext uri="{FF2B5EF4-FFF2-40B4-BE49-F238E27FC236}">
                <a16:creationId xmlns:a16="http://schemas.microsoft.com/office/drawing/2014/main" id="{3044FF35-555C-4C1B-9C31-DEF4BCD09475}"/>
              </a:ext>
            </a:extLst>
          </p:cNvPr>
          <p:cNvSpPr>
            <a:spLocks noChangeShapeType="1"/>
          </p:cNvSpPr>
          <p:nvPr/>
        </p:nvSpPr>
        <p:spPr bwMode="auto">
          <a:xfrm flipH="1">
            <a:off x="3886200" y="2514600"/>
            <a:ext cx="1066800" cy="5334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Rectangle 19">
            <a:extLst>
              <a:ext uri="{FF2B5EF4-FFF2-40B4-BE49-F238E27FC236}">
                <a16:creationId xmlns:a16="http://schemas.microsoft.com/office/drawing/2014/main" id="{24F073A4-9B07-4FA2-B9A8-16369690060B}"/>
              </a:ext>
            </a:extLst>
          </p:cNvPr>
          <p:cNvSpPr>
            <a:spLocks noChangeArrowheads="1"/>
          </p:cNvSpPr>
          <p:nvPr/>
        </p:nvSpPr>
        <p:spPr bwMode="auto">
          <a:xfrm>
            <a:off x="2819400" y="3962400"/>
            <a:ext cx="838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latin typeface="黑体" panose="02010609060101010101" pitchFamily="49" charset="-122"/>
                <a:ea typeface="黑体" panose="02010609060101010101" pitchFamily="49" charset="-122"/>
              </a:rPr>
              <a:t>取得</a:t>
            </a:r>
            <a:r>
              <a:rPr lang="en-US" altLang="zh-CN" sz="1800">
                <a:solidFill>
                  <a:srgbClr val="046C36"/>
                </a:solidFill>
                <a:latin typeface="Arial" panose="020B0604020202020204" pitchFamily="34" charset="0"/>
                <a:ea typeface="黑体" panose="02010609060101010101" pitchFamily="49" charset="-122"/>
              </a:rPr>
              <a:t>B</a:t>
            </a:r>
          </a:p>
        </p:txBody>
      </p:sp>
      <p:sp>
        <p:nvSpPr>
          <p:cNvPr id="52" name="Rectangle 20">
            <a:extLst>
              <a:ext uri="{FF2B5EF4-FFF2-40B4-BE49-F238E27FC236}">
                <a16:creationId xmlns:a16="http://schemas.microsoft.com/office/drawing/2014/main" id="{692B9D67-DE9E-48C2-BCFE-E622DFF5B77C}"/>
              </a:ext>
            </a:extLst>
          </p:cNvPr>
          <p:cNvSpPr>
            <a:spLocks noChangeArrowheads="1"/>
          </p:cNvSpPr>
          <p:nvPr/>
        </p:nvSpPr>
        <p:spPr bwMode="auto">
          <a:xfrm>
            <a:off x="3733800" y="3962400"/>
            <a:ext cx="1219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B</a:t>
            </a:r>
            <a:r>
              <a:rPr lang="zh-CN" altLang="en-US" sz="1800">
                <a:solidFill>
                  <a:srgbClr val="046C36"/>
                </a:solidFill>
                <a:latin typeface="黑体" panose="02010609060101010101" pitchFamily="49" charset="-122"/>
                <a:ea typeface="黑体" panose="02010609060101010101" pitchFamily="49" charset="-122"/>
              </a:rPr>
              <a:t>变换成</a:t>
            </a:r>
            <a:r>
              <a:rPr lang="en-US" altLang="zh-CN" sz="1800">
                <a:solidFill>
                  <a:srgbClr val="046C36"/>
                </a:solidFill>
                <a:latin typeface="Arial" panose="020B0604020202020204" pitchFamily="34" charset="0"/>
                <a:ea typeface="黑体" panose="02010609060101010101" pitchFamily="49" charset="-122"/>
              </a:rPr>
              <a:t>C</a:t>
            </a:r>
          </a:p>
        </p:txBody>
      </p:sp>
      <p:sp>
        <p:nvSpPr>
          <p:cNvPr id="53" name="Line 21">
            <a:extLst>
              <a:ext uri="{FF2B5EF4-FFF2-40B4-BE49-F238E27FC236}">
                <a16:creationId xmlns:a16="http://schemas.microsoft.com/office/drawing/2014/main" id="{B97E7BCF-552D-4FC8-A1A7-00AB17EA3A1C}"/>
              </a:ext>
            </a:extLst>
          </p:cNvPr>
          <p:cNvSpPr>
            <a:spLocks noChangeShapeType="1"/>
          </p:cNvSpPr>
          <p:nvPr/>
        </p:nvSpPr>
        <p:spPr bwMode="auto">
          <a:xfrm flipH="1">
            <a:off x="3276600" y="3505200"/>
            <a:ext cx="533400" cy="4572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22">
            <a:extLst>
              <a:ext uri="{FF2B5EF4-FFF2-40B4-BE49-F238E27FC236}">
                <a16:creationId xmlns:a16="http://schemas.microsoft.com/office/drawing/2014/main" id="{4717410A-A8DF-46DE-B96F-9F5CF21C7968}"/>
              </a:ext>
            </a:extLst>
          </p:cNvPr>
          <p:cNvSpPr>
            <a:spLocks noChangeShapeType="1"/>
          </p:cNvSpPr>
          <p:nvPr/>
        </p:nvSpPr>
        <p:spPr bwMode="auto">
          <a:xfrm>
            <a:off x="4038600" y="3505200"/>
            <a:ext cx="304800" cy="4572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Rectangle 23">
            <a:extLst>
              <a:ext uri="{FF2B5EF4-FFF2-40B4-BE49-F238E27FC236}">
                <a16:creationId xmlns:a16="http://schemas.microsoft.com/office/drawing/2014/main" id="{126227BF-9AF7-43A4-B466-E4452E32501B}"/>
              </a:ext>
            </a:extLst>
          </p:cNvPr>
          <p:cNvSpPr>
            <a:spLocks noChangeArrowheads="1"/>
          </p:cNvSpPr>
          <p:nvPr/>
        </p:nvSpPr>
        <p:spPr bwMode="auto">
          <a:xfrm>
            <a:off x="5257800" y="3962400"/>
            <a:ext cx="1219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D</a:t>
            </a:r>
            <a:r>
              <a:rPr lang="zh-CN" altLang="en-US" sz="1800">
                <a:solidFill>
                  <a:srgbClr val="046C36"/>
                </a:solidFill>
                <a:latin typeface="黑体" panose="02010609060101010101" pitchFamily="49" charset="-122"/>
                <a:ea typeface="黑体" panose="02010609060101010101" pitchFamily="49" charset="-122"/>
              </a:rPr>
              <a:t>变换成</a:t>
            </a:r>
            <a:r>
              <a:rPr lang="en-US" altLang="zh-CN" sz="1800">
                <a:solidFill>
                  <a:srgbClr val="046C36"/>
                </a:solidFill>
                <a:latin typeface="Arial" panose="020B0604020202020204" pitchFamily="34" charset="0"/>
                <a:ea typeface="黑体" panose="02010609060101010101" pitchFamily="49" charset="-122"/>
              </a:rPr>
              <a:t>E</a:t>
            </a:r>
          </a:p>
        </p:txBody>
      </p:sp>
      <p:sp>
        <p:nvSpPr>
          <p:cNvPr id="56" name="Rectangle 24">
            <a:extLst>
              <a:ext uri="{FF2B5EF4-FFF2-40B4-BE49-F238E27FC236}">
                <a16:creationId xmlns:a16="http://schemas.microsoft.com/office/drawing/2014/main" id="{A824F95F-2AB3-4BB8-A7E5-36CA02EAC23C}"/>
              </a:ext>
            </a:extLst>
          </p:cNvPr>
          <p:cNvSpPr>
            <a:spLocks noChangeArrowheads="1"/>
          </p:cNvSpPr>
          <p:nvPr/>
        </p:nvSpPr>
        <p:spPr bwMode="auto">
          <a:xfrm>
            <a:off x="6553200" y="3962400"/>
            <a:ext cx="838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latin typeface="黑体" panose="02010609060101010101" pitchFamily="49" charset="-122"/>
                <a:ea typeface="黑体" panose="02010609060101010101" pitchFamily="49" charset="-122"/>
              </a:rPr>
              <a:t>给出</a:t>
            </a:r>
            <a:r>
              <a:rPr lang="en-US" altLang="zh-CN" sz="1800">
                <a:solidFill>
                  <a:srgbClr val="046C36"/>
                </a:solidFill>
                <a:latin typeface="Arial" panose="020B0604020202020204" pitchFamily="34" charset="0"/>
                <a:ea typeface="黑体" panose="02010609060101010101" pitchFamily="49" charset="-122"/>
              </a:rPr>
              <a:t>E</a:t>
            </a:r>
          </a:p>
        </p:txBody>
      </p:sp>
      <p:sp>
        <p:nvSpPr>
          <p:cNvPr id="57" name="Line 25">
            <a:extLst>
              <a:ext uri="{FF2B5EF4-FFF2-40B4-BE49-F238E27FC236}">
                <a16:creationId xmlns:a16="http://schemas.microsoft.com/office/drawing/2014/main" id="{BF78BB39-ED85-4A47-9281-8A25779C1251}"/>
              </a:ext>
            </a:extLst>
          </p:cNvPr>
          <p:cNvSpPr>
            <a:spLocks noChangeShapeType="1"/>
          </p:cNvSpPr>
          <p:nvPr/>
        </p:nvSpPr>
        <p:spPr bwMode="auto">
          <a:xfrm>
            <a:off x="6629400" y="3505200"/>
            <a:ext cx="381000" cy="4572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Line 26">
            <a:extLst>
              <a:ext uri="{FF2B5EF4-FFF2-40B4-BE49-F238E27FC236}">
                <a16:creationId xmlns:a16="http://schemas.microsoft.com/office/drawing/2014/main" id="{A4B8BA89-8E8D-4CCE-BDAA-B0C1C813166C}"/>
              </a:ext>
            </a:extLst>
          </p:cNvPr>
          <p:cNvSpPr>
            <a:spLocks noChangeShapeType="1"/>
          </p:cNvSpPr>
          <p:nvPr/>
        </p:nvSpPr>
        <p:spPr bwMode="auto">
          <a:xfrm flipH="1">
            <a:off x="5867400" y="3505200"/>
            <a:ext cx="457200" cy="4572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Rectangle 27">
            <a:extLst>
              <a:ext uri="{FF2B5EF4-FFF2-40B4-BE49-F238E27FC236}">
                <a16:creationId xmlns:a16="http://schemas.microsoft.com/office/drawing/2014/main" id="{F5A835FD-A9D0-4021-88C2-E9722424EF6D}"/>
              </a:ext>
            </a:extLst>
          </p:cNvPr>
          <p:cNvSpPr>
            <a:spLocks noChangeArrowheads="1"/>
          </p:cNvSpPr>
          <p:nvPr/>
        </p:nvSpPr>
        <p:spPr bwMode="auto">
          <a:xfrm>
            <a:off x="2286000" y="5029200"/>
            <a:ext cx="838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latin typeface="黑体" panose="02010609060101010101" pitchFamily="49" charset="-122"/>
                <a:ea typeface="黑体" panose="02010609060101010101" pitchFamily="49" charset="-122"/>
              </a:rPr>
              <a:t>取得</a:t>
            </a:r>
            <a:r>
              <a:rPr lang="en-US" altLang="zh-CN" sz="1800">
                <a:solidFill>
                  <a:srgbClr val="046C36"/>
                </a:solidFill>
                <a:latin typeface="Arial" panose="020B0604020202020204" pitchFamily="34" charset="0"/>
                <a:ea typeface="黑体" panose="02010609060101010101" pitchFamily="49" charset="-122"/>
              </a:rPr>
              <a:t>A</a:t>
            </a:r>
          </a:p>
        </p:txBody>
      </p:sp>
      <p:sp>
        <p:nvSpPr>
          <p:cNvPr id="60" name="Rectangle 28">
            <a:extLst>
              <a:ext uri="{FF2B5EF4-FFF2-40B4-BE49-F238E27FC236}">
                <a16:creationId xmlns:a16="http://schemas.microsoft.com/office/drawing/2014/main" id="{B974C9D6-F3F3-472B-A366-09286D91FF91}"/>
              </a:ext>
            </a:extLst>
          </p:cNvPr>
          <p:cNvSpPr>
            <a:spLocks noChangeArrowheads="1"/>
          </p:cNvSpPr>
          <p:nvPr/>
        </p:nvSpPr>
        <p:spPr bwMode="auto">
          <a:xfrm>
            <a:off x="3200400" y="5029200"/>
            <a:ext cx="1219200" cy="457200"/>
          </a:xfrm>
          <a:prstGeom prst="rect">
            <a:avLst/>
          </a:prstGeom>
          <a:solidFill>
            <a:schemeClr val="bg1"/>
          </a:solidFill>
          <a:ln w="9525">
            <a:solidFill>
              <a:srgbClr val="046C36"/>
            </a:solidFill>
            <a:miter lim="800000"/>
            <a:headEnd/>
            <a:tailEnd/>
          </a:ln>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046C36"/>
                </a:solidFill>
                <a:latin typeface="Arial" panose="020B0604020202020204" pitchFamily="34" charset="0"/>
                <a:ea typeface="黑体" panose="02010609060101010101" pitchFamily="49" charset="-122"/>
              </a:rPr>
              <a:t>A</a:t>
            </a:r>
            <a:r>
              <a:rPr lang="zh-CN" altLang="en-US" sz="1800">
                <a:solidFill>
                  <a:srgbClr val="046C36"/>
                </a:solidFill>
                <a:latin typeface="黑体" panose="02010609060101010101" pitchFamily="49" charset="-122"/>
                <a:ea typeface="黑体" panose="02010609060101010101" pitchFamily="49" charset="-122"/>
              </a:rPr>
              <a:t>变换成</a:t>
            </a:r>
            <a:r>
              <a:rPr lang="en-US" altLang="zh-CN" sz="1800">
                <a:solidFill>
                  <a:srgbClr val="046C36"/>
                </a:solidFill>
                <a:latin typeface="Arial" panose="020B0604020202020204" pitchFamily="34" charset="0"/>
                <a:ea typeface="黑体" panose="02010609060101010101" pitchFamily="49" charset="-122"/>
              </a:rPr>
              <a:t>B</a:t>
            </a:r>
          </a:p>
        </p:txBody>
      </p:sp>
      <p:sp>
        <p:nvSpPr>
          <p:cNvPr id="61" name="Line 29">
            <a:extLst>
              <a:ext uri="{FF2B5EF4-FFF2-40B4-BE49-F238E27FC236}">
                <a16:creationId xmlns:a16="http://schemas.microsoft.com/office/drawing/2014/main" id="{44EF9141-16E9-4C6B-BC6D-30137D509212}"/>
              </a:ext>
            </a:extLst>
          </p:cNvPr>
          <p:cNvSpPr>
            <a:spLocks noChangeShapeType="1"/>
          </p:cNvSpPr>
          <p:nvPr/>
        </p:nvSpPr>
        <p:spPr bwMode="auto">
          <a:xfrm flipH="1">
            <a:off x="2743200" y="4419600"/>
            <a:ext cx="381000" cy="6096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30">
            <a:extLst>
              <a:ext uri="{FF2B5EF4-FFF2-40B4-BE49-F238E27FC236}">
                <a16:creationId xmlns:a16="http://schemas.microsoft.com/office/drawing/2014/main" id="{D48B7BD4-82F9-4B29-87C8-CAC501A933D6}"/>
              </a:ext>
            </a:extLst>
          </p:cNvPr>
          <p:cNvSpPr>
            <a:spLocks noChangeShapeType="1"/>
          </p:cNvSpPr>
          <p:nvPr/>
        </p:nvSpPr>
        <p:spPr bwMode="auto">
          <a:xfrm>
            <a:off x="3352800" y="4419600"/>
            <a:ext cx="457200" cy="6096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31">
            <a:extLst>
              <a:ext uri="{FF2B5EF4-FFF2-40B4-BE49-F238E27FC236}">
                <a16:creationId xmlns:a16="http://schemas.microsoft.com/office/drawing/2014/main" id="{70DFC04E-F715-45EC-8749-D5C8BB03E4CD}"/>
              </a:ext>
            </a:extLst>
          </p:cNvPr>
          <p:cNvSpPr>
            <a:spLocks noChangeShapeType="1"/>
          </p:cNvSpPr>
          <p:nvPr/>
        </p:nvSpPr>
        <p:spPr bwMode="auto">
          <a:xfrm flipV="1">
            <a:off x="2667000" y="4572000"/>
            <a:ext cx="228600" cy="3048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Line 32">
            <a:extLst>
              <a:ext uri="{FF2B5EF4-FFF2-40B4-BE49-F238E27FC236}">
                <a16:creationId xmlns:a16="http://schemas.microsoft.com/office/drawing/2014/main" id="{62A0F181-685F-4D4A-A9A8-8EAC05F564B7}"/>
              </a:ext>
            </a:extLst>
          </p:cNvPr>
          <p:cNvSpPr>
            <a:spLocks noChangeShapeType="1"/>
          </p:cNvSpPr>
          <p:nvPr/>
        </p:nvSpPr>
        <p:spPr bwMode="auto">
          <a:xfrm>
            <a:off x="3352800" y="4648200"/>
            <a:ext cx="228600" cy="3048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33">
            <a:extLst>
              <a:ext uri="{FF2B5EF4-FFF2-40B4-BE49-F238E27FC236}">
                <a16:creationId xmlns:a16="http://schemas.microsoft.com/office/drawing/2014/main" id="{E01E6275-BDFD-4E53-A699-DFD60C93DB59}"/>
              </a:ext>
            </a:extLst>
          </p:cNvPr>
          <p:cNvSpPr>
            <a:spLocks noChangeShapeType="1"/>
          </p:cNvSpPr>
          <p:nvPr/>
        </p:nvSpPr>
        <p:spPr bwMode="auto">
          <a:xfrm flipH="1" flipV="1">
            <a:off x="3581400" y="4572000"/>
            <a:ext cx="228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Text Box 34">
            <a:extLst>
              <a:ext uri="{FF2B5EF4-FFF2-40B4-BE49-F238E27FC236}">
                <a16:creationId xmlns:a16="http://schemas.microsoft.com/office/drawing/2014/main" id="{81EFE3ED-2AAC-4E08-B8DE-DFAD859233A6}"/>
              </a:ext>
            </a:extLst>
          </p:cNvPr>
          <p:cNvSpPr txBox="1">
            <a:spLocks noChangeArrowheads="1"/>
          </p:cNvSpPr>
          <p:nvPr/>
        </p:nvSpPr>
        <p:spPr bwMode="auto">
          <a:xfrm>
            <a:off x="2438400" y="44958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ea typeface="文鼎细圆" pitchFamily="49" charset="-122"/>
              </a:rPr>
              <a:t>A</a:t>
            </a:r>
          </a:p>
        </p:txBody>
      </p:sp>
      <p:sp>
        <p:nvSpPr>
          <p:cNvPr id="67" name="Text Box 35">
            <a:extLst>
              <a:ext uri="{FF2B5EF4-FFF2-40B4-BE49-F238E27FC236}">
                <a16:creationId xmlns:a16="http://schemas.microsoft.com/office/drawing/2014/main" id="{759F7F99-A372-4823-8555-8DABCC7E3725}"/>
              </a:ext>
            </a:extLst>
          </p:cNvPr>
          <p:cNvSpPr txBox="1">
            <a:spLocks noChangeArrowheads="1"/>
          </p:cNvSpPr>
          <p:nvPr/>
        </p:nvSpPr>
        <p:spPr bwMode="auto">
          <a:xfrm>
            <a:off x="3124200" y="46482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ea typeface="文鼎细圆" pitchFamily="49" charset="-122"/>
              </a:rPr>
              <a:t>A</a:t>
            </a:r>
          </a:p>
        </p:txBody>
      </p:sp>
      <p:sp>
        <p:nvSpPr>
          <p:cNvPr id="68" name="Text Box 36">
            <a:extLst>
              <a:ext uri="{FF2B5EF4-FFF2-40B4-BE49-F238E27FC236}">
                <a16:creationId xmlns:a16="http://schemas.microsoft.com/office/drawing/2014/main" id="{395296FA-ECF2-40A3-A2D7-1EF27F41CFB9}"/>
              </a:ext>
            </a:extLst>
          </p:cNvPr>
          <p:cNvSpPr txBox="1">
            <a:spLocks noChangeArrowheads="1"/>
          </p:cNvSpPr>
          <p:nvPr/>
        </p:nvSpPr>
        <p:spPr bwMode="auto">
          <a:xfrm>
            <a:off x="3814763" y="464820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chemeClr val="accent2"/>
                </a:solidFill>
                <a:ea typeface="文鼎细圆" pitchFamily="49" charset="-122"/>
              </a:rPr>
              <a:t>B</a:t>
            </a:r>
          </a:p>
        </p:txBody>
      </p:sp>
      <p:sp>
        <p:nvSpPr>
          <p:cNvPr id="69" name="Line 37">
            <a:extLst>
              <a:ext uri="{FF2B5EF4-FFF2-40B4-BE49-F238E27FC236}">
                <a16:creationId xmlns:a16="http://schemas.microsoft.com/office/drawing/2014/main" id="{58D9B4B9-500D-44B0-8B7E-C1FF6A76C2BC}"/>
              </a:ext>
            </a:extLst>
          </p:cNvPr>
          <p:cNvSpPr>
            <a:spLocks noChangeShapeType="1"/>
          </p:cNvSpPr>
          <p:nvPr/>
        </p:nvSpPr>
        <p:spPr bwMode="auto">
          <a:xfrm flipV="1">
            <a:off x="3276600" y="3581400"/>
            <a:ext cx="304800" cy="228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0" name="Text Box 38">
            <a:extLst>
              <a:ext uri="{FF2B5EF4-FFF2-40B4-BE49-F238E27FC236}">
                <a16:creationId xmlns:a16="http://schemas.microsoft.com/office/drawing/2014/main" id="{344A3348-D1FE-45C3-8687-80FE7D67106D}"/>
              </a:ext>
            </a:extLst>
          </p:cNvPr>
          <p:cNvSpPr txBox="1">
            <a:spLocks noChangeArrowheads="1"/>
          </p:cNvSpPr>
          <p:nvPr/>
        </p:nvSpPr>
        <p:spPr bwMode="auto">
          <a:xfrm>
            <a:off x="2971800" y="3581400"/>
            <a:ext cx="319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chemeClr val="accent2"/>
                </a:solidFill>
                <a:ea typeface="文鼎细圆" pitchFamily="49" charset="-122"/>
              </a:rPr>
              <a:t>B</a:t>
            </a:r>
          </a:p>
        </p:txBody>
      </p:sp>
      <p:sp>
        <p:nvSpPr>
          <p:cNvPr id="71" name="Line 39">
            <a:extLst>
              <a:ext uri="{FF2B5EF4-FFF2-40B4-BE49-F238E27FC236}">
                <a16:creationId xmlns:a16="http://schemas.microsoft.com/office/drawing/2014/main" id="{183662AB-06C3-41A9-A9D2-1B7AD582DAC9}"/>
              </a:ext>
            </a:extLst>
          </p:cNvPr>
          <p:cNvSpPr>
            <a:spLocks noChangeShapeType="1"/>
          </p:cNvSpPr>
          <p:nvPr/>
        </p:nvSpPr>
        <p:spPr bwMode="auto">
          <a:xfrm>
            <a:off x="3962400" y="3581400"/>
            <a:ext cx="228600" cy="3048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Text Box 40">
            <a:extLst>
              <a:ext uri="{FF2B5EF4-FFF2-40B4-BE49-F238E27FC236}">
                <a16:creationId xmlns:a16="http://schemas.microsoft.com/office/drawing/2014/main" id="{8A5775AE-F4A1-4D75-A145-1B3AFB347B37}"/>
              </a:ext>
            </a:extLst>
          </p:cNvPr>
          <p:cNvSpPr txBox="1">
            <a:spLocks noChangeArrowheads="1"/>
          </p:cNvSpPr>
          <p:nvPr/>
        </p:nvSpPr>
        <p:spPr bwMode="auto">
          <a:xfrm>
            <a:off x="3738563" y="3657600"/>
            <a:ext cx="319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ea typeface="文鼎细圆" pitchFamily="49" charset="-122"/>
              </a:rPr>
              <a:t>B</a:t>
            </a:r>
          </a:p>
        </p:txBody>
      </p:sp>
      <p:sp>
        <p:nvSpPr>
          <p:cNvPr id="73" name="Line 41">
            <a:extLst>
              <a:ext uri="{FF2B5EF4-FFF2-40B4-BE49-F238E27FC236}">
                <a16:creationId xmlns:a16="http://schemas.microsoft.com/office/drawing/2014/main" id="{813CADB5-0224-4C85-B7CB-74F3369EFE68}"/>
              </a:ext>
            </a:extLst>
          </p:cNvPr>
          <p:cNvSpPr>
            <a:spLocks noChangeShapeType="1"/>
          </p:cNvSpPr>
          <p:nvPr/>
        </p:nvSpPr>
        <p:spPr bwMode="auto">
          <a:xfrm flipH="1" flipV="1">
            <a:off x="4191000" y="3581400"/>
            <a:ext cx="228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 name="Text Box 42">
            <a:extLst>
              <a:ext uri="{FF2B5EF4-FFF2-40B4-BE49-F238E27FC236}">
                <a16:creationId xmlns:a16="http://schemas.microsoft.com/office/drawing/2014/main" id="{6C0BC471-DD9C-4E17-B9BB-A28C0C431FC6}"/>
              </a:ext>
            </a:extLst>
          </p:cNvPr>
          <p:cNvSpPr txBox="1">
            <a:spLocks noChangeArrowheads="1"/>
          </p:cNvSpPr>
          <p:nvPr/>
        </p:nvSpPr>
        <p:spPr bwMode="auto">
          <a:xfrm>
            <a:off x="4414838" y="35814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chemeClr val="accent2"/>
                </a:solidFill>
                <a:ea typeface="文鼎细圆" pitchFamily="49" charset="-122"/>
              </a:rPr>
              <a:t>C</a:t>
            </a:r>
          </a:p>
        </p:txBody>
      </p:sp>
      <p:sp>
        <p:nvSpPr>
          <p:cNvPr id="75" name="Line 43">
            <a:extLst>
              <a:ext uri="{FF2B5EF4-FFF2-40B4-BE49-F238E27FC236}">
                <a16:creationId xmlns:a16="http://schemas.microsoft.com/office/drawing/2014/main" id="{DD731C14-1941-4786-AF62-8FA607111DE2}"/>
              </a:ext>
            </a:extLst>
          </p:cNvPr>
          <p:cNvSpPr>
            <a:spLocks noChangeShapeType="1"/>
          </p:cNvSpPr>
          <p:nvPr/>
        </p:nvSpPr>
        <p:spPr bwMode="auto">
          <a:xfrm flipV="1">
            <a:off x="3886200" y="2667000"/>
            <a:ext cx="457200" cy="228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 name="Text Box 44">
            <a:extLst>
              <a:ext uri="{FF2B5EF4-FFF2-40B4-BE49-F238E27FC236}">
                <a16:creationId xmlns:a16="http://schemas.microsoft.com/office/drawing/2014/main" id="{C2A08538-50AE-4450-87D0-6C0065912D77}"/>
              </a:ext>
            </a:extLst>
          </p:cNvPr>
          <p:cNvSpPr txBox="1">
            <a:spLocks noChangeArrowheads="1"/>
          </p:cNvSpPr>
          <p:nvPr/>
        </p:nvSpPr>
        <p:spPr bwMode="auto">
          <a:xfrm>
            <a:off x="3881438" y="25146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chemeClr val="accent2"/>
                </a:solidFill>
                <a:ea typeface="文鼎细圆" pitchFamily="49" charset="-122"/>
              </a:rPr>
              <a:t>C</a:t>
            </a:r>
          </a:p>
        </p:txBody>
      </p:sp>
      <p:sp>
        <p:nvSpPr>
          <p:cNvPr id="77" name="Line 45">
            <a:extLst>
              <a:ext uri="{FF2B5EF4-FFF2-40B4-BE49-F238E27FC236}">
                <a16:creationId xmlns:a16="http://schemas.microsoft.com/office/drawing/2014/main" id="{96092ECA-AF66-41EE-8A5E-B92C4A3F0073}"/>
              </a:ext>
            </a:extLst>
          </p:cNvPr>
          <p:cNvSpPr>
            <a:spLocks noChangeShapeType="1"/>
          </p:cNvSpPr>
          <p:nvPr/>
        </p:nvSpPr>
        <p:spPr bwMode="auto">
          <a:xfrm>
            <a:off x="5105400" y="2590800"/>
            <a:ext cx="0" cy="381000"/>
          </a:xfrm>
          <a:prstGeom prst="line">
            <a:avLst/>
          </a:prstGeom>
          <a:noFill/>
          <a:ln w="9525">
            <a:solidFill>
              <a:srgbClr val="046C3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Line 46">
            <a:extLst>
              <a:ext uri="{FF2B5EF4-FFF2-40B4-BE49-F238E27FC236}">
                <a16:creationId xmlns:a16="http://schemas.microsoft.com/office/drawing/2014/main" id="{C2925434-A1CC-42EC-8C9E-2A59E19BDBDB}"/>
              </a:ext>
            </a:extLst>
          </p:cNvPr>
          <p:cNvSpPr>
            <a:spLocks noChangeShapeType="1"/>
          </p:cNvSpPr>
          <p:nvPr/>
        </p:nvSpPr>
        <p:spPr bwMode="auto">
          <a:xfrm flipV="1">
            <a:off x="5334000" y="2590800"/>
            <a:ext cx="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 name="Text Box 47">
            <a:extLst>
              <a:ext uri="{FF2B5EF4-FFF2-40B4-BE49-F238E27FC236}">
                <a16:creationId xmlns:a16="http://schemas.microsoft.com/office/drawing/2014/main" id="{25F2337F-9397-4D63-8AB3-1A7B6A80BAF1}"/>
              </a:ext>
            </a:extLst>
          </p:cNvPr>
          <p:cNvSpPr txBox="1">
            <a:spLocks noChangeArrowheads="1"/>
          </p:cNvSpPr>
          <p:nvPr/>
        </p:nvSpPr>
        <p:spPr bwMode="auto">
          <a:xfrm>
            <a:off x="5329238" y="27432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chemeClr val="accent2"/>
                </a:solidFill>
                <a:ea typeface="文鼎细圆" pitchFamily="49" charset="-122"/>
              </a:rPr>
              <a:t>D</a:t>
            </a:r>
          </a:p>
        </p:txBody>
      </p:sp>
      <p:sp>
        <p:nvSpPr>
          <p:cNvPr id="80" name="Text Box 48">
            <a:extLst>
              <a:ext uri="{FF2B5EF4-FFF2-40B4-BE49-F238E27FC236}">
                <a16:creationId xmlns:a16="http://schemas.microsoft.com/office/drawing/2014/main" id="{13407C7E-68E0-486D-8152-DDF02B8FD7C0}"/>
              </a:ext>
            </a:extLst>
          </p:cNvPr>
          <p:cNvSpPr txBox="1">
            <a:spLocks noChangeArrowheads="1"/>
          </p:cNvSpPr>
          <p:nvPr/>
        </p:nvSpPr>
        <p:spPr bwMode="auto">
          <a:xfrm>
            <a:off x="4795838" y="27432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ea typeface="文鼎细圆" pitchFamily="49" charset="-122"/>
              </a:rPr>
              <a:t>C</a:t>
            </a:r>
          </a:p>
        </p:txBody>
      </p:sp>
      <p:sp>
        <p:nvSpPr>
          <p:cNvPr id="81" name="Line 50">
            <a:extLst>
              <a:ext uri="{FF2B5EF4-FFF2-40B4-BE49-F238E27FC236}">
                <a16:creationId xmlns:a16="http://schemas.microsoft.com/office/drawing/2014/main" id="{9C2A3873-5D94-4C2D-8E60-A9F95BDB6D0A}"/>
              </a:ext>
            </a:extLst>
          </p:cNvPr>
          <p:cNvSpPr>
            <a:spLocks noChangeShapeType="1"/>
          </p:cNvSpPr>
          <p:nvPr/>
        </p:nvSpPr>
        <p:spPr bwMode="auto">
          <a:xfrm>
            <a:off x="5867400" y="2590800"/>
            <a:ext cx="609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Text Box 51">
            <a:extLst>
              <a:ext uri="{FF2B5EF4-FFF2-40B4-BE49-F238E27FC236}">
                <a16:creationId xmlns:a16="http://schemas.microsoft.com/office/drawing/2014/main" id="{A0140424-48E2-4A03-871E-B58FEE5EBC39}"/>
              </a:ext>
            </a:extLst>
          </p:cNvPr>
          <p:cNvSpPr txBox="1">
            <a:spLocks noChangeArrowheads="1"/>
          </p:cNvSpPr>
          <p:nvPr/>
        </p:nvSpPr>
        <p:spPr bwMode="auto">
          <a:xfrm>
            <a:off x="6091238" y="24384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ea typeface="文鼎细圆" pitchFamily="49" charset="-122"/>
              </a:rPr>
              <a:t>D</a:t>
            </a:r>
          </a:p>
        </p:txBody>
      </p:sp>
      <p:sp>
        <p:nvSpPr>
          <p:cNvPr id="83" name="Line 52">
            <a:extLst>
              <a:ext uri="{FF2B5EF4-FFF2-40B4-BE49-F238E27FC236}">
                <a16:creationId xmlns:a16="http://schemas.microsoft.com/office/drawing/2014/main" id="{BA0CB5F2-8DFE-4AC3-967C-D14DFF5769A8}"/>
              </a:ext>
            </a:extLst>
          </p:cNvPr>
          <p:cNvSpPr>
            <a:spLocks noChangeShapeType="1"/>
          </p:cNvSpPr>
          <p:nvPr/>
        </p:nvSpPr>
        <p:spPr bwMode="auto">
          <a:xfrm flipH="1">
            <a:off x="5867400" y="3581400"/>
            <a:ext cx="228600" cy="2286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4" name="Line 53">
            <a:extLst>
              <a:ext uri="{FF2B5EF4-FFF2-40B4-BE49-F238E27FC236}">
                <a16:creationId xmlns:a16="http://schemas.microsoft.com/office/drawing/2014/main" id="{5E071FA7-4C5D-4D8D-A088-EDD8D607CC2F}"/>
              </a:ext>
            </a:extLst>
          </p:cNvPr>
          <p:cNvSpPr>
            <a:spLocks noChangeShapeType="1"/>
          </p:cNvSpPr>
          <p:nvPr/>
        </p:nvSpPr>
        <p:spPr bwMode="auto">
          <a:xfrm>
            <a:off x="6858000" y="3581400"/>
            <a:ext cx="228600" cy="304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Text Box 54">
            <a:extLst>
              <a:ext uri="{FF2B5EF4-FFF2-40B4-BE49-F238E27FC236}">
                <a16:creationId xmlns:a16="http://schemas.microsoft.com/office/drawing/2014/main" id="{E5999BD6-6327-4725-B192-DF6FF8C4D1E2}"/>
              </a:ext>
            </a:extLst>
          </p:cNvPr>
          <p:cNvSpPr txBox="1">
            <a:spLocks noChangeArrowheads="1"/>
          </p:cNvSpPr>
          <p:nvPr/>
        </p:nvSpPr>
        <p:spPr bwMode="auto">
          <a:xfrm>
            <a:off x="7010400" y="3505200"/>
            <a:ext cx="328613" cy="3460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ea typeface="文鼎细圆" pitchFamily="49" charset="-122"/>
              </a:rPr>
              <a:t>E</a:t>
            </a:r>
          </a:p>
        </p:txBody>
      </p:sp>
      <p:sp>
        <p:nvSpPr>
          <p:cNvPr id="86" name="Text Box 55">
            <a:extLst>
              <a:ext uri="{FF2B5EF4-FFF2-40B4-BE49-F238E27FC236}">
                <a16:creationId xmlns:a16="http://schemas.microsoft.com/office/drawing/2014/main" id="{158E2D28-09F3-473E-A789-41B46BBA3947}"/>
              </a:ext>
            </a:extLst>
          </p:cNvPr>
          <p:cNvSpPr txBox="1">
            <a:spLocks noChangeArrowheads="1"/>
          </p:cNvSpPr>
          <p:nvPr/>
        </p:nvSpPr>
        <p:spPr bwMode="auto">
          <a:xfrm>
            <a:off x="5562600" y="3505200"/>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046C36"/>
                </a:solidFill>
                <a:ea typeface="文鼎细圆" pitchFamily="49" charset="-122"/>
              </a:rPr>
              <a:t>D</a:t>
            </a:r>
          </a:p>
        </p:txBody>
      </p:sp>
      <p:sp>
        <p:nvSpPr>
          <p:cNvPr id="103" name="Rectangle 110">
            <a:extLst>
              <a:ext uri="{FF2B5EF4-FFF2-40B4-BE49-F238E27FC236}">
                <a16:creationId xmlns:a16="http://schemas.microsoft.com/office/drawing/2014/main" id="{0CC09A13-6A58-463F-9E94-1EF0AEB28D9E}"/>
              </a:ext>
            </a:extLst>
          </p:cNvPr>
          <p:cNvSpPr>
            <a:spLocks noChangeArrowheads="1"/>
          </p:cNvSpPr>
          <p:nvPr/>
        </p:nvSpPr>
        <p:spPr bwMode="auto">
          <a:xfrm>
            <a:off x="3276600" y="1905000"/>
            <a:ext cx="3810000" cy="1066800"/>
          </a:xfrm>
          <a:prstGeom prst="rect">
            <a:avLst/>
          </a:prstGeom>
          <a:noFill/>
          <a:ln w="9525">
            <a:solidFill>
              <a:srgbClr val="FF33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104" name="AutoShape 111">
            <a:extLst>
              <a:ext uri="{FF2B5EF4-FFF2-40B4-BE49-F238E27FC236}">
                <a16:creationId xmlns:a16="http://schemas.microsoft.com/office/drawing/2014/main" id="{6C306751-96E9-46FF-8D14-6B90C3EB39C9}"/>
              </a:ext>
            </a:extLst>
          </p:cNvPr>
          <p:cNvSpPr>
            <a:spLocks noChangeArrowheads="1"/>
          </p:cNvSpPr>
          <p:nvPr/>
        </p:nvSpPr>
        <p:spPr bwMode="auto">
          <a:xfrm>
            <a:off x="7315200" y="1905000"/>
            <a:ext cx="1143000" cy="609600"/>
          </a:xfrm>
          <a:prstGeom prst="wedgeRectCallout">
            <a:avLst>
              <a:gd name="adj1" fmla="val -75139"/>
              <a:gd name="adj2" fmla="val -3384"/>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chemeClr val="hlink"/>
                </a:solidFill>
                <a:latin typeface="幼圆" panose="02010509060101010101" pitchFamily="49" charset="-122"/>
                <a:ea typeface="幼圆" panose="02010509060101010101" pitchFamily="49" charset="-122"/>
              </a:rPr>
              <a:t>协调模块</a:t>
            </a:r>
            <a:endParaRPr lang="zh-CN" altLang="en-US">
              <a:solidFill>
                <a:schemeClr val="hlink"/>
              </a:solidFill>
              <a:latin typeface="幼圆" panose="02010509060101010101" pitchFamily="49" charset="-122"/>
              <a:ea typeface="幼圆" panose="02010509060101010101" pitchFamily="49" charset="-122"/>
            </a:endParaRPr>
          </a:p>
        </p:txBody>
      </p:sp>
      <p:sp>
        <p:nvSpPr>
          <p:cNvPr id="105" name="Rectangle 112">
            <a:extLst>
              <a:ext uri="{FF2B5EF4-FFF2-40B4-BE49-F238E27FC236}">
                <a16:creationId xmlns:a16="http://schemas.microsoft.com/office/drawing/2014/main" id="{AC700C7F-CDB6-414D-8A3A-004336C42A29}"/>
              </a:ext>
            </a:extLst>
          </p:cNvPr>
          <p:cNvSpPr>
            <a:spLocks noChangeArrowheads="1"/>
          </p:cNvSpPr>
          <p:nvPr/>
        </p:nvSpPr>
        <p:spPr bwMode="auto">
          <a:xfrm>
            <a:off x="3200400" y="4419600"/>
            <a:ext cx="1219200" cy="1371600"/>
          </a:xfrm>
          <a:prstGeom prst="rect">
            <a:avLst/>
          </a:prstGeom>
          <a:noFill/>
          <a:ln w="9525">
            <a:solidFill>
              <a:srgbClr val="FF33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106" name="AutoShape 113">
            <a:extLst>
              <a:ext uri="{FF2B5EF4-FFF2-40B4-BE49-F238E27FC236}">
                <a16:creationId xmlns:a16="http://schemas.microsoft.com/office/drawing/2014/main" id="{98687C3F-4FE4-4F6F-A4ED-159DC5DB9F5C}"/>
              </a:ext>
            </a:extLst>
          </p:cNvPr>
          <p:cNvSpPr>
            <a:spLocks noChangeArrowheads="1"/>
          </p:cNvSpPr>
          <p:nvPr/>
        </p:nvSpPr>
        <p:spPr bwMode="auto">
          <a:xfrm>
            <a:off x="4724400" y="4724400"/>
            <a:ext cx="1143000" cy="609600"/>
          </a:xfrm>
          <a:prstGeom prst="wedgeRectCallout">
            <a:avLst>
              <a:gd name="adj1" fmla="val -11806"/>
              <a:gd name="adj2" fmla="val -249218"/>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chemeClr val="hlink"/>
                </a:solidFill>
                <a:latin typeface="幼圆" panose="02010509060101010101" pitchFamily="49" charset="-122"/>
                <a:ea typeface="幼圆" panose="02010509060101010101" pitchFamily="49" charset="-122"/>
              </a:rPr>
              <a:t>变换模块</a:t>
            </a:r>
            <a:endParaRPr lang="zh-CN" altLang="en-US">
              <a:solidFill>
                <a:schemeClr val="hlink"/>
              </a:solidFill>
              <a:latin typeface="幼圆" panose="02010509060101010101" pitchFamily="49" charset="-122"/>
              <a:ea typeface="幼圆" panose="02010509060101010101" pitchFamily="49" charset="-122"/>
            </a:endParaRPr>
          </a:p>
        </p:txBody>
      </p:sp>
      <p:sp>
        <p:nvSpPr>
          <p:cNvPr id="107" name="Rectangle 114">
            <a:extLst>
              <a:ext uri="{FF2B5EF4-FFF2-40B4-BE49-F238E27FC236}">
                <a16:creationId xmlns:a16="http://schemas.microsoft.com/office/drawing/2014/main" id="{5A52979C-2CF1-4647-A155-8A8888A59FB0}"/>
              </a:ext>
            </a:extLst>
          </p:cNvPr>
          <p:cNvSpPr>
            <a:spLocks noChangeArrowheads="1"/>
          </p:cNvSpPr>
          <p:nvPr/>
        </p:nvSpPr>
        <p:spPr bwMode="auto">
          <a:xfrm>
            <a:off x="6553200" y="3505200"/>
            <a:ext cx="1219200" cy="914400"/>
          </a:xfrm>
          <a:prstGeom prst="rect">
            <a:avLst/>
          </a:prstGeom>
          <a:noFill/>
          <a:ln w="9525">
            <a:solidFill>
              <a:srgbClr val="FF33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108" name="AutoShape 115">
            <a:extLst>
              <a:ext uri="{FF2B5EF4-FFF2-40B4-BE49-F238E27FC236}">
                <a16:creationId xmlns:a16="http://schemas.microsoft.com/office/drawing/2014/main" id="{1F8C0939-5371-4EE8-AB4F-EF6224D2C128}"/>
              </a:ext>
            </a:extLst>
          </p:cNvPr>
          <p:cNvSpPr>
            <a:spLocks noChangeArrowheads="1"/>
          </p:cNvSpPr>
          <p:nvPr/>
        </p:nvSpPr>
        <p:spPr bwMode="auto">
          <a:xfrm>
            <a:off x="6705600" y="4724400"/>
            <a:ext cx="1143000" cy="609600"/>
          </a:xfrm>
          <a:prstGeom prst="wedgeRectCallout">
            <a:avLst>
              <a:gd name="adj1" fmla="val 28194"/>
              <a:gd name="adj2" fmla="val -103384"/>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chemeClr val="hlink"/>
                </a:solidFill>
                <a:latin typeface="幼圆" panose="02010509060101010101" pitchFamily="49" charset="-122"/>
                <a:ea typeface="幼圆" panose="02010509060101010101" pitchFamily="49" charset="-122"/>
              </a:rPr>
              <a:t>传出模块</a:t>
            </a:r>
            <a:endParaRPr lang="zh-CN" altLang="en-US">
              <a:solidFill>
                <a:schemeClr val="hlink"/>
              </a:solidFill>
              <a:latin typeface="幼圆" panose="02010509060101010101" pitchFamily="49" charset="-122"/>
              <a:ea typeface="幼圆" panose="02010509060101010101" pitchFamily="49" charset="-122"/>
            </a:endParaRPr>
          </a:p>
        </p:txBody>
      </p:sp>
      <p:sp>
        <p:nvSpPr>
          <p:cNvPr id="109" name="Rectangle 116">
            <a:extLst>
              <a:ext uri="{FF2B5EF4-FFF2-40B4-BE49-F238E27FC236}">
                <a16:creationId xmlns:a16="http://schemas.microsoft.com/office/drawing/2014/main" id="{367D68F1-A558-4A10-B362-92B75E96FDAD}"/>
              </a:ext>
            </a:extLst>
          </p:cNvPr>
          <p:cNvSpPr>
            <a:spLocks noChangeArrowheads="1"/>
          </p:cNvSpPr>
          <p:nvPr/>
        </p:nvSpPr>
        <p:spPr bwMode="auto">
          <a:xfrm>
            <a:off x="3505200" y="6096000"/>
            <a:ext cx="342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dirty="0">
                <a:solidFill>
                  <a:srgbClr val="046C36"/>
                </a:solidFill>
              </a:rPr>
              <a:t>-------- 具有变换型</a:t>
            </a:r>
            <a:r>
              <a:rPr lang="zh-CN" altLang="en-US" sz="1800" dirty="0">
                <a:solidFill>
                  <a:srgbClr val="CC3399"/>
                </a:solidFill>
                <a:ea typeface="黑体" panose="02010609060101010101" pitchFamily="49" charset="-122"/>
              </a:rPr>
              <a:t>系统结构</a:t>
            </a:r>
            <a:r>
              <a:rPr lang="zh-CN" altLang="en-US" sz="1800" dirty="0">
                <a:solidFill>
                  <a:srgbClr val="046C36"/>
                </a:solidFill>
                <a:ea typeface="黑体" panose="02010609060101010101" pitchFamily="49" charset="-122"/>
              </a:rPr>
              <a:t>图</a:t>
            </a:r>
          </a:p>
        </p:txBody>
      </p:sp>
    </p:spTree>
    <p:extLst>
      <p:ext uri="{BB962C8B-B14F-4D97-AF65-F5344CB8AC3E}">
        <p14:creationId xmlns:p14="http://schemas.microsoft.com/office/powerpoint/2010/main" val="311242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slide(fromTop)">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slide(fromTop)">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dissolve">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nodeType="click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slide(fromTop)">
                                      <p:cBhvr>
                                        <p:cTn id="32" dur="500"/>
                                        <p:tgtEl>
                                          <p:spTgt spid="6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animEffect transition="in" filter="dissolve">
                                      <p:cBhvr>
                                        <p:cTn id="37" dur="500"/>
                                        <p:tgtEl>
                                          <p:spTgt spid="5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63"/>
                                        </p:tgtEl>
                                        <p:attrNameLst>
                                          <p:attrName>style.visibility</p:attrName>
                                        </p:attrNameLst>
                                      </p:cBhvr>
                                      <p:to>
                                        <p:strVal val="visible"/>
                                      </p:to>
                                    </p:set>
                                    <p:animEffect transition="in" filter="slide(fromBottom)">
                                      <p:cBhvr>
                                        <p:cTn id="42" dur="500"/>
                                        <p:tgtEl>
                                          <p:spTgt spid="6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dissolve">
                                      <p:cBhvr>
                                        <p:cTn id="47" dur="500"/>
                                        <p:tgtEl>
                                          <p:spTgt spid="66"/>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nodeType="clickEffect">
                                  <p:stCondLst>
                                    <p:cond delay="0"/>
                                  </p:stCondLst>
                                  <p:childTnLst>
                                    <p:set>
                                      <p:cBhvr>
                                        <p:cTn id="51" dur="1" fill="hold">
                                          <p:stCondLst>
                                            <p:cond delay="0"/>
                                          </p:stCondLst>
                                        </p:cTn>
                                        <p:tgtEl>
                                          <p:spTgt spid="62"/>
                                        </p:tgtEl>
                                        <p:attrNameLst>
                                          <p:attrName>style.visibility</p:attrName>
                                        </p:attrNameLst>
                                      </p:cBhvr>
                                      <p:to>
                                        <p:strVal val="visible"/>
                                      </p:to>
                                    </p:set>
                                    <p:animEffect transition="in" filter="slide(fromTop)">
                                      <p:cBhvr>
                                        <p:cTn id="52" dur="500"/>
                                        <p:tgtEl>
                                          <p:spTgt spid="62"/>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1" fill="hold" nodeType="clickEffect">
                                  <p:stCondLst>
                                    <p:cond delay="0"/>
                                  </p:stCondLst>
                                  <p:childTnLst>
                                    <p:set>
                                      <p:cBhvr>
                                        <p:cTn id="56" dur="1" fill="hold">
                                          <p:stCondLst>
                                            <p:cond delay="0"/>
                                          </p:stCondLst>
                                        </p:cTn>
                                        <p:tgtEl>
                                          <p:spTgt spid="64"/>
                                        </p:tgtEl>
                                        <p:attrNameLst>
                                          <p:attrName>style.visibility</p:attrName>
                                        </p:attrNameLst>
                                      </p:cBhvr>
                                      <p:to>
                                        <p:strVal val="visible"/>
                                      </p:to>
                                    </p:set>
                                    <p:animEffect transition="in" filter="slide(fromTop)">
                                      <p:cBhvr>
                                        <p:cTn id="57" dur="500"/>
                                        <p:tgtEl>
                                          <p:spTgt spid="64"/>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67"/>
                                        </p:tgtEl>
                                        <p:attrNameLst>
                                          <p:attrName>style.visibility</p:attrName>
                                        </p:attrNameLst>
                                      </p:cBhvr>
                                      <p:to>
                                        <p:strVal val="visible"/>
                                      </p:to>
                                    </p:set>
                                    <p:animEffect transition="in" filter="dissolve">
                                      <p:cBhvr>
                                        <p:cTn id="62" dur="500"/>
                                        <p:tgtEl>
                                          <p:spTgt spid="6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dissolve">
                                      <p:cBhvr>
                                        <p:cTn id="67" dur="500"/>
                                        <p:tgtEl>
                                          <p:spTgt spid="60"/>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nodeType="clickEffect">
                                  <p:stCondLst>
                                    <p:cond delay="0"/>
                                  </p:stCondLst>
                                  <p:childTnLst>
                                    <p:set>
                                      <p:cBhvr>
                                        <p:cTn id="71" dur="1" fill="hold">
                                          <p:stCondLst>
                                            <p:cond delay="0"/>
                                          </p:stCondLst>
                                        </p:cTn>
                                        <p:tgtEl>
                                          <p:spTgt spid="65"/>
                                        </p:tgtEl>
                                        <p:attrNameLst>
                                          <p:attrName>style.visibility</p:attrName>
                                        </p:attrNameLst>
                                      </p:cBhvr>
                                      <p:to>
                                        <p:strVal val="visible"/>
                                      </p:to>
                                    </p:set>
                                    <p:animEffect transition="in" filter="slide(fromBottom)">
                                      <p:cBhvr>
                                        <p:cTn id="72" dur="500"/>
                                        <p:tgtEl>
                                          <p:spTgt spid="65"/>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dissolve">
                                      <p:cBhvr>
                                        <p:cTn id="77" dur="500"/>
                                        <p:tgtEl>
                                          <p:spTgt spid="68"/>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nodeType="click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slide(fromBottom)">
                                      <p:cBhvr>
                                        <p:cTn id="82" dur="500"/>
                                        <p:tgtEl>
                                          <p:spTgt spid="69"/>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70"/>
                                        </p:tgtEl>
                                        <p:attrNameLst>
                                          <p:attrName>style.visibility</p:attrName>
                                        </p:attrNameLst>
                                      </p:cBhvr>
                                      <p:to>
                                        <p:strVal val="visible"/>
                                      </p:to>
                                    </p:set>
                                    <p:animEffect transition="in" filter="dissolve">
                                      <p:cBhvr>
                                        <p:cTn id="87" dur="500"/>
                                        <p:tgtEl>
                                          <p:spTgt spid="70"/>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1" fill="hold" nodeType="clickEffect">
                                  <p:stCondLst>
                                    <p:cond delay="0"/>
                                  </p:stCondLst>
                                  <p:childTnLst>
                                    <p:set>
                                      <p:cBhvr>
                                        <p:cTn id="91" dur="1" fill="hold">
                                          <p:stCondLst>
                                            <p:cond delay="0"/>
                                          </p:stCondLst>
                                        </p:cTn>
                                        <p:tgtEl>
                                          <p:spTgt spid="54"/>
                                        </p:tgtEl>
                                        <p:attrNameLst>
                                          <p:attrName>style.visibility</p:attrName>
                                        </p:attrNameLst>
                                      </p:cBhvr>
                                      <p:to>
                                        <p:strVal val="visible"/>
                                      </p:to>
                                    </p:set>
                                    <p:animEffect transition="in" filter="slide(fromTop)">
                                      <p:cBhvr>
                                        <p:cTn id="92" dur="500"/>
                                        <p:tgtEl>
                                          <p:spTgt spid="54"/>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1" fill="hold" nodeType="clickEffect">
                                  <p:stCondLst>
                                    <p:cond delay="0"/>
                                  </p:stCondLst>
                                  <p:childTnLst>
                                    <p:set>
                                      <p:cBhvr>
                                        <p:cTn id="96" dur="1" fill="hold">
                                          <p:stCondLst>
                                            <p:cond delay="0"/>
                                          </p:stCondLst>
                                        </p:cTn>
                                        <p:tgtEl>
                                          <p:spTgt spid="71"/>
                                        </p:tgtEl>
                                        <p:attrNameLst>
                                          <p:attrName>style.visibility</p:attrName>
                                        </p:attrNameLst>
                                      </p:cBhvr>
                                      <p:to>
                                        <p:strVal val="visible"/>
                                      </p:to>
                                    </p:set>
                                    <p:animEffect transition="in" filter="slide(fromTop)">
                                      <p:cBhvr>
                                        <p:cTn id="97" dur="500"/>
                                        <p:tgtEl>
                                          <p:spTgt spid="71"/>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72"/>
                                        </p:tgtEl>
                                        <p:attrNameLst>
                                          <p:attrName>style.visibility</p:attrName>
                                        </p:attrNameLst>
                                      </p:cBhvr>
                                      <p:to>
                                        <p:strVal val="visible"/>
                                      </p:to>
                                    </p:set>
                                    <p:animEffect transition="in" filter="dissolve">
                                      <p:cBhvr>
                                        <p:cTn id="102" dur="500"/>
                                        <p:tgtEl>
                                          <p:spTgt spid="72"/>
                                        </p:tgtEl>
                                      </p:cBhvr>
                                    </p:animEffec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52"/>
                                        </p:tgtEl>
                                        <p:attrNameLst>
                                          <p:attrName>style.visibility</p:attrName>
                                        </p:attrNameLst>
                                      </p:cBhvr>
                                      <p:to>
                                        <p:strVal val="visible"/>
                                      </p:to>
                                    </p:set>
                                    <p:animEffect transition="in" filter="dissolve">
                                      <p:cBhvr>
                                        <p:cTn id="107" dur="500"/>
                                        <p:tgtEl>
                                          <p:spTgt spid="52"/>
                                        </p:tgtEl>
                                      </p:cBhvr>
                                    </p:animEffect>
                                  </p:childTnLst>
                                </p:cTn>
                              </p:par>
                            </p:childTnLst>
                          </p:cTn>
                        </p:par>
                      </p:childTnLst>
                    </p:cTn>
                  </p:par>
                  <p:par>
                    <p:cTn id="108" fill="hold">
                      <p:stCondLst>
                        <p:cond delay="indefinite"/>
                      </p:stCondLst>
                      <p:childTnLst>
                        <p:par>
                          <p:cTn id="109" fill="hold">
                            <p:stCondLst>
                              <p:cond delay="0"/>
                            </p:stCondLst>
                            <p:childTnLst>
                              <p:par>
                                <p:cTn id="110" presetID="12" presetClass="entr" presetSubtype="4" fill="hold" nodeType="clickEffect">
                                  <p:stCondLst>
                                    <p:cond delay="0"/>
                                  </p:stCondLst>
                                  <p:childTnLst>
                                    <p:set>
                                      <p:cBhvr>
                                        <p:cTn id="111" dur="1" fill="hold">
                                          <p:stCondLst>
                                            <p:cond delay="0"/>
                                          </p:stCondLst>
                                        </p:cTn>
                                        <p:tgtEl>
                                          <p:spTgt spid="73"/>
                                        </p:tgtEl>
                                        <p:attrNameLst>
                                          <p:attrName>style.visibility</p:attrName>
                                        </p:attrNameLst>
                                      </p:cBhvr>
                                      <p:to>
                                        <p:strVal val="visible"/>
                                      </p:to>
                                    </p:set>
                                    <p:animEffect transition="in" filter="slide(fromBottom)">
                                      <p:cBhvr>
                                        <p:cTn id="112" dur="500"/>
                                        <p:tgtEl>
                                          <p:spTgt spid="73"/>
                                        </p:tgtEl>
                                      </p:cBhvr>
                                    </p:animEffect>
                                  </p:childTnLst>
                                </p:cTn>
                              </p:par>
                            </p:childTnLst>
                          </p:cTn>
                        </p:par>
                      </p:childTnLst>
                    </p:cTn>
                  </p:par>
                  <p:par>
                    <p:cTn id="113" fill="hold">
                      <p:stCondLst>
                        <p:cond delay="indefinite"/>
                      </p:stCondLst>
                      <p:childTnLst>
                        <p:par>
                          <p:cTn id="114" fill="hold">
                            <p:stCondLst>
                              <p:cond delay="0"/>
                            </p:stCondLst>
                            <p:childTnLst>
                              <p:par>
                                <p:cTn id="115" presetID="9" presetClass="entr" presetSubtype="0" fill="hold" grpId="0" nodeType="clickEffect">
                                  <p:stCondLst>
                                    <p:cond delay="0"/>
                                  </p:stCondLst>
                                  <p:childTnLst>
                                    <p:set>
                                      <p:cBhvr>
                                        <p:cTn id="116" dur="1" fill="hold">
                                          <p:stCondLst>
                                            <p:cond delay="0"/>
                                          </p:stCondLst>
                                        </p:cTn>
                                        <p:tgtEl>
                                          <p:spTgt spid="74"/>
                                        </p:tgtEl>
                                        <p:attrNameLst>
                                          <p:attrName>style.visibility</p:attrName>
                                        </p:attrNameLst>
                                      </p:cBhvr>
                                      <p:to>
                                        <p:strVal val="visible"/>
                                      </p:to>
                                    </p:set>
                                    <p:animEffect transition="in" filter="dissolve">
                                      <p:cBhvr>
                                        <p:cTn id="117" dur="500"/>
                                        <p:tgtEl>
                                          <p:spTgt spid="74"/>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4" fill="hold" nodeType="clickEffect">
                                  <p:stCondLst>
                                    <p:cond delay="0"/>
                                  </p:stCondLst>
                                  <p:childTnLst>
                                    <p:set>
                                      <p:cBhvr>
                                        <p:cTn id="121" dur="1" fill="hold">
                                          <p:stCondLst>
                                            <p:cond delay="0"/>
                                          </p:stCondLst>
                                        </p:cTn>
                                        <p:tgtEl>
                                          <p:spTgt spid="75"/>
                                        </p:tgtEl>
                                        <p:attrNameLst>
                                          <p:attrName>style.visibility</p:attrName>
                                        </p:attrNameLst>
                                      </p:cBhvr>
                                      <p:to>
                                        <p:strVal val="visible"/>
                                      </p:to>
                                    </p:set>
                                    <p:animEffect transition="in" filter="slide(fromBottom)">
                                      <p:cBhvr>
                                        <p:cTn id="122" dur="500"/>
                                        <p:tgtEl>
                                          <p:spTgt spid="75"/>
                                        </p:tgtEl>
                                      </p:cBhvr>
                                    </p:animEffect>
                                  </p:childTnLst>
                                </p:cTn>
                              </p:par>
                            </p:childTnLst>
                          </p:cTn>
                        </p:par>
                      </p:childTnLst>
                    </p:cTn>
                  </p:par>
                  <p:par>
                    <p:cTn id="123" fill="hold">
                      <p:stCondLst>
                        <p:cond delay="indefinite"/>
                      </p:stCondLst>
                      <p:childTnLst>
                        <p:par>
                          <p:cTn id="124" fill="hold">
                            <p:stCondLst>
                              <p:cond delay="0"/>
                            </p:stCondLst>
                            <p:childTnLst>
                              <p:par>
                                <p:cTn id="125" presetID="9" presetClass="entr" presetSubtype="0" fill="hold" grpId="0" nodeType="clickEffect">
                                  <p:stCondLst>
                                    <p:cond delay="0"/>
                                  </p:stCondLst>
                                  <p:childTnLst>
                                    <p:set>
                                      <p:cBhvr>
                                        <p:cTn id="126" dur="1" fill="hold">
                                          <p:stCondLst>
                                            <p:cond delay="0"/>
                                          </p:stCondLst>
                                        </p:cTn>
                                        <p:tgtEl>
                                          <p:spTgt spid="76"/>
                                        </p:tgtEl>
                                        <p:attrNameLst>
                                          <p:attrName>style.visibility</p:attrName>
                                        </p:attrNameLst>
                                      </p:cBhvr>
                                      <p:to>
                                        <p:strVal val="visible"/>
                                      </p:to>
                                    </p:set>
                                    <p:animEffect transition="in" filter="dissolve">
                                      <p:cBhvr>
                                        <p:cTn id="127" dur="500"/>
                                        <p:tgtEl>
                                          <p:spTgt spid="76"/>
                                        </p:tgtEl>
                                      </p:cBhvr>
                                    </p:animEffect>
                                  </p:childTnLst>
                                </p:cTn>
                              </p:par>
                            </p:childTnLst>
                          </p:cTn>
                        </p:par>
                      </p:childTnLst>
                    </p:cTn>
                  </p:par>
                  <p:par>
                    <p:cTn id="128" fill="hold">
                      <p:stCondLst>
                        <p:cond delay="indefinite"/>
                      </p:stCondLst>
                      <p:childTnLst>
                        <p:par>
                          <p:cTn id="129" fill="hold">
                            <p:stCondLst>
                              <p:cond delay="0"/>
                            </p:stCondLst>
                            <p:childTnLst>
                              <p:par>
                                <p:cTn id="130" presetID="12" presetClass="entr" presetSubtype="1" fill="hold" nodeType="clickEffect">
                                  <p:stCondLst>
                                    <p:cond delay="0"/>
                                  </p:stCondLst>
                                  <p:childTnLst>
                                    <p:set>
                                      <p:cBhvr>
                                        <p:cTn id="131" dur="1" fill="hold">
                                          <p:stCondLst>
                                            <p:cond delay="0"/>
                                          </p:stCondLst>
                                        </p:cTn>
                                        <p:tgtEl>
                                          <p:spTgt spid="31"/>
                                        </p:tgtEl>
                                        <p:attrNameLst>
                                          <p:attrName>style.visibility</p:attrName>
                                        </p:attrNameLst>
                                      </p:cBhvr>
                                      <p:to>
                                        <p:strVal val="visible"/>
                                      </p:to>
                                    </p:set>
                                    <p:animEffect transition="in" filter="slide(fromTop)">
                                      <p:cBhvr>
                                        <p:cTn id="132" dur="500"/>
                                        <p:tgtEl>
                                          <p:spTgt spid="31"/>
                                        </p:tgtEl>
                                      </p:cBhvr>
                                    </p:animEffect>
                                  </p:childTnLst>
                                </p:cTn>
                              </p:par>
                            </p:childTnLst>
                          </p:cTn>
                        </p:par>
                      </p:childTnLst>
                    </p:cTn>
                  </p:par>
                  <p:par>
                    <p:cTn id="133" fill="hold">
                      <p:stCondLst>
                        <p:cond delay="indefinite"/>
                      </p:stCondLst>
                      <p:childTnLst>
                        <p:par>
                          <p:cTn id="134" fill="hold">
                            <p:stCondLst>
                              <p:cond delay="0"/>
                            </p:stCondLst>
                            <p:childTnLst>
                              <p:par>
                                <p:cTn id="135" presetID="9" presetClass="entr" presetSubtype="0" fill="hold" grpId="0" nodeType="clickEffect">
                                  <p:stCondLst>
                                    <p:cond delay="0"/>
                                  </p:stCondLst>
                                  <p:childTnLst>
                                    <p:set>
                                      <p:cBhvr>
                                        <p:cTn id="136" dur="1" fill="hold">
                                          <p:stCondLst>
                                            <p:cond delay="0"/>
                                          </p:stCondLst>
                                        </p:cTn>
                                        <p:tgtEl>
                                          <p:spTgt spid="32"/>
                                        </p:tgtEl>
                                        <p:attrNameLst>
                                          <p:attrName>style.visibility</p:attrName>
                                        </p:attrNameLst>
                                      </p:cBhvr>
                                      <p:to>
                                        <p:strVal val="visible"/>
                                      </p:to>
                                    </p:set>
                                    <p:animEffect transition="in" filter="dissolve">
                                      <p:cBhvr>
                                        <p:cTn id="137" dur="500"/>
                                        <p:tgtEl>
                                          <p:spTgt spid="32"/>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ntr" presetSubtype="0" fill="hold" grpId="0" nodeType="clickEffect">
                                  <p:stCondLst>
                                    <p:cond delay="0"/>
                                  </p:stCondLst>
                                  <p:childTnLst>
                                    <p:set>
                                      <p:cBhvr>
                                        <p:cTn id="141" dur="1" fill="hold">
                                          <p:stCondLst>
                                            <p:cond delay="0"/>
                                          </p:stCondLst>
                                        </p:cTn>
                                        <p:tgtEl>
                                          <p:spTgt spid="80"/>
                                        </p:tgtEl>
                                        <p:attrNameLst>
                                          <p:attrName>style.visibility</p:attrName>
                                        </p:attrNameLst>
                                      </p:cBhvr>
                                      <p:to>
                                        <p:strVal val="visible"/>
                                      </p:to>
                                    </p:set>
                                    <p:animEffect transition="in" filter="dissolve">
                                      <p:cBhvr>
                                        <p:cTn id="142" dur="500"/>
                                        <p:tgtEl>
                                          <p:spTgt spid="80"/>
                                        </p:tgtEl>
                                      </p:cBhvr>
                                    </p:animEffect>
                                  </p:childTnLst>
                                </p:cTn>
                              </p:par>
                            </p:childTnLst>
                          </p:cTn>
                        </p:par>
                      </p:childTnLst>
                    </p:cTn>
                  </p:par>
                  <p:par>
                    <p:cTn id="143" fill="hold">
                      <p:stCondLst>
                        <p:cond delay="indefinite"/>
                      </p:stCondLst>
                      <p:childTnLst>
                        <p:par>
                          <p:cTn id="144" fill="hold">
                            <p:stCondLst>
                              <p:cond delay="0"/>
                            </p:stCondLst>
                            <p:childTnLst>
                              <p:par>
                                <p:cTn id="145" presetID="12" presetClass="entr" presetSubtype="1" fill="hold" nodeType="clickEffect">
                                  <p:stCondLst>
                                    <p:cond delay="0"/>
                                  </p:stCondLst>
                                  <p:childTnLst>
                                    <p:set>
                                      <p:cBhvr>
                                        <p:cTn id="146" dur="1" fill="hold">
                                          <p:stCondLst>
                                            <p:cond delay="0"/>
                                          </p:stCondLst>
                                        </p:cTn>
                                        <p:tgtEl>
                                          <p:spTgt spid="77"/>
                                        </p:tgtEl>
                                        <p:attrNameLst>
                                          <p:attrName>style.visibility</p:attrName>
                                        </p:attrNameLst>
                                      </p:cBhvr>
                                      <p:to>
                                        <p:strVal val="visible"/>
                                      </p:to>
                                    </p:set>
                                    <p:animEffect transition="in" filter="slide(fromTop)">
                                      <p:cBhvr>
                                        <p:cTn id="147" dur="500"/>
                                        <p:tgtEl>
                                          <p:spTgt spid="77"/>
                                        </p:tgtEl>
                                      </p:cBhvr>
                                    </p:animEffect>
                                  </p:childTnLst>
                                </p:cTn>
                              </p:par>
                            </p:childTnLst>
                          </p:cTn>
                        </p:par>
                      </p:childTnLst>
                    </p:cTn>
                  </p:par>
                  <p:par>
                    <p:cTn id="148" fill="hold">
                      <p:stCondLst>
                        <p:cond delay="indefinite"/>
                      </p:stCondLst>
                      <p:childTnLst>
                        <p:par>
                          <p:cTn id="149" fill="hold">
                            <p:stCondLst>
                              <p:cond delay="0"/>
                            </p:stCondLst>
                            <p:childTnLst>
                              <p:par>
                                <p:cTn id="150" presetID="9" presetClass="entr" presetSubtype="0" fill="hold" grpId="0" nodeType="clickEffect">
                                  <p:stCondLst>
                                    <p:cond delay="0"/>
                                  </p:stCondLst>
                                  <p:childTnLst>
                                    <p:set>
                                      <p:cBhvr>
                                        <p:cTn id="151" dur="1" fill="hold">
                                          <p:stCondLst>
                                            <p:cond delay="0"/>
                                          </p:stCondLst>
                                        </p:cTn>
                                        <p:tgtEl>
                                          <p:spTgt spid="79"/>
                                        </p:tgtEl>
                                        <p:attrNameLst>
                                          <p:attrName>style.visibility</p:attrName>
                                        </p:attrNameLst>
                                      </p:cBhvr>
                                      <p:to>
                                        <p:strVal val="visible"/>
                                      </p:to>
                                    </p:set>
                                    <p:animEffect transition="in" filter="dissolve">
                                      <p:cBhvr>
                                        <p:cTn id="152" dur="500"/>
                                        <p:tgtEl>
                                          <p:spTgt spid="79"/>
                                        </p:tgtEl>
                                      </p:cBhvr>
                                    </p:animEffect>
                                  </p:childTnLst>
                                </p:cTn>
                              </p:par>
                            </p:childTnLst>
                          </p:cTn>
                        </p:par>
                      </p:childTnLst>
                    </p:cTn>
                  </p:par>
                  <p:par>
                    <p:cTn id="153" fill="hold">
                      <p:stCondLst>
                        <p:cond delay="indefinite"/>
                      </p:stCondLst>
                      <p:childTnLst>
                        <p:par>
                          <p:cTn id="154" fill="hold">
                            <p:stCondLst>
                              <p:cond delay="0"/>
                            </p:stCondLst>
                            <p:childTnLst>
                              <p:par>
                                <p:cTn id="155" presetID="12" presetClass="entr" presetSubtype="4" fill="hold" nodeType="clickEffect">
                                  <p:stCondLst>
                                    <p:cond delay="0"/>
                                  </p:stCondLst>
                                  <p:childTnLst>
                                    <p:set>
                                      <p:cBhvr>
                                        <p:cTn id="156" dur="1" fill="hold">
                                          <p:stCondLst>
                                            <p:cond delay="0"/>
                                          </p:stCondLst>
                                        </p:cTn>
                                        <p:tgtEl>
                                          <p:spTgt spid="78"/>
                                        </p:tgtEl>
                                        <p:attrNameLst>
                                          <p:attrName>style.visibility</p:attrName>
                                        </p:attrNameLst>
                                      </p:cBhvr>
                                      <p:to>
                                        <p:strVal val="visible"/>
                                      </p:to>
                                    </p:set>
                                    <p:animEffect transition="in" filter="slide(fromBottom)">
                                      <p:cBhvr>
                                        <p:cTn id="157" dur="500"/>
                                        <p:tgtEl>
                                          <p:spTgt spid="78"/>
                                        </p:tgtEl>
                                      </p:cBhvr>
                                    </p:animEffect>
                                  </p:childTnLst>
                                </p:cTn>
                              </p:par>
                            </p:childTnLst>
                          </p:cTn>
                        </p:par>
                      </p:childTnLst>
                    </p:cTn>
                  </p:par>
                  <p:par>
                    <p:cTn id="158" fill="hold">
                      <p:stCondLst>
                        <p:cond delay="indefinite"/>
                      </p:stCondLst>
                      <p:childTnLst>
                        <p:par>
                          <p:cTn id="159" fill="hold">
                            <p:stCondLst>
                              <p:cond delay="0"/>
                            </p:stCondLst>
                            <p:childTnLst>
                              <p:par>
                                <p:cTn id="160" presetID="12" presetClass="entr" presetSubtype="1" fill="hold" nodeType="clickEffect">
                                  <p:stCondLst>
                                    <p:cond delay="0"/>
                                  </p:stCondLst>
                                  <p:childTnLst>
                                    <p:set>
                                      <p:cBhvr>
                                        <p:cTn id="161" dur="1" fill="hold">
                                          <p:stCondLst>
                                            <p:cond delay="0"/>
                                          </p:stCondLst>
                                        </p:cTn>
                                        <p:tgtEl>
                                          <p:spTgt spid="35"/>
                                        </p:tgtEl>
                                        <p:attrNameLst>
                                          <p:attrName>style.visibility</p:attrName>
                                        </p:attrNameLst>
                                      </p:cBhvr>
                                      <p:to>
                                        <p:strVal val="visible"/>
                                      </p:to>
                                    </p:set>
                                    <p:animEffect transition="in" filter="slide(fromTop)">
                                      <p:cBhvr>
                                        <p:cTn id="162" dur="500"/>
                                        <p:tgtEl>
                                          <p:spTgt spid="35"/>
                                        </p:tgtEl>
                                      </p:cBhvr>
                                    </p:animEffect>
                                  </p:childTnLst>
                                </p:cTn>
                              </p:par>
                            </p:childTnLst>
                          </p:cTn>
                        </p:par>
                      </p:childTnLst>
                    </p:cTn>
                  </p:par>
                  <p:par>
                    <p:cTn id="163" fill="hold">
                      <p:stCondLst>
                        <p:cond delay="indefinite"/>
                      </p:stCondLst>
                      <p:childTnLst>
                        <p:par>
                          <p:cTn id="164" fill="hold">
                            <p:stCondLst>
                              <p:cond delay="0"/>
                            </p:stCondLst>
                            <p:childTnLst>
                              <p:par>
                                <p:cTn id="165" presetID="12" presetClass="entr" presetSubtype="1" fill="hold" nodeType="clickEffect">
                                  <p:stCondLst>
                                    <p:cond delay="0"/>
                                  </p:stCondLst>
                                  <p:childTnLst>
                                    <p:set>
                                      <p:cBhvr>
                                        <p:cTn id="166" dur="1" fill="hold">
                                          <p:stCondLst>
                                            <p:cond delay="0"/>
                                          </p:stCondLst>
                                        </p:cTn>
                                        <p:tgtEl>
                                          <p:spTgt spid="81"/>
                                        </p:tgtEl>
                                        <p:attrNameLst>
                                          <p:attrName>style.visibility</p:attrName>
                                        </p:attrNameLst>
                                      </p:cBhvr>
                                      <p:to>
                                        <p:strVal val="visible"/>
                                      </p:to>
                                    </p:set>
                                    <p:animEffect transition="in" filter="slide(fromTop)">
                                      <p:cBhvr>
                                        <p:cTn id="167" dur="500"/>
                                        <p:tgtEl>
                                          <p:spTgt spid="81"/>
                                        </p:tgtEl>
                                      </p:cBhvr>
                                    </p:animEffect>
                                  </p:childTnLst>
                                </p:cTn>
                              </p:par>
                            </p:childTnLst>
                          </p:cTn>
                        </p:par>
                      </p:childTnLst>
                    </p:cTn>
                  </p:par>
                  <p:par>
                    <p:cTn id="168" fill="hold">
                      <p:stCondLst>
                        <p:cond delay="indefinite"/>
                      </p:stCondLst>
                      <p:childTnLst>
                        <p:par>
                          <p:cTn id="169" fill="hold">
                            <p:stCondLst>
                              <p:cond delay="0"/>
                            </p:stCondLst>
                            <p:childTnLst>
                              <p:par>
                                <p:cTn id="170" presetID="9" presetClass="entr" presetSubtype="0" fill="hold" grpId="0" nodeType="clickEffect">
                                  <p:stCondLst>
                                    <p:cond delay="0"/>
                                  </p:stCondLst>
                                  <p:childTnLst>
                                    <p:set>
                                      <p:cBhvr>
                                        <p:cTn id="171" dur="1" fill="hold">
                                          <p:stCondLst>
                                            <p:cond delay="0"/>
                                          </p:stCondLst>
                                        </p:cTn>
                                        <p:tgtEl>
                                          <p:spTgt spid="82"/>
                                        </p:tgtEl>
                                        <p:attrNameLst>
                                          <p:attrName>style.visibility</p:attrName>
                                        </p:attrNameLst>
                                      </p:cBhvr>
                                      <p:to>
                                        <p:strVal val="visible"/>
                                      </p:to>
                                    </p:set>
                                    <p:animEffect transition="in" filter="dissolve">
                                      <p:cBhvr>
                                        <p:cTn id="172" dur="500"/>
                                        <p:tgtEl>
                                          <p:spTgt spid="82"/>
                                        </p:tgtEl>
                                      </p:cBhvr>
                                    </p:animEffect>
                                  </p:childTnLst>
                                </p:cTn>
                              </p:par>
                            </p:childTnLst>
                          </p:cTn>
                        </p:par>
                      </p:childTnLst>
                    </p:cTn>
                  </p:par>
                  <p:par>
                    <p:cTn id="173" fill="hold">
                      <p:stCondLst>
                        <p:cond delay="indefinite"/>
                      </p:stCondLst>
                      <p:childTnLst>
                        <p:par>
                          <p:cTn id="174" fill="hold">
                            <p:stCondLst>
                              <p:cond delay="0"/>
                            </p:stCondLst>
                            <p:childTnLst>
                              <p:par>
                                <p:cTn id="175" presetID="9" presetClass="entr" presetSubtype="0" fill="hold" grpId="0" nodeType="clickEffect">
                                  <p:stCondLst>
                                    <p:cond delay="0"/>
                                  </p:stCondLst>
                                  <p:childTnLst>
                                    <p:set>
                                      <p:cBhvr>
                                        <p:cTn id="176" dur="1" fill="hold">
                                          <p:stCondLst>
                                            <p:cond delay="0"/>
                                          </p:stCondLst>
                                        </p:cTn>
                                        <p:tgtEl>
                                          <p:spTgt spid="34"/>
                                        </p:tgtEl>
                                        <p:attrNameLst>
                                          <p:attrName>style.visibility</p:attrName>
                                        </p:attrNameLst>
                                      </p:cBhvr>
                                      <p:to>
                                        <p:strVal val="visible"/>
                                      </p:to>
                                    </p:set>
                                    <p:animEffect transition="in" filter="dissolve">
                                      <p:cBhvr>
                                        <p:cTn id="177" dur="500"/>
                                        <p:tgtEl>
                                          <p:spTgt spid="34"/>
                                        </p:tgtEl>
                                      </p:cBhvr>
                                    </p:animEffect>
                                  </p:childTnLst>
                                </p:cTn>
                              </p:par>
                            </p:childTnLst>
                          </p:cTn>
                        </p:par>
                      </p:childTnLst>
                    </p:cTn>
                  </p:par>
                  <p:par>
                    <p:cTn id="178" fill="hold">
                      <p:stCondLst>
                        <p:cond delay="indefinite"/>
                      </p:stCondLst>
                      <p:childTnLst>
                        <p:par>
                          <p:cTn id="179" fill="hold">
                            <p:stCondLst>
                              <p:cond delay="0"/>
                            </p:stCondLst>
                            <p:childTnLst>
                              <p:par>
                                <p:cTn id="180" presetID="12" presetClass="entr" presetSubtype="1" fill="hold" nodeType="clickEffect">
                                  <p:stCondLst>
                                    <p:cond delay="0"/>
                                  </p:stCondLst>
                                  <p:childTnLst>
                                    <p:set>
                                      <p:cBhvr>
                                        <p:cTn id="181" dur="1" fill="hold">
                                          <p:stCondLst>
                                            <p:cond delay="0"/>
                                          </p:stCondLst>
                                        </p:cTn>
                                        <p:tgtEl>
                                          <p:spTgt spid="58"/>
                                        </p:tgtEl>
                                        <p:attrNameLst>
                                          <p:attrName>style.visibility</p:attrName>
                                        </p:attrNameLst>
                                      </p:cBhvr>
                                      <p:to>
                                        <p:strVal val="visible"/>
                                      </p:to>
                                    </p:set>
                                    <p:animEffect transition="in" filter="slide(fromTop)">
                                      <p:cBhvr>
                                        <p:cTn id="182" dur="500"/>
                                        <p:tgtEl>
                                          <p:spTgt spid="58"/>
                                        </p:tgtEl>
                                      </p:cBhvr>
                                    </p:animEffect>
                                  </p:childTnLst>
                                </p:cTn>
                              </p:par>
                            </p:childTnLst>
                          </p:cTn>
                        </p:par>
                      </p:childTnLst>
                    </p:cTn>
                  </p:par>
                  <p:par>
                    <p:cTn id="183" fill="hold">
                      <p:stCondLst>
                        <p:cond delay="indefinite"/>
                      </p:stCondLst>
                      <p:childTnLst>
                        <p:par>
                          <p:cTn id="184" fill="hold">
                            <p:stCondLst>
                              <p:cond delay="0"/>
                            </p:stCondLst>
                            <p:childTnLst>
                              <p:par>
                                <p:cTn id="185" presetID="12" presetClass="entr" presetSubtype="1" fill="hold" nodeType="clickEffect">
                                  <p:stCondLst>
                                    <p:cond delay="0"/>
                                  </p:stCondLst>
                                  <p:childTnLst>
                                    <p:set>
                                      <p:cBhvr>
                                        <p:cTn id="186" dur="1" fill="hold">
                                          <p:stCondLst>
                                            <p:cond delay="0"/>
                                          </p:stCondLst>
                                        </p:cTn>
                                        <p:tgtEl>
                                          <p:spTgt spid="83"/>
                                        </p:tgtEl>
                                        <p:attrNameLst>
                                          <p:attrName>style.visibility</p:attrName>
                                        </p:attrNameLst>
                                      </p:cBhvr>
                                      <p:to>
                                        <p:strVal val="visible"/>
                                      </p:to>
                                    </p:set>
                                    <p:animEffect transition="in" filter="slide(fromTop)">
                                      <p:cBhvr>
                                        <p:cTn id="187" dur="500"/>
                                        <p:tgtEl>
                                          <p:spTgt spid="83"/>
                                        </p:tgtEl>
                                      </p:cBhvr>
                                    </p:animEffect>
                                  </p:childTnLst>
                                </p:cTn>
                              </p:par>
                            </p:childTnLst>
                          </p:cTn>
                        </p:par>
                      </p:childTnLst>
                    </p:cTn>
                  </p:par>
                  <p:par>
                    <p:cTn id="188" fill="hold">
                      <p:stCondLst>
                        <p:cond delay="indefinite"/>
                      </p:stCondLst>
                      <p:childTnLst>
                        <p:par>
                          <p:cTn id="189" fill="hold">
                            <p:stCondLst>
                              <p:cond delay="0"/>
                            </p:stCondLst>
                            <p:childTnLst>
                              <p:par>
                                <p:cTn id="190" presetID="9" presetClass="entr" presetSubtype="0" fill="hold" grpId="0" nodeType="clickEffect">
                                  <p:stCondLst>
                                    <p:cond delay="0"/>
                                  </p:stCondLst>
                                  <p:childTnLst>
                                    <p:set>
                                      <p:cBhvr>
                                        <p:cTn id="191" dur="1" fill="hold">
                                          <p:stCondLst>
                                            <p:cond delay="0"/>
                                          </p:stCondLst>
                                        </p:cTn>
                                        <p:tgtEl>
                                          <p:spTgt spid="86"/>
                                        </p:tgtEl>
                                        <p:attrNameLst>
                                          <p:attrName>style.visibility</p:attrName>
                                        </p:attrNameLst>
                                      </p:cBhvr>
                                      <p:to>
                                        <p:strVal val="visible"/>
                                      </p:to>
                                    </p:set>
                                    <p:animEffect transition="in" filter="dissolve">
                                      <p:cBhvr>
                                        <p:cTn id="192" dur="500"/>
                                        <p:tgtEl>
                                          <p:spTgt spid="86"/>
                                        </p:tgtEl>
                                      </p:cBhvr>
                                    </p:animEffect>
                                  </p:childTnLst>
                                </p:cTn>
                              </p:par>
                            </p:childTnLst>
                          </p:cTn>
                        </p:par>
                      </p:childTnLst>
                    </p:cTn>
                  </p:par>
                  <p:par>
                    <p:cTn id="193" fill="hold">
                      <p:stCondLst>
                        <p:cond delay="indefinite"/>
                      </p:stCondLst>
                      <p:childTnLst>
                        <p:par>
                          <p:cTn id="194" fill="hold">
                            <p:stCondLst>
                              <p:cond delay="0"/>
                            </p:stCondLst>
                            <p:childTnLst>
                              <p:par>
                                <p:cTn id="195" presetID="9" presetClass="entr" presetSubtype="0" fill="hold" grpId="0" nodeType="clickEffect">
                                  <p:stCondLst>
                                    <p:cond delay="0"/>
                                  </p:stCondLst>
                                  <p:childTnLst>
                                    <p:set>
                                      <p:cBhvr>
                                        <p:cTn id="196" dur="1" fill="hold">
                                          <p:stCondLst>
                                            <p:cond delay="0"/>
                                          </p:stCondLst>
                                        </p:cTn>
                                        <p:tgtEl>
                                          <p:spTgt spid="55"/>
                                        </p:tgtEl>
                                        <p:attrNameLst>
                                          <p:attrName>style.visibility</p:attrName>
                                        </p:attrNameLst>
                                      </p:cBhvr>
                                      <p:to>
                                        <p:strVal val="visible"/>
                                      </p:to>
                                    </p:set>
                                    <p:animEffect transition="in" filter="dissolve">
                                      <p:cBhvr>
                                        <p:cTn id="197" dur="500"/>
                                        <p:tgtEl>
                                          <p:spTgt spid="55"/>
                                        </p:tgtEl>
                                      </p:cBhvr>
                                    </p:animEffect>
                                  </p:childTnLst>
                                </p:cTn>
                              </p:par>
                            </p:childTnLst>
                          </p:cTn>
                        </p:par>
                      </p:childTnLst>
                    </p:cTn>
                  </p:par>
                  <p:par>
                    <p:cTn id="198" fill="hold">
                      <p:stCondLst>
                        <p:cond delay="indefinite"/>
                      </p:stCondLst>
                      <p:childTnLst>
                        <p:par>
                          <p:cTn id="199" fill="hold">
                            <p:stCondLst>
                              <p:cond delay="0"/>
                            </p:stCondLst>
                            <p:childTnLst>
                              <p:par>
                                <p:cTn id="200" presetID="12" presetClass="entr" presetSubtype="1" fill="hold" nodeType="clickEffect">
                                  <p:stCondLst>
                                    <p:cond delay="0"/>
                                  </p:stCondLst>
                                  <p:childTnLst>
                                    <p:set>
                                      <p:cBhvr>
                                        <p:cTn id="201" dur="1" fill="hold">
                                          <p:stCondLst>
                                            <p:cond delay="0"/>
                                          </p:stCondLst>
                                        </p:cTn>
                                        <p:tgtEl>
                                          <p:spTgt spid="57"/>
                                        </p:tgtEl>
                                        <p:attrNameLst>
                                          <p:attrName>style.visibility</p:attrName>
                                        </p:attrNameLst>
                                      </p:cBhvr>
                                      <p:to>
                                        <p:strVal val="visible"/>
                                      </p:to>
                                    </p:set>
                                    <p:animEffect transition="in" filter="slide(fromTop)">
                                      <p:cBhvr>
                                        <p:cTn id="202" dur="500"/>
                                        <p:tgtEl>
                                          <p:spTgt spid="57"/>
                                        </p:tgtEl>
                                      </p:cBhvr>
                                    </p:animEffect>
                                  </p:childTnLst>
                                </p:cTn>
                              </p:par>
                            </p:childTnLst>
                          </p:cTn>
                        </p:par>
                      </p:childTnLst>
                    </p:cTn>
                  </p:par>
                  <p:par>
                    <p:cTn id="203" fill="hold">
                      <p:stCondLst>
                        <p:cond delay="indefinite"/>
                      </p:stCondLst>
                      <p:childTnLst>
                        <p:par>
                          <p:cTn id="204" fill="hold">
                            <p:stCondLst>
                              <p:cond delay="0"/>
                            </p:stCondLst>
                            <p:childTnLst>
                              <p:par>
                                <p:cTn id="205" presetID="12" presetClass="entr" presetSubtype="1" fill="hold" nodeType="clickEffect">
                                  <p:stCondLst>
                                    <p:cond delay="0"/>
                                  </p:stCondLst>
                                  <p:childTnLst>
                                    <p:set>
                                      <p:cBhvr>
                                        <p:cTn id="206" dur="1" fill="hold">
                                          <p:stCondLst>
                                            <p:cond delay="0"/>
                                          </p:stCondLst>
                                        </p:cTn>
                                        <p:tgtEl>
                                          <p:spTgt spid="84"/>
                                        </p:tgtEl>
                                        <p:attrNameLst>
                                          <p:attrName>style.visibility</p:attrName>
                                        </p:attrNameLst>
                                      </p:cBhvr>
                                      <p:to>
                                        <p:strVal val="visible"/>
                                      </p:to>
                                    </p:set>
                                    <p:animEffect transition="in" filter="slide(fromTop)">
                                      <p:cBhvr>
                                        <p:cTn id="207" dur="500"/>
                                        <p:tgtEl>
                                          <p:spTgt spid="84"/>
                                        </p:tgtEl>
                                      </p:cBhvr>
                                    </p:animEffect>
                                  </p:childTnLst>
                                </p:cTn>
                              </p:par>
                            </p:childTnLst>
                          </p:cTn>
                        </p:par>
                      </p:childTnLst>
                    </p:cTn>
                  </p:par>
                  <p:par>
                    <p:cTn id="208" fill="hold">
                      <p:stCondLst>
                        <p:cond delay="indefinite"/>
                      </p:stCondLst>
                      <p:childTnLst>
                        <p:par>
                          <p:cTn id="209" fill="hold">
                            <p:stCondLst>
                              <p:cond delay="0"/>
                            </p:stCondLst>
                            <p:childTnLst>
                              <p:par>
                                <p:cTn id="210" presetID="9" presetClass="entr" presetSubtype="0" fill="hold" grpId="0" nodeType="clickEffect">
                                  <p:stCondLst>
                                    <p:cond delay="0"/>
                                  </p:stCondLst>
                                  <p:childTnLst>
                                    <p:set>
                                      <p:cBhvr>
                                        <p:cTn id="211" dur="1" fill="hold">
                                          <p:stCondLst>
                                            <p:cond delay="0"/>
                                          </p:stCondLst>
                                        </p:cTn>
                                        <p:tgtEl>
                                          <p:spTgt spid="85"/>
                                        </p:tgtEl>
                                        <p:attrNameLst>
                                          <p:attrName>style.visibility</p:attrName>
                                        </p:attrNameLst>
                                      </p:cBhvr>
                                      <p:to>
                                        <p:strVal val="visible"/>
                                      </p:to>
                                    </p:set>
                                    <p:animEffect transition="in" filter="dissolve">
                                      <p:cBhvr>
                                        <p:cTn id="212" dur="500"/>
                                        <p:tgtEl>
                                          <p:spTgt spid="85"/>
                                        </p:tgtEl>
                                      </p:cBhvr>
                                    </p:animEffect>
                                  </p:childTnLst>
                                </p:cTn>
                              </p:par>
                            </p:childTnLst>
                          </p:cTn>
                        </p:par>
                      </p:childTnLst>
                    </p:cTn>
                  </p:par>
                  <p:par>
                    <p:cTn id="213" fill="hold">
                      <p:stCondLst>
                        <p:cond delay="indefinite"/>
                      </p:stCondLst>
                      <p:childTnLst>
                        <p:par>
                          <p:cTn id="214" fill="hold">
                            <p:stCondLst>
                              <p:cond delay="0"/>
                            </p:stCondLst>
                            <p:childTnLst>
                              <p:par>
                                <p:cTn id="215" presetID="9" presetClass="entr" presetSubtype="0" fill="hold" grpId="0" nodeType="clickEffect">
                                  <p:stCondLst>
                                    <p:cond delay="0"/>
                                  </p:stCondLst>
                                  <p:childTnLst>
                                    <p:set>
                                      <p:cBhvr>
                                        <p:cTn id="216" dur="1" fill="hold">
                                          <p:stCondLst>
                                            <p:cond delay="0"/>
                                          </p:stCondLst>
                                        </p:cTn>
                                        <p:tgtEl>
                                          <p:spTgt spid="56"/>
                                        </p:tgtEl>
                                        <p:attrNameLst>
                                          <p:attrName>style.visibility</p:attrName>
                                        </p:attrNameLst>
                                      </p:cBhvr>
                                      <p:to>
                                        <p:strVal val="visible"/>
                                      </p:to>
                                    </p:set>
                                    <p:animEffect transition="in" filter="dissolve">
                                      <p:cBhvr>
                                        <p:cTn id="217" dur="500"/>
                                        <p:tgtEl>
                                          <p:spTgt spid="56"/>
                                        </p:tgtEl>
                                      </p:cBhvr>
                                    </p:animEffect>
                                  </p:childTnLst>
                                </p:cTn>
                              </p:par>
                            </p:childTnLst>
                          </p:cTn>
                        </p:par>
                      </p:childTnLst>
                    </p:cTn>
                  </p:par>
                  <p:par>
                    <p:cTn id="218" fill="hold">
                      <p:stCondLst>
                        <p:cond delay="indefinite"/>
                      </p:stCondLst>
                      <p:childTnLst>
                        <p:par>
                          <p:cTn id="219" fill="hold">
                            <p:stCondLst>
                              <p:cond delay="0"/>
                            </p:stCondLst>
                            <p:childTnLst>
                              <p:par>
                                <p:cTn id="220" presetID="3" presetClass="entr" presetSubtype="5" fill="hold" grpId="0" nodeType="clickEffect">
                                  <p:stCondLst>
                                    <p:cond delay="0"/>
                                  </p:stCondLst>
                                  <p:childTnLst>
                                    <p:set>
                                      <p:cBhvr>
                                        <p:cTn id="221" dur="1" fill="hold">
                                          <p:stCondLst>
                                            <p:cond delay="0"/>
                                          </p:stCondLst>
                                        </p:cTn>
                                        <p:tgtEl>
                                          <p:spTgt spid="103"/>
                                        </p:tgtEl>
                                        <p:attrNameLst>
                                          <p:attrName>style.visibility</p:attrName>
                                        </p:attrNameLst>
                                      </p:cBhvr>
                                      <p:to>
                                        <p:strVal val="visible"/>
                                      </p:to>
                                    </p:set>
                                    <p:animEffect transition="in" filter="blinds(vertical)">
                                      <p:cBhvr>
                                        <p:cTn id="222" dur="500"/>
                                        <p:tgtEl>
                                          <p:spTgt spid="103"/>
                                        </p:tgtEl>
                                      </p:cBhvr>
                                    </p:animEffect>
                                  </p:childTnLst>
                                </p:cTn>
                              </p:par>
                            </p:childTnLst>
                          </p:cTn>
                        </p:par>
                      </p:childTnLst>
                    </p:cTn>
                  </p:par>
                  <p:par>
                    <p:cTn id="223" fill="hold">
                      <p:stCondLst>
                        <p:cond delay="indefinite"/>
                      </p:stCondLst>
                      <p:childTnLst>
                        <p:par>
                          <p:cTn id="224" fill="hold">
                            <p:stCondLst>
                              <p:cond delay="0"/>
                            </p:stCondLst>
                            <p:childTnLst>
                              <p:par>
                                <p:cTn id="225" presetID="12" presetClass="entr" presetSubtype="2" fill="hold" grpId="0" nodeType="clickEffect">
                                  <p:stCondLst>
                                    <p:cond delay="0"/>
                                  </p:stCondLst>
                                  <p:childTnLst>
                                    <p:set>
                                      <p:cBhvr>
                                        <p:cTn id="226" dur="1" fill="hold">
                                          <p:stCondLst>
                                            <p:cond delay="0"/>
                                          </p:stCondLst>
                                        </p:cTn>
                                        <p:tgtEl>
                                          <p:spTgt spid="104"/>
                                        </p:tgtEl>
                                        <p:attrNameLst>
                                          <p:attrName>style.visibility</p:attrName>
                                        </p:attrNameLst>
                                      </p:cBhvr>
                                      <p:to>
                                        <p:strVal val="visible"/>
                                      </p:to>
                                    </p:set>
                                    <p:animEffect transition="in" filter="slide(fromRight)">
                                      <p:cBhvr>
                                        <p:cTn id="227" dur="500"/>
                                        <p:tgtEl>
                                          <p:spTgt spid="104"/>
                                        </p:tgtEl>
                                      </p:cBhvr>
                                    </p:animEffect>
                                  </p:childTnLst>
                                </p:cTn>
                              </p:par>
                            </p:childTnLst>
                          </p:cTn>
                        </p:par>
                      </p:childTnLst>
                    </p:cTn>
                  </p:par>
                  <p:par>
                    <p:cTn id="228" fill="hold">
                      <p:stCondLst>
                        <p:cond delay="indefinite"/>
                      </p:stCondLst>
                      <p:childTnLst>
                        <p:par>
                          <p:cTn id="229" fill="hold">
                            <p:stCondLst>
                              <p:cond delay="0"/>
                            </p:stCondLst>
                            <p:childTnLst>
                              <p:par>
                                <p:cTn id="230" presetID="3" presetClass="entr" presetSubtype="5" fill="hold" grpId="0" nodeType="clickEffect">
                                  <p:stCondLst>
                                    <p:cond delay="0"/>
                                  </p:stCondLst>
                                  <p:childTnLst>
                                    <p:set>
                                      <p:cBhvr>
                                        <p:cTn id="231" dur="1" fill="hold">
                                          <p:stCondLst>
                                            <p:cond delay="0"/>
                                          </p:stCondLst>
                                        </p:cTn>
                                        <p:tgtEl>
                                          <p:spTgt spid="105"/>
                                        </p:tgtEl>
                                        <p:attrNameLst>
                                          <p:attrName>style.visibility</p:attrName>
                                        </p:attrNameLst>
                                      </p:cBhvr>
                                      <p:to>
                                        <p:strVal val="visible"/>
                                      </p:to>
                                    </p:set>
                                    <p:animEffect transition="in" filter="blinds(vertical)">
                                      <p:cBhvr>
                                        <p:cTn id="232" dur="500"/>
                                        <p:tgtEl>
                                          <p:spTgt spid="105"/>
                                        </p:tgtEl>
                                      </p:cBhvr>
                                    </p:animEffect>
                                  </p:childTnLst>
                                </p:cTn>
                              </p:par>
                            </p:childTnLst>
                          </p:cTn>
                        </p:par>
                      </p:childTnLst>
                    </p:cTn>
                  </p:par>
                  <p:par>
                    <p:cTn id="233" fill="hold">
                      <p:stCondLst>
                        <p:cond delay="indefinite"/>
                      </p:stCondLst>
                      <p:childTnLst>
                        <p:par>
                          <p:cTn id="234" fill="hold">
                            <p:stCondLst>
                              <p:cond delay="0"/>
                            </p:stCondLst>
                            <p:childTnLst>
                              <p:par>
                                <p:cTn id="235" presetID="12" presetClass="entr" presetSubtype="2" fill="hold" grpId="0" nodeType="clickEffect">
                                  <p:stCondLst>
                                    <p:cond delay="0"/>
                                  </p:stCondLst>
                                  <p:childTnLst>
                                    <p:set>
                                      <p:cBhvr>
                                        <p:cTn id="236" dur="1" fill="hold">
                                          <p:stCondLst>
                                            <p:cond delay="0"/>
                                          </p:stCondLst>
                                        </p:cTn>
                                        <p:tgtEl>
                                          <p:spTgt spid="106"/>
                                        </p:tgtEl>
                                        <p:attrNameLst>
                                          <p:attrName>style.visibility</p:attrName>
                                        </p:attrNameLst>
                                      </p:cBhvr>
                                      <p:to>
                                        <p:strVal val="visible"/>
                                      </p:to>
                                    </p:set>
                                    <p:animEffect transition="in" filter="slide(fromRight)">
                                      <p:cBhvr>
                                        <p:cTn id="237" dur="500"/>
                                        <p:tgtEl>
                                          <p:spTgt spid="106"/>
                                        </p:tgtEl>
                                      </p:cBhvr>
                                    </p:animEffect>
                                  </p:childTnLst>
                                </p:cTn>
                              </p:par>
                            </p:childTnLst>
                          </p:cTn>
                        </p:par>
                      </p:childTnLst>
                    </p:cTn>
                  </p:par>
                  <p:par>
                    <p:cTn id="238" fill="hold">
                      <p:stCondLst>
                        <p:cond delay="indefinite"/>
                      </p:stCondLst>
                      <p:childTnLst>
                        <p:par>
                          <p:cTn id="239" fill="hold">
                            <p:stCondLst>
                              <p:cond delay="0"/>
                            </p:stCondLst>
                            <p:childTnLst>
                              <p:par>
                                <p:cTn id="240" presetID="3" presetClass="entr" presetSubtype="5" fill="hold" grpId="0" nodeType="clickEffect">
                                  <p:stCondLst>
                                    <p:cond delay="0"/>
                                  </p:stCondLst>
                                  <p:childTnLst>
                                    <p:set>
                                      <p:cBhvr>
                                        <p:cTn id="241" dur="1" fill="hold">
                                          <p:stCondLst>
                                            <p:cond delay="0"/>
                                          </p:stCondLst>
                                        </p:cTn>
                                        <p:tgtEl>
                                          <p:spTgt spid="107"/>
                                        </p:tgtEl>
                                        <p:attrNameLst>
                                          <p:attrName>style.visibility</p:attrName>
                                        </p:attrNameLst>
                                      </p:cBhvr>
                                      <p:to>
                                        <p:strVal val="visible"/>
                                      </p:to>
                                    </p:set>
                                    <p:animEffect transition="in" filter="blinds(vertical)">
                                      <p:cBhvr>
                                        <p:cTn id="242" dur="500"/>
                                        <p:tgtEl>
                                          <p:spTgt spid="107"/>
                                        </p:tgtEl>
                                      </p:cBhvr>
                                    </p:animEffect>
                                  </p:childTnLst>
                                </p:cTn>
                              </p:par>
                            </p:childTnLst>
                          </p:cTn>
                        </p:par>
                      </p:childTnLst>
                    </p:cTn>
                  </p:par>
                  <p:par>
                    <p:cTn id="243" fill="hold">
                      <p:stCondLst>
                        <p:cond delay="indefinite"/>
                      </p:stCondLst>
                      <p:childTnLst>
                        <p:par>
                          <p:cTn id="244" fill="hold">
                            <p:stCondLst>
                              <p:cond delay="0"/>
                            </p:stCondLst>
                            <p:childTnLst>
                              <p:par>
                                <p:cTn id="245" presetID="12" presetClass="entr" presetSubtype="4" fill="hold" grpId="0" nodeType="clickEffect">
                                  <p:stCondLst>
                                    <p:cond delay="0"/>
                                  </p:stCondLst>
                                  <p:childTnLst>
                                    <p:set>
                                      <p:cBhvr>
                                        <p:cTn id="246" dur="1" fill="hold">
                                          <p:stCondLst>
                                            <p:cond delay="0"/>
                                          </p:stCondLst>
                                        </p:cTn>
                                        <p:tgtEl>
                                          <p:spTgt spid="108"/>
                                        </p:tgtEl>
                                        <p:attrNameLst>
                                          <p:attrName>style.visibility</p:attrName>
                                        </p:attrNameLst>
                                      </p:cBhvr>
                                      <p:to>
                                        <p:strVal val="visible"/>
                                      </p:to>
                                    </p:set>
                                    <p:animEffect transition="in" filter="slide(fromBottom)">
                                      <p:cBhvr>
                                        <p:cTn id="247" dur="500"/>
                                        <p:tgtEl>
                                          <p:spTgt spid="108"/>
                                        </p:tgtEl>
                                      </p:cBhvr>
                                    </p:animEffect>
                                  </p:childTnLst>
                                </p:cTn>
                              </p:par>
                            </p:childTnLst>
                          </p:cTn>
                        </p:par>
                      </p:childTnLst>
                    </p:cTn>
                  </p:par>
                  <p:par>
                    <p:cTn id="248" fill="hold">
                      <p:stCondLst>
                        <p:cond delay="indefinite"/>
                      </p:stCondLst>
                      <p:childTnLst>
                        <p:par>
                          <p:cTn id="249" fill="hold">
                            <p:stCondLst>
                              <p:cond delay="0"/>
                            </p:stCondLst>
                            <p:childTnLst>
                              <p:par>
                                <p:cTn id="250" presetID="9" presetClass="entr" presetSubtype="0" fill="hold" grpId="0" nodeType="clickEffect">
                                  <p:stCondLst>
                                    <p:cond delay="0"/>
                                  </p:stCondLst>
                                  <p:childTnLst>
                                    <p:set>
                                      <p:cBhvr>
                                        <p:cTn id="251" dur="1" fill="hold">
                                          <p:stCondLst>
                                            <p:cond delay="0"/>
                                          </p:stCondLst>
                                        </p:cTn>
                                        <p:tgtEl>
                                          <p:spTgt spid="109"/>
                                        </p:tgtEl>
                                        <p:attrNameLst>
                                          <p:attrName>style.visibility</p:attrName>
                                        </p:attrNameLst>
                                      </p:cBhvr>
                                      <p:to>
                                        <p:strVal val="visible"/>
                                      </p:to>
                                    </p:set>
                                    <p:animEffect transition="in" filter="dissolve">
                                      <p:cBhvr>
                                        <p:cTn id="252"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autoUpdateAnimBg="0"/>
      <p:bldP spid="32" grpId="0" animBg="1" autoUpdateAnimBg="0"/>
      <p:bldP spid="33" grpId="0" animBg="1" autoUpdateAnimBg="0"/>
      <p:bldP spid="34" grpId="0" animBg="1" autoUpdateAnimBg="0"/>
      <p:bldP spid="51" grpId="0" animBg="1" autoUpdateAnimBg="0"/>
      <p:bldP spid="52" grpId="0" animBg="1" autoUpdateAnimBg="0"/>
      <p:bldP spid="55" grpId="0" animBg="1" autoUpdateAnimBg="0"/>
      <p:bldP spid="56" grpId="0" animBg="1" autoUpdateAnimBg="0"/>
      <p:bldP spid="59" grpId="0" animBg="1" autoUpdateAnimBg="0"/>
      <p:bldP spid="60" grpId="0" animBg="1" autoUpdateAnimBg="0"/>
      <p:bldP spid="66" grpId="0" autoUpdateAnimBg="0"/>
      <p:bldP spid="67" grpId="0" autoUpdateAnimBg="0"/>
      <p:bldP spid="68" grpId="0" autoUpdateAnimBg="0"/>
      <p:bldP spid="70" grpId="0" autoUpdateAnimBg="0"/>
      <p:bldP spid="72" grpId="0" autoUpdateAnimBg="0"/>
      <p:bldP spid="74" grpId="0" autoUpdateAnimBg="0"/>
      <p:bldP spid="76" grpId="0" autoUpdateAnimBg="0"/>
      <p:bldP spid="79" grpId="0" autoUpdateAnimBg="0"/>
      <p:bldP spid="80" grpId="0" autoUpdateAnimBg="0"/>
      <p:bldP spid="82" grpId="0" autoUpdateAnimBg="0"/>
      <p:bldP spid="85" grpId="0" animBg="1" autoUpdateAnimBg="0"/>
      <p:bldP spid="86" grpId="0" autoUpdateAnimBg="0"/>
      <p:bldP spid="103" grpId="0" animBg="1"/>
      <p:bldP spid="104" grpId="0" animBg="1" autoUpdateAnimBg="0"/>
      <p:bldP spid="105" grpId="0" animBg="1"/>
      <p:bldP spid="106" grpId="0" animBg="1" autoUpdateAnimBg="0"/>
      <p:bldP spid="107" grpId="0" animBg="1"/>
      <p:bldP spid="108" grpId="0" animBg="1" autoUpdateAnimBg="0"/>
      <p:bldP spid="10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37</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2274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algn="l"/>
            <a:r>
              <a:rPr lang="zh-CN" altLang="en-US" sz="2400" dirty="0">
                <a:latin typeface="Arial" panose="020B0604020202020204" pitchFamily="34" charset="0"/>
              </a:rPr>
              <a:t>事务型系统结构图：</a:t>
            </a:r>
            <a:endParaRPr lang="en-US" altLang="zh-CN" sz="2400" dirty="0">
              <a:latin typeface="Arial" panose="020B0604020202020204" pitchFamily="34" charset="0"/>
            </a:endParaRPr>
          </a:p>
          <a:p>
            <a:pPr lvl="1"/>
            <a:r>
              <a:rPr lang="zh-CN" altLang="en-US" sz="2000" dirty="0">
                <a:latin typeface="Arial" panose="020B0604020202020204" pitchFamily="34" charset="0"/>
              </a:rPr>
              <a:t>事务：引起、触发或启动某一动作或一串动作的任何数据、控制信号、事件或状态的变化</a:t>
            </a:r>
            <a:endParaRPr lang="en-US" altLang="zh-CN" sz="2000" dirty="0">
              <a:latin typeface="Arial" panose="020B0604020202020204" pitchFamily="34" charset="0"/>
            </a:endParaRPr>
          </a:p>
          <a:p>
            <a:pPr lvl="1"/>
            <a:r>
              <a:rPr lang="zh-CN" altLang="en-US" sz="2000" dirty="0">
                <a:latin typeface="Arial" panose="020B0604020202020204" pitchFamily="34" charset="0"/>
              </a:rPr>
              <a:t>由它接受一项事务，根据事务处理的特点和性质选择分配一个适当的处理单元，然后给出结果</a:t>
            </a: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Tree>
    <p:extLst>
      <p:ext uri="{BB962C8B-B14F-4D97-AF65-F5344CB8AC3E}">
        <p14:creationId xmlns:p14="http://schemas.microsoft.com/office/powerpoint/2010/main" val="1751812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38</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920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1.3.1 </a:t>
            </a:r>
            <a:r>
              <a:rPr lang="zh-CN" altLang="en-US" sz="2000" b="1" dirty="0"/>
              <a:t>结构图</a:t>
            </a:r>
            <a:endParaRPr lang="en-US" altLang="zh-CN" sz="2000" b="1" dirty="0"/>
          </a:p>
          <a:p>
            <a:pPr algn="l"/>
            <a:r>
              <a:rPr lang="zh-CN" altLang="en-US" sz="2400" dirty="0">
                <a:latin typeface="Arial" panose="020B0604020202020204" pitchFamily="34" charset="0"/>
              </a:rPr>
              <a:t>事务型数据流图：</a:t>
            </a:r>
            <a:endParaRPr lang="en-US" altLang="zh-CN" sz="2400" dirty="0">
              <a:latin typeface="Arial" panose="020B0604020202020204" pitchFamily="34" charset="0"/>
            </a:endParaRP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
        <p:nvSpPr>
          <p:cNvPr id="8" name="Rectangle 32">
            <a:extLst>
              <a:ext uri="{FF2B5EF4-FFF2-40B4-BE49-F238E27FC236}">
                <a16:creationId xmlns:a16="http://schemas.microsoft.com/office/drawing/2014/main" id="{AD47B49E-391A-4192-B311-271CA162A7CE}"/>
              </a:ext>
            </a:extLst>
          </p:cNvPr>
          <p:cNvSpPr>
            <a:spLocks noChangeArrowheads="1"/>
          </p:cNvSpPr>
          <p:nvPr/>
        </p:nvSpPr>
        <p:spPr bwMode="auto">
          <a:xfrm>
            <a:off x="3505200" y="5791200"/>
            <a:ext cx="3429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a:solidFill>
                  <a:schemeClr val="tx1"/>
                </a:solidFill>
                <a:latin typeface="Times New Roman" panose="02020603050405020304" pitchFamily="18" charset="0"/>
                <a:ea typeface="楷体_GB2312" pitchFamily="49" charset="-122"/>
              </a:defRPr>
            </a:lvl1pPr>
            <a:lvl2pPr marL="742950" indent="-285750">
              <a:defRPr sz="2800">
                <a:solidFill>
                  <a:schemeClr val="tx1"/>
                </a:solidFill>
                <a:latin typeface="Times New Roman" panose="02020603050405020304" pitchFamily="18" charset="0"/>
                <a:ea typeface="楷体_GB2312" pitchFamily="49" charset="-122"/>
              </a:defRPr>
            </a:lvl2pPr>
            <a:lvl3pPr marL="1143000" indent="-228600">
              <a:defRPr sz="2800">
                <a:solidFill>
                  <a:schemeClr val="tx1"/>
                </a:solidFill>
                <a:latin typeface="Times New Roman" panose="02020603050405020304" pitchFamily="18" charset="0"/>
                <a:ea typeface="楷体_GB2312" pitchFamily="49" charset="-122"/>
              </a:defRPr>
            </a:lvl3pPr>
            <a:lvl4pPr marL="1600200" indent="-228600">
              <a:defRPr sz="2800">
                <a:solidFill>
                  <a:schemeClr val="tx1"/>
                </a:solidFill>
                <a:latin typeface="Times New Roman" panose="02020603050405020304" pitchFamily="18" charset="0"/>
                <a:ea typeface="楷体_GB2312" pitchFamily="49" charset="-122"/>
              </a:defRPr>
            </a:lvl4pPr>
            <a:lvl5pPr marL="2057400" indent="-228600">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046C36"/>
                </a:solidFill>
              </a:rPr>
              <a:t>------ </a:t>
            </a:r>
            <a:r>
              <a:rPr lang="zh-CN" altLang="en-US" sz="1800">
                <a:solidFill>
                  <a:srgbClr val="CC3399"/>
                </a:solidFill>
                <a:ea typeface="黑体" panose="02010609060101010101" pitchFamily="49" charset="-122"/>
              </a:rPr>
              <a:t>事务型 </a:t>
            </a:r>
            <a:r>
              <a:rPr lang="zh-CN" altLang="en-US" sz="1800">
                <a:solidFill>
                  <a:srgbClr val="009900"/>
                </a:solidFill>
                <a:ea typeface="黑体" panose="02010609060101010101" pitchFamily="49" charset="-122"/>
              </a:rPr>
              <a:t>数据流图</a:t>
            </a:r>
          </a:p>
        </p:txBody>
      </p:sp>
      <p:grpSp>
        <p:nvGrpSpPr>
          <p:cNvPr id="45" name="Group 73">
            <a:extLst>
              <a:ext uri="{FF2B5EF4-FFF2-40B4-BE49-F238E27FC236}">
                <a16:creationId xmlns:a16="http://schemas.microsoft.com/office/drawing/2014/main" id="{138119C5-69D7-4C85-A795-E509D5CB0A9C}"/>
              </a:ext>
            </a:extLst>
          </p:cNvPr>
          <p:cNvGrpSpPr>
            <a:grpSpLocks/>
          </p:cNvGrpSpPr>
          <p:nvPr/>
        </p:nvGrpSpPr>
        <p:grpSpPr bwMode="auto">
          <a:xfrm>
            <a:off x="2708275" y="2895600"/>
            <a:ext cx="5216525" cy="2362200"/>
            <a:chOff x="1706" y="1824"/>
            <a:chExt cx="3286" cy="1488"/>
          </a:xfrm>
        </p:grpSpPr>
        <p:sp>
          <p:nvSpPr>
            <p:cNvPr id="46" name="Oval 19">
              <a:extLst>
                <a:ext uri="{FF2B5EF4-FFF2-40B4-BE49-F238E27FC236}">
                  <a16:creationId xmlns:a16="http://schemas.microsoft.com/office/drawing/2014/main" id="{72176432-C7BD-4275-8A7F-3C51052CE71C}"/>
                </a:ext>
              </a:extLst>
            </p:cNvPr>
            <p:cNvSpPr>
              <a:spLocks noChangeArrowheads="1"/>
            </p:cNvSpPr>
            <p:nvPr/>
          </p:nvSpPr>
          <p:spPr bwMode="auto">
            <a:xfrm>
              <a:off x="2016" y="2400"/>
              <a:ext cx="384" cy="384"/>
            </a:xfrm>
            <a:prstGeom prst="ellipse">
              <a:avLst/>
            </a:prstGeom>
            <a:noFill/>
            <a:ln w="9525">
              <a:solidFill>
                <a:srgbClr val="F4931E"/>
              </a:solidFill>
              <a:round/>
              <a:headEnd/>
              <a:tailEnd/>
            </a:ln>
            <a:effectLst/>
          </p:spPr>
          <p:txBody>
            <a:bodyPr wrap="none" anchor="ctr"/>
            <a:lstStyle/>
            <a:p>
              <a:pPr algn="ctr">
                <a:defRPr/>
              </a:pPr>
              <a:r>
                <a:rPr lang="en-US" altLang="zh-CN" sz="2400" b="1">
                  <a:solidFill>
                    <a:srgbClr val="F4931E"/>
                  </a:solidFill>
                  <a:effectLst>
                    <a:outerShdw blurRad="38100" dist="38100" dir="2700000" algn="tl">
                      <a:srgbClr val="000000"/>
                    </a:outerShdw>
                  </a:effectLst>
                  <a:latin typeface="Arial" charset="0"/>
                  <a:ea typeface="宋体" pitchFamily="2" charset="-122"/>
                </a:rPr>
                <a:t>I</a:t>
              </a:r>
            </a:p>
          </p:txBody>
        </p:sp>
        <p:sp>
          <p:nvSpPr>
            <p:cNvPr id="47" name="Line 20">
              <a:extLst>
                <a:ext uri="{FF2B5EF4-FFF2-40B4-BE49-F238E27FC236}">
                  <a16:creationId xmlns:a16="http://schemas.microsoft.com/office/drawing/2014/main" id="{491AC8E1-4008-48AF-9AEC-B12D1B31134D}"/>
                </a:ext>
              </a:extLst>
            </p:cNvPr>
            <p:cNvSpPr>
              <a:spLocks noChangeShapeType="1"/>
            </p:cNvSpPr>
            <p:nvPr/>
          </p:nvSpPr>
          <p:spPr bwMode="auto">
            <a:xfrm>
              <a:off x="1728" y="2592"/>
              <a:ext cx="288"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Text Box 24">
              <a:extLst>
                <a:ext uri="{FF2B5EF4-FFF2-40B4-BE49-F238E27FC236}">
                  <a16:creationId xmlns:a16="http://schemas.microsoft.com/office/drawing/2014/main" id="{262D521A-689B-461F-B515-FCD82819964E}"/>
                </a:ext>
              </a:extLst>
            </p:cNvPr>
            <p:cNvSpPr txBox="1">
              <a:spLocks noChangeArrowheads="1"/>
            </p:cNvSpPr>
            <p:nvPr/>
          </p:nvSpPr>
          <p:spPr bwMode="auto">
            <a:xfrm>
              <a:off x="1706" y="2321"/>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A</a:t>
              </a:r>
            </a:p>
          </p:txBody>
        </p:sp>
        <p:sp>
          <p:nvSpPr>
            <p:cNvPr id="49" name="Oval 35">
              <a:extLst>
                <a:ext uri="{FF2B5EF4-FFF2-40B4-BE49-F238E27FC236}">
                  <a16:creationId xmlns:a16="http://schemas.microsoft.com/office/drawing/2014/main" id="{DC965116-E136-482E-A414-64C6029E7393}"/>
                </a:ext>
              </a:extLst>
            </p:cNvPr>
            <p:cNvSpPr>
              <a:spLocks noChangeArrowheads="1"/>
            </p:cNvSpPr>
            <p:nvPr/>
          </p:nvSpPr>
          <p:spPr bwMode="auto">
            <a:xfrm>
              <a:off x="3120" y="1824"/>
              <a:ext cx="384" cy="384"/>
            </a:xfrm>
            <a:prstGeom prst="ellipse">
              <a:avLst/>
            </a:prstGeom>
            <a:solidFill>
              <a:srgbClr val="F4931E"/>
            </a:solidFill>
            <a:ln w="9525">
              <a:solidFill>
                <a:srgbClr val="F4931E"/>
              </a:solidFill>
              <a:round/>
              <a:headEnd/>
              <a:tailEnd/>
            </a:ln>
            <a:effectLst/>
          </p:spPr>
          <p:txBody>
            <a:bodyPr wrap="none" anchor="ctr"/>
            <a:lstStyle/>
            <a:p>
              <a:pPr algn="ctr">
                <a:defRPr/>
              </a:pPr>
              <a:r>
                <a:rPr lang="en-US" altLang="zh-CN" sz="2000" b="1">
                  <a:solidFill>
                    <a:schemeClr val="bg1"/>
                  </a:solidFill>
                  <a:effectLst>
                    <a:outerShdw blurRad="38100" dist="38100" dir="2700000" algn="tl">
                      <a:srgbClr val="000000"/>
                    </a:outerShdw>
                  </a:effectLst>
                  <a:latin typeface="Arial" charset="0"/>
                  <a:ea typeface="宋体" pitchFamily="2" charset="-122"/>
                </a:rPr>
                <a:t>L</a:t>
              </a:r>
            </a:p>
          </p:txBody>
        </p:sp>
        <p:sp>
          <p:nvSpPr>
            <p:cNvPr id="50" name="Oval 54">
              <a:extLst>
                <a:ext uri="{FF2B5EF4-FFF2-40B4-BE49-F238E27FC236}">
                  <a16:creationId xmlns:a16="http://schemas.microsoft.com/office/drawing/2014/main" id="{1B20501E-40D4-4A42-9F12-57C628DE2DC8}"/>
                </a:ext>
              </a:extLst>
            </p:cNvPr>
            <p:cNvSpPr>
              <a:spLocks noChangeArrowheads="1"/>
            </p:cNvSpPr>
            <p:nvPr/>
          </p:nvSpPr>
          <p:spPr bwMode="auto">
            <a:xfrm>
              <a:off x="3120" y="2400"/>
              <a:ext cx="384" cy="384"/>
            </a:xfrm>
            <a:prstGeom prst="ellipse">
              <a:avLst/>
            </a:prstGeom>
            <a:solidFill>
              <a:srgbClr val="F4931E"/>
            </a:solidFill>
            <a:ln w="9525">
              <a:solidFill>
                <a:srgbClr val="F4931E"/>
              </a:solidFill>
              <a:round/>
              <a:headEnd/>
              <a:tailEnd/>
            </a:ln>
            <a:effectLst/>
          </p:spPr>
          <p:txBody>
            <a:bodyPr wrap="none" anchor="ctr"/>
            <a:lstStyle/>
            <a:p>
              <a:pPr algn="ctr">
                <a:defRPr/>
              </a:pPr>
              <a:r>
                <a:rPr lang="en-US" altLang="zh-CN" sz="2000" b="1">
                  <a:solidFill>
                    <a:schemeClr val="bg1"/>
                  </a:solidFill>
                  <a:effectLst>
                    <a:outerShdw blurRad="38100" dist="38100" dir="2700000" algn="tl">
                      <a:srgbClr val="000000"/>
                    </a:outerShdw>
                  </a:effectLst>
                  <a:latin typeface="Arial" charset="0"/>
                  <a:ea typeface="宋体" pitchFamily="2" charset="-122"/>
                </a:rPr>
                <a:t>M</a:t>
              </a:r>
            </a:p>
          </p:txBody>
        </p:sp>
        <p:sp>
          <p:nvSpPr>
            <p:cNvPr id="51" name="Oval 55">
              <a:extLst>
                <a:ext uri="{FF2B5EF4-FFF2-40B4-BE49-F238E27FC236}">
                  <a16:creationId xmlns:a16="http://schemas.microsoft.com/office/drawing/2014/main" id="{50C66837-2FD1-4259-BDA5-22AEA6E30415}"/>
                </a:ext>
              </a:extLst>
            </p:cNvPr>
            <p:cNvSpPr>
              <a:spLocks noChangeArrowheads="1"/>
            </p:cNvSpPr>
            <p:nvPr/>
          </p:nvSpPr>
          <p:spPr bwMode="auto">
            <a:xfrm>
              <a:off x="3120" y="2928"/>
              <a:ext cx="384" cy="384"/>
            </a:xfrm>
            <a:prstGeom prst="ellipse">
              <a:avLst/>
            </a:prstGeom>
            <a:solidFill>
              <a:srgbClr val="F4931E"/>
            </a:solidFill>
            <a:ln w="9525">
              <a:solidFill>
                <a:srgbClr val="F4931E"/>
              </a:solidFill>
              <a:round/>
              <a:headEnd/>
              <a:tailEnd/>
            </a:ln>
            <a:effectLst/>
          </p:spPr>
          <p:txBody>
            <a:bodyPr wrap="none" anchor="ctr"/>
            <a:lstStyle/>
            <a:p>
              <a:pPr algn="ctr">
                <a:defRPr/>
              </a:pPr>
              <a:r>
                <a:rPr lang="en-US" altLang="zh-CN" sz="2000" b="1">
                  <a:solidFill>
                    <a:schemeClr val="bg1"/>
                  </a:solidFill>
                  <a:effectLst>
                    <a:outerShdw blurRad="38100" dist="38100" dir="2700000" algn="tl">
                      <a:srgbClr val="000000"/>
                    </a:outerShdw>
                  </a:effectLst>
                  <a:latin typeface="Arial" charset="0"/>
                  <a:ea typeface="宋体" pitchFamily="2" charset="-122"/>
                </a:rPr>
                <a:t>N</a:t>
              </a:r>
            </a:p>
          </p:txBody>
        </p:sp>
        <p:sp>
          <p:nvSpPr>
            <p:cNvPr id="52" name="Line 56">
              <a:extLst>
                <a:ext uri="{FF2B5EF4-FFF2-40B4-BE49-F238E27FC236}">
                  <a16:creationId xmlns:a16="http://schemas.microsoft.com/office/drawing/2014/main" id="{9F02F10C-5EBD-4C76-8B65-73EC03C45DAB}"/>
                </a:ext>
              </a:extLst>
            </p:cNvPr>
            <p:cNvSpPr>
              <a:spLocks noChangeShapeType="1"/>
            </p:cNvSpPr>
            <p:nvPr/>
          </p:nvSpPr>
          <p:spPr bwMode="auto">
            <a:xfrm flipV="1">
              <a:off x="2400" y="2064"/>
              <a:ext cx="720" cy="48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 name="Line 57">
              <a:extLst>
                <a:ext uri="{FF2B5EF4-FFF2-40B4-BE49-F238E27FC236}">
                  <a16:creationId xmlns:a16="http://schemas.microsoft.com/office/drawing/2014/main" id="{9AA3A67B-CBB8-4D9B-96D9-86C08D8E2CC9}"/>
                </a:ext>
              </a:extLst>
            </p:cNvPr>
            <p:cNvSpPr>
              <a:spLocks noChangeShapeType="1"/>
            </p:cNvSpPr>
            <p:nvPr/>
          </p:nvSpPr>
          <p:spPr bwMode="auto">
            <a:xfrm flipV="1">
              <a:off x="2400" y="2592"/>
              <a:ext cx="720"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58">
              <a:extLst>
                <a:ext uri="{FF2B5EF4-FFF2-40B4-BE49-F238E27FC236}">
                  <a16:creationId xmlns:a16="http://schemas.microsoft.com/office/drawing/2014/main" id="{448F8FA3-84C2-4DE4-8992-9D21D633A88F}"/>
                </a:ext>
              </a:extLst>
            </p:cNvPr>
            <p:cNvSpPr>
              <a:spLocks noChangeShapeType="1"/>
            </p:cNvSpPr>
            <p:nvPr/>
          </p:nvSpPr>
          <p:spPr bwMode="auto">
            <a:xfrm>
              <a:off x="2400" y="2688"/>
              <a:ext cx="720" cy="432"/>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59">
              <a:extLst>
                <a:ext uri="{FF2B5EF4-FFF2-40B4-BE49-F238E27FC236}">
                  <a16:creationId xmlns:a16="http://schemas.microsoft.com/office/drawing/2014/main" id="{47ECB54E-A4EE-4519-B28D-0DE8CD938CCA}"/>
                </a:ext>
              </a:extLst>
            </p:cNvPr>
            <p:cNvSpPr>
              <a:spLocks noChangeShapeType="1"/>
            </p:cNvSpPr>
            <p:nvPr/>
          </p:nvSpPr>
          <p:spPr bwMode="auto">
            <a:xfrm flipV="1">
              <a:off x="3504" y="2592"/>
              <a:ext cx="768"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6" name="Line 60">
              <a:extLst>
                <a:ext uri="{FF2B5EF4-FFF2-40B4-BE49-F238E27FC236}">
                  <a16:creationId xmlns:a16="http://schemas.microsoft.com/office/drawing/2014/main" id="{B64CA07A-A10E-4EE5-BBC6-7F44DA352350}"/>
                </a:ext>
              </a:extLst>
            </p:cNvPr>
            <p:cNvSpPr>
              <a:spLocks noChangeShapeType="1"/>
            </p:cNvSpPr>
            <p:nvPr/>
          </p:nvSpPr>
          <p:spPr bwMode="auto">
            <a:xfrm>
              <a:off x="3504" y="2016"/>
              <a:ext cx="768" cy="528"/>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61">
              <a:extLst>
                <a:ext uri="{FF2B5EF4-FFF2-40B4-BE49-F238E27FC236}">
                  <a16:creationId xmlns:a16="http://schemas.microsoft.com/office/drawing/2014/main" id="{91BA54B6-DE99-4E34-9287-A7CDE77C8BE5}"/>
                </a:ext>
              </a:extLst>
            </p:cNvPr>
            <p:cNvSpPr>
              <a:spLocks noChangeShapeType="1"/>
            </p:cNvSpPr>
            <p:nvPr/>
          </p:nvSpPr>
          <p:spPr bwMode="auto">
            <a:xfrm flipV="1">
              <a:off x="3504" y="2640"/>
              <a:ext cx="768" cy="48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8" name="Oval 62">
              <a:extLst>
                <a:ext uri="{FF2B5EF4-FFF2-40B4-BE49-F238E27FC236}">
                  <a16:creationId xmlns:a16="http://schemas.microsoft.com/office/drawing/2014/main" id="{F09D2DA8-33BE-4825-BF29-291C8613C53F}"/>
                </a:ext>
              </a:extLst>
            </p:cNvPr>
            <p:cNvSpPr>
              <a:spLocks noChangeArrowheads="1"/>
            </p:cNvSpPr>
            <p:nvPr/>
          </p:nvSpPr>
          <p:spPr bwMode="auto">
            <a:xfrm>
              <a:off x="4272" y="2400"/>
              <a:ext cx="384" cy="384"/>
            </a:xfrm>
            <a:prstGeom prst="ellipse">
              <a:avLst/>
            </a:prstGeom>
            <a:noFill/>
            <a:ln w="9525">
              <a:solidFill>
                <a:srgbClr val="F4931E"/>
              </a:solidFill>
              <a:round/>
              <a:headEnd/>
              <a:tailEnd/>
            </a:ln>
            <a:effectLst/>
          </p:spPr>
          <p:txBody>
            <a:bodyPr wrap="none" anchor="ctr"/>
            <a:lstStyle/>
            <a:p>
              <a:pPr algn="ctr">
                <a:defRPr/>
              </a:pPr>
              <a:r>
                <a:rPr lang="en-US" altLang="zh-CN" sz="2400" b="1">
                  <a:solidFill>
                    <a:srgbClr val="F4931E"/>
                  </a:solidFill>
                  <a:effectLst>
                    <a:outerShdw blurRad="38100" dist="38100" dir="2700000" algn="tl">
                      <a:srgbClr val="000000"/>
                    </a:outerShdw>
                  </a:effectLst>
                  <a:latin typeface="Arial" charset="0"/>
                  <a:ea typeface="宋体" pitchFamily="2" charset="-122"/>
                </a:rPr>
                <a:t>O</a:t>
              </a:r>
            </a:p>
          </p:txBody>
        </p:sp>
        <p:sp>
          <p:nvSpPr>
            <p:cNvPr id="59" name="Line 63">
              <a:extLst>
                <a:ext uri="{FF2B5EF4-FFF2-40B4-BE49-F238E27FC236}">
                  <a16:creationId xmlns:a16="http://schemas.microsoft.com/office/drawing/2014/main" id="{D1DA5294-3576-4177-846F-A911BA897B94}"/>
                </a:ext>
              </a:extLst>
            </p:cNvPr>
            <p:cNvSpPr>
              <a:spLocks noChangeShapeType="1"/>
            </p:cNvSpPr>
            <p:nvPr/>
          </p:nvSpPr>
          <p:spPr bwMode="auto">
            <a:xfrm flipV="1">
              <a:off x="4656" y="2592"/>
              <a:ext cx="336"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 name="Text Box 64">
              <a:extLst>
                <a:ext uri="{FF2B5EF4-FFF2-40B4-BE49-F238E27FC236}">
                  <a16:creationId xmlns:a16="http://schemas.microsoft.com/office/drawing/2014/main" id="{5ED3B060-E2D6-4D65-945F-FA7A5E40BD6A}"/>
                </a:ext>
              </a:extLst>
            </p:cNvPr>
            <p:cNvSpPr txBox="1">
              <a:spLocks noChangeArrowheads="1"/>
            </p:cNvSpPr>
            <p:nvPr/>
          </p:nvSpPr>
          <p:spPr bwMode="auto">
            <a:xfrm>
              <a:off x="2400" y="2160"/>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B</a:t>
              </a:r>
            </a:p>
          </p:txBody>
        </p:sp>
        <p:sp>
          <p:nvSpPr>
            <p:cNvPr id="61" name="Text Box 65">
              <a:extLst>
                <a:ext uri="{FF2B5EF4-FFF2-40B4-BE49-F238E27FC236}">
                  <a16:creationId xmlns:a16="http://schemas.microsoft.com/office/drawing/2014/main" id="{F78750C5-23F2-4E3B-924F-A7D29E45C99D}"/>
                </a:ext>
              </a:extLst>
            </p:cNvPr>
            <p:cNvSpPr txBox="1">
              <a:spLocks noChangeArrowheads="1"/>
            </p:cNvSpPr>
            <p:nvPr/>
          </p:nvSpPr>
          <p:spPr bwMode="auto">
            <a:xfrm>
              <a:off x="2592" y="2352"/>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C</a:t>
              </a:r>
            </a:p>
          </p:txBody>
        </p:sp>
        <p:sp>
          <p:nvSpPr>
            <p:cNvPr id="62" name="Text Box 66">
              <a:extLst>
                <a:ext uri="{FF2B5EF4-FFF2-40B4-BE49-F238E27FC236}">
                  <a16:creationId xmlns:a16="http://schemas.microsoft.com/office/drawing/2014/main" id="{6EB27B38-F06A-486C-8A5B-1F258AB0A557}"/>
                </a:ext>
              </a:extLst>
            </p:cNvPr>
            <p:cNvSpPr txBox="1">
              <a:spLocks noChangeArrowheads="1"/>
            </p:cNvSpPr>
            <p:nvPr/>
          </p:nvSpPr>
          <p:spPr bwMode="auto">
            <a:xfrm>
              <a:off x="2448" y="2832"/>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D</a:t>
              </a:r>
            </a:p>
          </p:txBody>
        </p:sp>
        <p:sp>
          <p:nvSpPr>
            <p:cNvPr id="63" name="Text Box 67">
              <a:extLst>
                <a:ext uri="{FF2B5EF4-FFF2-40B4-BE49-F238E27FC236}">
                  <a16:creationId xmlns:a16="http://schemas.microsoft.com/office/drawing/2014/main" id="{457A4CB7-7E52-493C-9EE8-6971415FC75A}"/>
                </a:ext>
              </a:extLst>
            </p:cNvPr>
            <p:cNvSpPr txBox="1">
              <a:spLocks noChangeArrowheads="1"/>
            </p:cNvSpPr>
            <p:nvPr/>
          </p:nvSpPr>
          <p:spPr bwMode="auto">
            <a:xfrm>
              <a:off x="3988" y="2112"/>
              <a:ext cx="223"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E</a:t>
              </a:r>
            </a:p>
          </p:txBody>
        </p:sp>
        <p:sp>
          <p:nvSpPr>
            <p:cNvPr id="64" name="Text Box 68">
              <a:extLst>
                <a:ext uri="{FF2B5EF4-FFF2-40B4-BE49-F238E27FC236}">
                  <a16:creationId xmlns:a16="http://schemas.microsoft.com/office/drawing/2014/main" id="{AB45CC52-93D2-4A75-AB5F-85DFA5D0B204}"/>
                </a:ext>
              </a:extLst>
            </p:cNvPr>
            <p:cNvSpPr txBox="1">
              <a:spLocks noChangeArrowheads="1"/>
            </p:cNvSpPr>
            <p:nvPr/>
          </p:nvSpPr>
          <p:spPr bwMode="auto">
            <a:xfrm>
              <a:off x="3705" y="2352"/>
              <a:ext cx="214"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F</a:t>
              </a:r>
            </a:p>
          </p:txBody>
        </p:sp>
        <p:sp>
          <p:nvSpPr>
            <p:cNvPr id="65" name="Text Box 69">
              <a:extLst>
                <a:ext uri="{FF2B5EF4-FFF2-40B4-BE49-F238E27FC236}">
                  <a16:creationId xmlns:a16="http://schemas.microsoft.com/office/drawing/2014/main" id="{1C8FEB66-9F57-490E-AE73-E32826349E92}"/>
                </a:ext>
              </a:extLst>
            </p:cNvPr>
            <p:cNvSpPr txBox="1">
              <a:spLocks noChangeArrowheads="1"/>
            </p:cNvSpPr>
            <p:nvPr/>
          </p:nvSpPr>
          <p:spPr bwMode="auto">
            <a:xfrm>
              <a:off x="3984" y="2784"/>
              <a:ext cx="240"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G</a:t>
              </a:r>
            </a:p>
          </p:txBody>
        </p:sp>
        <p:sp>
          <p:nvSpPr>
            <p:cNvPr id="66" name="Text Box 70">
              <a:extLst>
                <a:ext uri="{FF2B5EF4-FFF2-40B4-BE49-F238E27FC236}">
                  <a16:creationId xmlns:a16="http://schemas.microsoft.com/office/drawing/2014/main" id="{7AEB68D9-D0B6-4190-B5A7-684D9338A8AD}"/>
                </a:ext>
              </a:extLst>
            </p:cNvPr>
            <p:cNvSpPr txBox="1">
              <a:spLocks noChangeArrowheads="1"/>
            </p:cNvSpPr>
            <p:nvPr/>
          </p:nvSpPr>
          <p:spPr bwMode="auto">
            <a:xfrm>
              <a:off x="4704" y="2352"/>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H</a:t>
              </a:r>
            </a:p>
          </p:txBody>
        </p:sp>
      </p:grpSp>
      <p:sp>
        <p:nvSpPr>
          <p:cNvPr id="67" name="AutoShape 71">
            <a:extLst>
              <a:ext uri="{FF2B5EF4-FFF2-40B4-BE49-F238E27FC236}">
                <a16:creationId xmlns:a16="http://schemas.microsoft.com/office/drawing/2014/main" id="{8CDB1F85-90B6-45D7-A16F-CA21EC1D9AD0}"/>
              </a:ext>
            </a:extLst>
          </p:cNvPr>
          <p:cNvSpPr>
            <a:spLocks noChangeArrowheads="1"/>
          </p:cNvSpPr>
          <p:nvPr/>
        </p:nvSpPr>
        <p:spPr bwMode="auto">
          <a:xfrm>
            <a:off x="2590800" y="4953000"/>
            <a:ext cx="1219200" cy="533400"/>
          </a:xfrm>
          <a:prstGeom prst="wedgeRectCallout">
            <a:avLst>
              <a:gd name="adj1" fmla="val 21356"/>
              <a:gd name="adj2" fmla="val -141963"/>
            </a:avLst>
          </a:prstGeom>
          <a:noFill/>
          <a:ln w="9525">
            <a:solidFill>
              <a:srgbClr val="F89A6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89A60"/>
                </a:solidFill>
                <a:ea typeface="幼圆" panose="02010509060101010101" pitchFamily="49" charset="-122"/>
              </a:rPr>
              <a:t>事务中心</a:t>
            </a:r>
          </a:p>
        </p:txBody>
      </p:sp>
      <p:sp>
        <p:nvSpPr>
          <p:cNvPr id="68" name="AutoShape 72">
            <a:extLst>
              <a:ext uri="{FF2B5EF4-FFF2-40B4-BE49-F238E27FC236}">
                <a16:creationId xmlns:a16="http://schemas.microsoft.com/office/drawing/2014/main" id="{44C7C02B-22D9-411A-AF45-C7AC70287F2C}"/>
              </a:ext>
            </a:extLst>
          </p:cNvPr>
          <p:cNvSpPr>
            <a:spLocks noChangeArrowheads="1"/>
          </p:cNvSpPr>
          <p:nvPr/>
        </p:nvSpPr>
        <p:spPr bwMode="auto">
          <a:xfrm>
            <a:off x="2209800" y="2819400"/>
            <a:ext cx="914400" cy="533400"/>
          </a:xfrm>
          <a:prstGeom prst="wedgeRectCallout">
            <a:avLst>
              <a:gd name="adj1" fmla="val 22917"/>
              <a:gd name="adj2" fmla="val 115181"/>
            </a:avLst>
          </a:prstGeom>
          <a:noFill/>
          <a:ln w="9525">
            <a:solidFill>
              <a:srgbClr val="F89A6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89A60"/>
                </a:solidFill>
                <a:ea typeface="幼圆" panose="02010509060101010101" pitchFamily="49" charset="-122"/>
              </a:rPr>
              <a:t>事务源</a:t>
            </a:r>
          </a:p>
        </p:txBody>
      </p:sp>
    </p:spTree>
    <p:extLst>
      <p:ext uri="{BB962C8B-B14F-4D97-AF65-F5344CB8AC3E}">
        <p14:creationId xmlns:p14="http://schemas.microsoft.com/office/powerpoint/2010/main" val="207591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slide(fromTop)">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slide(fromBottom)">
                                      <p:cBhvr>
                                        <p:cTn id="12"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autoUpdateAnimBg="0"/>
      <p:bldP spid="68"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39</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9202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latin typeface="Arial" panose="020B0604020202020204" pitchFamily="34" charset="0"/>
                <a:ea typeface="经典宋体简" charset="-122"/>
              </a:rPr>
              <a:t>1.2 </a:t>
            </a:r>
            <a:r>
              <a:rPr lang="zh-CN" altLang="en-US" sz="2000" b="1" dirty="0">
                <a:latin typeface="Arial" panose="020B0604020202020204" pitchFamily="34" charset="0"/>
                <a:ea typeface="经典宋体简" charset="-122"/>
              </a:rPr>
              <a:t>典型的系统结构：</a:t>
            </a:r>
            <a:endParaRPr lang="en-US" altLang="zh-CN" sz="2000" b="1" dirty="0">
              <a:latin typeface="Arial" panose="020B0604020202020204" pitchFamily="34" charset="0"/>
              <a:ea typeface="经典宋体简" charset="-122"/>
            </a:endParaRPr>
          </a:p>
          <a:p>
            <a:pPr algn="l"/>
            <a:r>
              <a:rPr lang="zh-CN" altLang="en-US" sz="2400" dirty="0">
                <a:latin typeface="Arial" panose="020B0604020202020204" pitchFamily="34" charset="0"/>
              </a:rPr>
              <a:t>事务型结构图：</a:t>
            </a:r>
            <a:endParaRPr lang="en-US" altLang="zh-CN" sz="2400" dirty="0">
              <a:latin typeface="Arial" panose="020B0604020202020204" pitchFamily="34" charset="0"/>
            </a:endParaRPr>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grpSp>
        <p:nvGrpSpPr>
          <p:cNvPr id="70" name="Group 4">
            <a:extLst>
              <a:ext uri="{FF2B5EF4-FFF2-40B4-BE49-F238E27FC236}">
                <a16:creationId xmlns:a16="http://schemas.microsoft.com/office/drawing/2014/main" id="{D4E6C456-8519-430F-9D60-EDB9E687699A}"/>
              </a:ext>
            </a:extLst>
          </p:cNvPr>
          <p:cNvGrpSpPr>
            <a:grpSpLocks/>
          </p:cNvGrpSpPr>
          <p:nvPr/>
        </p:nvGrpSpPr>
        <p:grpSpPr bwMode="auto">
          <a:xfrm>
            <a:off x="3013075" y="726668"/>
            <a:ext cx="5216525" cy="2362200"/>
            <a:chOff x="1706" y="1824"/>
            <a:chExt cx="3286" cy="1488"/>
          </a:xfrm>
        </p:grpSpPr>
        <p:sp>
          <p:nvSpPr>
            <p:cNvPr id="71" name="Oval 5">
              <a:extLst>
                <a:ext uri="{FF2B5EF4-FFF2-40B4-BE49-F238E27FC236}">
                  <a16:creationId xmlns:a16="http://schemas.microsoft.com/office/drawing/2014/main" id="{645D712D-D1E8-46DB-A884-F49E7FCD9826}"/>
                </a:ext>
              </a:extLst>
            </p:cNvPr>
            <p:cNvSpPr>
              <a:spLocks noChangeArrowheads="1"/>
            </p:cNvSpPr>
            <p:nvPr/>
          </p:nvSpPr>
          <p:spPr bwMode="auto">
            <a:xfrm>
              <a:off x="2016" y="2400"/>
              <a:ext cx="384" cy="384"/>
            </a:xfrm>
            <a:prstGeom prst="ellipse">
              <a:avLst/>
            </a:prstGeom>
            <a:noFill/>
            <a:ln w="9525">
              <a:solidFill>
                <a:srgbClr val="F4931E"/>
              </a:solidFill>
              <a:round/>
              <a:headEnd/>
              <a:tailEnd/>
            </a:ln>
            <a:effectLst/>
          </p:spPr>
          <p:txBody>
            <a:bodyPr wrap="none" anchor="ctr"/>
            <a:lstStyle/>
            <a:p>
              <a:pPr algn="ctr">
                <a:defRPr/>
              </a:pPr>
              <a:r>
                <a:rPr lang="en-US" altLang="zh-CN" sz="2400" b="1">
                  <a:solidFill>
                    <a:srgbClr val="F4931E"/>
                  </a:solidFill>
                  <a:effectLst>
                    <a:outerShdw blurRad="38100" dist="38100" dir="2700000" algn="tl">
                      <a:srgbClr val="000000"/>
                    </a:outerShdw>
                  </a:effectLst>
                  <a:latin typeface="Arial" charset="0"/>
                  <a:ea typeface="宋体" pitchFamily="2" charset="-122"/>
                </a:rPr>
                <a:t>I</a:t>
              </a:r>
            </a:p>
          </p:txBody>
        </p:sp>
        <p:sp>
          <p:nvSpPr>
            <p:cNvPr id="72" name="Line 6">
              <a:extLst>
                <a:ext uri="{FF2B5EF4-FFF2-40B4-BE49-F238E27FC236}">
                  <a16:creationId xmlns:a16="http://schemas.microsoft.com/office/drawing/2014/main" id="{A4B43A65-2B69-4380-A278-A6AB5D1D6BEB}"/>
                </a:ext>
              </a:extLst>
            </p:cNvPr>
            <p:cNvSpPr>
              <a:spLocks noChangeShapeType="1"/>
            </p:cNvSpPr>
            <p:nvPr/>
          </p:nvSpPr>
          <p:spPr bwMode="auto">
            <a:xfrm>
              <a:off x="1728" y="2592"/>
              <a:ext cx="288"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Text Box 7">
              <a:extLst>
                <a:ext uri="{FF2B5EF4-FFF2-40B4-BE49-F238E27FC236}">
                  <a16:creationId xmlns:a16="http://schemas.microsoft.com/office/drawing/2014/main" id="{0CF589B8-98ED-4085-B270-C5D1C1029B7B}"/>
                </a:ext>
              </a:extLst>
            </p:cNvPr>
            <p:cNvSpPr txBox="1">
              <a:spLocks noChangeArrowheads="1"/>
            </p:cNvSpPr>
            <p:nvPr/>
          </p:nvSpPr>
          <p:spPr bwMode="auto">
            <a:xfrm>
              <a:off x="1706" y="2321"/>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A</a:t>
              </a:r>
            </a:p>
          </p:txBody>
        </p:sp>
        <p:sp>
          <p:nvSpPr>
            <p:cNvPr id="74" name="Oval 8">
              <a:extLst>
                <a:ext uri="{FF2B5EF4-FFF2-40B4-BE49-F238E27FC236}">
                  <a16:creationId xmlns:a16="http://schemas.microsoft.com/office/drawing/2014/main" id="{466FD6E9-1FB6-4575-8FB0-54FFF1D91F1A}"/>
                </a:ext>
              </a:extLst>
            </p:cNvPr>
            <p:cNvSpPr>
              <a:spLocks noChangeArrowheads="1"/>
            </p:cNvSpPr>
            <p:nvPr/>
          </p:nvSpPr>
          <p:spPr bwMode="auto">
            <a:xfrm>
              <a:off x="3120" y="1824"/>
              <a:ext cx="384" cy="384"/>
            </a:xfrm>
            <a:prstGeom prst="ellipse">
              <a:avLst/>
            </a:prstGeom>
            <a:solidFill>
              <a:srgbClr val="F4931E"/>
            </a:solidFill>
            <a:ln w="9525">
              <a:solidFill>
                <a:srgbClr val="F4931E"/>
              </a:solidFill>
              <a:round/>
              <a:headEnd/>
              <a:tailEnd/>
            </a:ln>
            <a:effectLst/>
          </p:spPr>
          <p:txBody>
            <a:bodyPr wrap="none" anchor="ctr"/>
            <a:lstStyle/>
            <a:p>
              <a:pPr algn="ctr">
                <a:defRPr/>
              </a:pPr>
              <a:r>
                <a:rPr lang="en-US" altLang="zh-CN" sz="2000" b="1">
                  <a:solidFill>
                    <a:schemeClr val="bg1"/>
                  </a:solidFill>
                  <a:effectLst>
                    <a:outerShdw blurRad="38100" dist="38100" dir="2700000" algn="tl">
                      <a:srgbClr val="000000"/>
                    </a:outerShdw>
                  </a:effectLst>
                  <a:latin typeface="Arial" charset="0"/>
                  <a:ea typeface="宋体" pitchFamily="2" charset="-122"/>
                </a:rPr>
                <a:t>L</a:t>
              </a:r>
            </a:p>
          </p:txBody>
        </p:sp>
        <p:sp>
          <p:nvSpPr>
            <p:cNvPr id="75" name="Oval 9">
              <a:extLst>
                <a:ext uri="{FF2B5EF4-FFF2-40B4-BE49-F238E27FC236}">
                  <a16:creationId xmlns:a16="http://schemas.microsoft.com/office/drawing/2014/main" id="{C0B2E8D0-C624-4B70-A324-7ADE4D27421A}"/>
                </a:ext>
              </a:extLst>
            </p:cNvPr>
            <p:cNvSpPr>
              <a:spLocks noChangeArrowheads="1"/>
            </p:cNvSpPr>
            <p:nvPr/>
          </p:nvSpPr>
          <p:spPr bwMode="auto">
            <a:xfrm>
              <a:off x="3120" y="2400"/>
              <a:ext cx="384" cy="384"/>
            </a:xfrm>
            <a:prstGeom prst="ellipse">
              <a:avLst/>
            </a:prstGeom>
            <a:solidFill>
              <a:srgbClr val="F4931E"/>
            </a:solidFill>
            <a:ln w="9525">
              <a:solidFill>
                <a:srgbClr val="F4931E"/>
              </a:solidFill>
              <a:round/>
              <a:headEnd/>
              <a:tailEnd/>
            </a:ln>
            <a:effectLst/>
          </p:spPr>
          <p:txBody>
            <a:bodyPr wrap="none" anchor="ctr"/>
            <a:lstStyle/>
            <a:p>
              <a:pPr algn="ctr">
                <a:defRPr/>
              </a:pPr>
              <a:r>
                <a:rPr lang="en-US" altLang="zh-CN" sz="2000" b="1">
                  <a:solidFill>
                    <a:schemeClr val="bg1"/>
                  </a:solidFill>
                  <a:effectLst>
                    <a:outerShdw blurRad="38100" dist="38100" dir="2700000" algn="tl">
                      <a:srgbClr val="000000"/>
                    </a:outerShdw>
                  </a:effectLst>
                  <a:latin typeface="Arial" charset="0"/>
                  <a:ea typeface="宋体" pitchFamily="2" charset="-122"/>
                </a:rPr>
                <a:t>M</a:t>
              </a:r>
            </a:p>
          </p:txBody>
        </p:sp>
        <p:sp>
          <p:nvSpPr>
            <p:cNvPr id="76" name="Oval 10">
              <a:extLst>
                <a:ext uri="{FF2B5EF4-FFF2-40B4-BE49-F238E27FC236}">
                  <a16:creationId xmlns:a16="http://schemas.microsoft.com/office/drawing/2014/main" id="{92B20A66-F8B7-4F3D-AC74-E1B4E6E13CD0}"/>
                </a:ext>
              </a:extLst>
            </p:cNvPr>
            <p:cNvSpPr>
              <a:spLocks noChangeArrowheads="1"/>
            </p:cNvSpPr>
            <p:nvPr/>
          </p:nvSpPr>
          <p:spPr bwMode="auto">
            <a:xfrm>
              <a:off x="3120" y="2928"/>
              <a:ext cx="384" cy="384"/>
            </a:xfrm>
            <a:prstGeom prst="ellipse">
              <a:avLst/>
            </a:prstGeom>
            <a:solidFill>
              <a:srgbClr val="F4931E"/>
            </a:solidFill>
            <a:ln w="9525">
              <a:solidFill>
                <a:srgbClr val="F4931E"/>
              </a:solidFill>
              <a:round/>
              <a:headEnd/>
              <a:tailEnd/>
            </a:ln>
            <a:effectLst/>
          </p:spPr>
          <p:txBody>
            <a:bodyPr wrap="none" anchor="ctr"/>
            <a:lstStyle/>
            <a:p>
              <a:pPr algn="ctr">
                <a:defRPr/>
              </a:pPr>
              <a:r>
                <a:rPr lang="en-US" altLang="zh-CN" sz="2000" b="1">
                  <a:solidFill>
                    <a:schemeClr val="bg1"/>
                  </a:solidFill>
                  <a:effectLst>
                    <a:outerShdw blurRad="38100" dist="38100" dir="2700000" algn="tl">
                      <a:srgbClr val="000000"/>
                    </a:outerShdw>
                  </a:effectLst>
                  <a:latin typeface="Arial" charset="0"/>
                  <a:ea typeface="宋体" pitchFamily="2" charset="-122"/>
                </a:rPr>
                <a:t>N</a:t>
              </a:r>
            </a:p>
          </p:txBody>
        </p:sp>
        <p:sp>
          <p:nvSpPr>
            <p:cNvPr id="77" name="Line 11">
              <a:extLst>
                <a:ext uri="{FF2B5EF4-FFF2-40B4-BE49-F238E27FC236}">
                  <a16:creationId xmlns:a16="http://schemas.microsoft.com/office/drawing/2014/main" id="{78B0EC84-3B7B-43C8-B488-96791444F533}"/>
                </a:ext>
              </a:extLst>
            </p:cNvPr>
            <p:cNvSpPr>
              <a:spLocks noChangeShapeType="1"/>
            </p:cNvSpPr>
            <p:nvPr/>
          </p:nvSpPr>
          <p:spPr bwMode="auto">
            <a:xfrm flipV="1">
              <a:off x="2400" y="2064"/>
              <a:ext cx="720" cy="48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Line 12">
              <a:extLst>
                <a:ext uri="{FF2B5EF4-FFF2-40B4-BE49-F238E27FC236}">
                  <a16:creationId xmlns:a16="http://schemas.microsoft.com/office/drawing/2014/main" id="{4D049057-71BD-4C1B-820D-935C60ABA880}"/>
                </a:ext>
              </a:extLst>
            </p:cNvPr>
            <p:cNvSpPr>
              <a:spLocks noChangeShapeType="1"/>
            </p:cNvSpPr>
            <p:nvPr/>
          </p:nvSpPr>
          <p:spPr bwMode="auto">
            <a:xfrm flipV="1">
              <a:off x="2400" y="2592"/>
              <a:ext cx="720"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 name="Line 13">
              <a:extLst>
                <a:ext uri="{FF2B5EF4-FFF2-40B4-BE49-F238E27FC236}">
                  <a16:creationId xmlns:a16="http://schemas.microsoft.com/office/drawing/2014/main" id="{02DFFCFF-D29E-441A-B786-2025F9FA84A9}"/>
                </a:ext>
              </a:extLst>
            </p:cNvPr>
            <p:cNvSpPr>
              <a:spLocks noChangeShapeType="1"/>
            </p:cNvSpPr>
            <p:nvPr/>
          </p:nvSpPr>
          <p:spPr bwMode="auto">
            <a:xfrm>
              <a:off x="2400" y="2688"/>
              <a:ext cx="720" cy="432"/>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 name="Line 14">
              <a:extLst>
                <a:ext uri="{FF2B5EF4-FFF2-40B4-BE49-F238E27FC236}">
                  <a16:creationId xmlns:a16="http://schemas.microsoft.com/office/drawing/2014/main" id="{4E58EAE8-F9AF-4203-A688-687F7B5CDA49}"/>
                </a:ext>
              </a:extLst>
            </p:cNvPr>
            <p:cNvSpPr>
              <a:spLocks noChangeShapeType="1"/>
            </p:cNvSpPr>
            <p:nvPr/>
          </p:nvSpPr>
          <p:spPr bwMode="auto">
            <a:xfrm flipV="1">
              <a:off x="3504" y="2592"/>
              <a:ext cx="768"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 name="Line 15">
              <a:extLst>
                <a:ext uri="{FF2B5EF4-FFF2-40B4-BE49-F238E27FC236}">
                  <a16:creationId xmlns:a16="http://schemas.microsoft.com/office/drawing/2014/main" id="{0BEB3096-C0C4-45A9-A347-0059803AE308}"/>
                </a:ext>
              </a:extLst>
            </p:cNvPr>
            <p:cNvSpPr>
              <a:spLocks noChangeShapeType="1"/>
            </p:cNvSpPr>
            <p:nvPr/>
          </p:nvSpPr>
          <p:spPr bwMode="auto">
            <a:xfrm>
              <a:off x="3504" y="2016"/>
              <a:ext cx="768" cy="528"/>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Line 16">
              <a:extLst>
                <a:ext uri="{FF2B5EF4-FFF2-40B4-BE49-F238E27FC236}">
                  <a16:creationId xmlns:a16="http://schemas.microsoft.com/office/drawing/2014/main" id="{63C252B9-8DEC-4D70-9622-0592AC8B0A42}"/>
                </a:ext>
              </a:extLst>
            </p:cNvPr>
            <p:cNvSpPr>
              <a:spLocks noChangeShapeType="1"/>
            </p:cNvSpPr>
            <p:nvPr/>
          </p:nvSpPr>
          <p:spPr bwMode="auto">
            <a:xfrm flipV="1">
              <a:off x="3504" y="2640"/>
              <a:ext cx="768" cy="48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 name="Oval 17">
              <a:extLst>
                <a:ext uri="{FF2B5EF4-FFF2-40B4-BE49-F238E27FC236}">
                  <a16:creationId xmlns:a16="http://schemas.microsoft.com/office/drawing/2014/main" id="{3E1EE151-4E2C-42F5-B24A-C4AF7763AF73}"/>
                </a:ext>
              </a:extLst>
            </p:cNvPr>
            <p:cNvSpPr>
              <a:spLocks noChangeArrowheads="1"/>
            </p:cNvSpPr>
            <p:nvPr/>
          </p:nvSpPr>
          <p:spPr bwMode="auto">
            <a:xfrm>
              <a:off x="4272" y="2400"/>
              <a:ext cx="384" cy="384"/>
            </a:xfrm>
            <a:prstGeom prst="ellipse">
              <a:avLst/>
            </a:prstGeom>
            <a:noFill/>
            <a:ln w="9525">
              <a:solidFill>
                <a:srgbClr val="F4931E"/>
              </a:solidFill>
              <a:round/>
              <a:headEnd/>
              <a:tailEnd/>
            </a:ln>
            <a:effectLst/>
          </p:spPr>
          <p:txBody>
            <a:bodyPr wrap="none" anchor="ctr"/>
            <a:lstStyle/>
            <a:p>
              <a:pPr algn="ctr">
                <a:defRPr/>
              </a:pPr>
              <a:r>
                <a:rPr lang="en-US" altLang="zh-CN" sz="2400" b="1">
                  <a:solidFill>
                    <a:srgbClr val="F4931E"/>
                  </a:solidFill>
                  <a:effectLst>
                    <a:outerShdw blurRad="38100" dist="38100" dir="2700000" algn="tl">
                      <a:srgbClr val="000000"/>
                    </a:outerShdw>
                  </a:effectLst>
                  <a:latin typeface="Arial" charset="0"/>
                  <a:ea typeface="宋体" pitchFamily="2" charset="-122"/>
                </a:rPr>
                <a:t>O</a:t>
              </a:r>
            </a:p>
          </p:txBody>
        </p:sp>
        <p:sp>
          <p:nvSpPr>
            <p:cNvPr id="84" name="Line 18">
              <a:extLst>
                <a:ext uri="{FF2B5EF4-FFF2-40B4-BE49-F238E27FC236}">
                  <a16:creationId xmlns:a16="http://schemas.microsoft.com/office/drawing/2014/main" id="{84AFC323-F6A7-4F0D-8157-74C94A2E5583}"/>
                </a:ext>
              </a:extLst>
            </p:cNvPr>
            <p:cNvSpPr>
              <a:spLocks noChangeShapeType="1"/>
            </p:cNvSpPr>
            <p:nvPr/>
          </p:nvSpPr>
          <p:spPr bwMode="auto">
            <a:xfrm flipV="1">
              <a:off x="4656" y="2592"/>
              <a:ext cx="336" cy="0"/>
            </a:xfrm>
            <a:prstGeom prst="line">
              <a:avLst/>
            </a:prstGeom>
            <a:noFill/>
            <a:ln w="12700">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 name="Text Box 19">
              <a:extLst>
                <a:ext uri="{FF2B5EF4-FFF2-40B4-BE49-F238E27FC236}">
                  <a16:creationId xmlns:a16="http://schemas.microsoft.com/office/drawing/2014/main" id="{7C0EACC3-E402-4C7D-9219-AA54373A8BE1}"/>
                </a:ext>
              </a:extLst>
            </p:cNvPr>
            <p:cNvSpPr txBox="1">
              <a:spLocks noChangeArrowheads="1"/>
            </p:cNvSpPr>
            <p:nvPr/>
          </p:nvSpPr>
          <p:spPr bwMode="auto">
            <a:xfrm>
              <a:off x="2400" y="2160"/>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B</a:t>
              </a:r>
            </a:p>
          </p:txBody>
        </p:sp>
        <p:sp>
          <p:nvSpPr>
            <p:cNvPr id="86" name="Text Box 20">
              <a:extLst>
                <a:ext uri="{FF2B5EF4-FFF2-40B4-BE49-F238E27FC236}">
                  <a16:creationId xmlns:a16="http://schemas.microsoft.com/office/drawing/2014/main" id="{32D80A12-DD4F-4336-A304-DF1F2AF6A6A3}"/>
                </a:ext>
              </a:extLst>
            </p:cNvPr>
            <p:cNvSpPr txBox="1">
              <a:spLocks noChangeArrowheads="1"/>
            </p:cNvSpPr>
            <p:nvPr/>
          </p:nvSpPr>
          <p:spPr bwMode="auto">
            <a:xfrm>
              <a:off x="2592" y="2352"/>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C</a:t>
              </a:r>
            </a:p>
          </p:txBody>
        </p:sp>
        <p:sp>
          <p:nvSpPr>
            <p:cNvPr id="87" name="Text Box 21">
              <a:extLst>
                <a:ext uri="{FF2B5EF4-FFF2-40B4-BE49-F238E27FC236}">
                  <a16:creationId xmlns:a16="http://schemas.microsoft.com/office/drawing/2014/main" id="{A03B98F1-DC63-4BB1-B060-4472ADBDD97B}"/>
                </a:ext>
              </a:extLst>
            </p:cNvPr>
            <p:cNvSpPr txBox="1">
              <a:spLocks noChangeArrowheads="1"/>
            </p:cNvSpPr>
            <p:nvPr/>
          </p:nvSpPr>
          <p:spPr bwMode="auto">
            <a:xfrm>
              <a:off x="2448" y="2832"/>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D</a:t>
              </a:r>
            </a:p>
          </p:txBody>
        </p:sp>
        <p:sp>
          <p:nvSpPr>
            <p:cNvPr id="88" name="Text Box 22">
              <a:extLst>
                <a:ext uri="{FF2B5EF4-FFF2-40B4-BE49-F238E27FC236}">
                  <a16:creationId xmlns:a16="http://schemas.microsoft.com/office/drawing/2014/main" id="{A435064E-03C2-418B-A667-183645E49DD7}"/>
                </a:ext>
              </a:extLst>
            </p:cNvPr>
            <p:cNvSpPr txBox="1">
              <a:spLocks noChangeArrowheads="1"/>
            </p:cNvSpPr>
            <p:nvPr/>
          </p:nvSpPr>
          <p:spPr bwMode="auto">
            <a:xfrm>
              <a:off x="3988" y="2112"/>
              <a:ext cx="223"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E</a:t>
              </a:r>
            </a:p>
          </p:txBody>
        </p:sp>
        <p:sp>
          <p:nvSpPr>
            <p:cNvPr id="89" name="Text Box 23">
              <a:extLst>
                <a:ext uri="{FF2B5EF4-FFF2-40B4-BE49-F238E27FC236}">
                  <a16:creationId xmlns:a16="http://schemas.microsoft.com/office/drawing/2014/main" id="{0C56A7C7-4519-474B-9C4F-BF7843843EF8}"/>
                </a:ext>
              </a:extLst>
            </p:cNvPr>
            <p:cNvSpPr txBox="1">
              <a:spLocks noChangeArrowheads="1"/>
            </p:cNvSpPr>
            <p:nvPr/>
          </p:nvSpPr>
          <p:spPr bwMode="auto">
            <a:xfrm>
              <a:off x="3705" y="2352"/>
              <a:ext cx="214"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F</a:t>
              </a:r>
            </a:p>
          </p:txBody>
        </p:sp>
        <p:sp>
          <p:nvSpPr>
            <p:cNvPr id="90" name="Text Box 24">
              <a:extLst>
                <a:ext uri="{FF2B5EF4-FFF2-40B4-BE49-F238E27FC236}">
                  <a16:creationId xmlns:a16="http://schemas.microsoft.com/office/drawing/2014/main" id="{3AB7E2DD-70D0-4038-957D-92E0096452D4}"/>
                </a:ext>
              </a:extLst>
            </p:cNvPr>
            <p:cNvSpPr txBox="1">
              <a:spLocks noChangeArrowheads="1"/>
            </p:cNvSpPr>
            <p:nvPr/>
          </p:nvSpPr>
          <p:spPr bwMode="auto">
            <a:xfrm>
              <a:off x="3984" y="2784"/>
              <a:ext cx="240"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G</a:t>
              </a:r>
            </a:p>
          </p:txBody>
        </p:sp>
        <p:sp>
          <p:nvSpPr>
            <p:cNvPr id="91" name="Text Box 25">
              <a:extLst>
                <a:ext uri="{FF2B5EF4-FFF2-40B4-BE49-F238E27FC236}">
                  <a16:creationId xmlns:a16="http://schemas.microsoft.com/office/drawing/2014/main" id="{F424DBC1-0F9F-4D50-A95B-0F3E1C084E2A}"/>
                </a:ext>
              </a:extLst>
            </p:cNvPr>
            <p:cNvSpPr txBox="1">
              <a:spLocks noChangeArrowheads="1"/>
            </p:cNvSpPr>
            <p:nvPr/>
          </p:nvSpPr>
          <p:spPr bwMode="auto">
            <a:xfrm>
              <a:off x="4704" y="2352"/>
              <a:ext cx="232" cy="250"/>
            </a:xfrm>
            <a:prstGeom prst="rect">
              <a:avLst/>
            </a:prstGeom>
            <a:noFill/>
            <a:ln w="9525">
              <a:noFill/>
              <a:miter lim="800000"/>
              <a:headEnd/>
              <a:tailEnd/>
            </a:ln>
            <a:effectLst/>
          </p:spPr>
          <p:txBody>
            <a:bodyPr wrap="none">
              <a:spAutoFit/>
            </a:bodyPr>
            <a:lstStyle>
              <a:lvl1pPr>
                <a:defRPr sz="2800">
                  <a:solidFill>
                    <a:schemeClr val="tx1"/>
                  </a:solidFill>
                  <a:latin typeface="Times New Roman" charset="0"/>
                  <a:ea typeface="楷体_GB2312" pitchFamily="49" charset="-122"/>
                </a:defRPr>
              </a:lvl1pPr>
              <a:lvl2pPr marL="742950" indent="-285750">
                <a:defRPr sz="2800">
                  <a:solidFill>
                    <a:schemeClr val="tx1"/>
                  </a:solidFill>
                  <a:latin typeface="Times New Roman" charset="0"/>
                  <a:ea typeface="楷体_GB2312" pitchFamily="49" charset="-122"/>
                </a:defRPr>
              </a:lvl2pPr>
              <a:lvl3pPr marL="1143000" indent="-228600">
                <a:defRPr sz="2800">
                  <a:solidFill>
                    <a:schemeClr val="tx1"/>
                  </a:solidFill>
                  <a:latin typeface="Times New Roman" charset="0"/>
                  <a:ea typeface="楷体_GB2312" pitchFamily="49" charset="-122"/>
                </a:defRPr>
              </a:lvl3pPr>
              <a:lvl4pPr marL="1600200" indent="-228600">
                <a:defRPr sz="2800">
                  <a:solidFill>
                    <a:schemeClr val="tx1"/>
                  </a:solidFill>
                  <a:latin typeface="Times New Roman" charset="0"/>
                  <a:ea typeface="楷体_GB2312" pitchFamily="49" charset="-122"/>
                </a:defRPr>
              </a:lvl4pPr>
              <a:lvl5pPr marL="2057400" indent="-228600">
                <a:defRPr sz="2800">
                  <a:solidFill>
                    <a:schemeClr val="tx1"/>
                  </a:solidFill>
                  <a:latin typeface="Times New Roman"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charset="0"/>
                  <a:ea typeface="楷体_GB2312" pitchFamily="49" charset="-122"/>
                </a:defRPr>
              </a:lvl9pPr>
            </a:lstStyle>
            <a:p>
              <a:pPr algn="ctr">
                <a:defRPr/>
              </a:pPr>
              <a:r>
                <a:rPr lang="en-US" altLang="zh-CN" sz="2000" b="1">
                  <a:solidFill>
                    <a:srgbClr val="6AAA14"/>
                  </a:solidFill>
                  <a:effectLst>
                    <a:outerShdw blurRad="38100" dist="38100" dir="2700000" algn="tl">
                      <a:srgbClr val="000000"/>
                    </a:outerShdw>
                  </a:effectLst>
                  <a:latin typeface="Arial" charset="0"/>
                  <a:ea typeface="宋体" pitchFamily="2" charset="-122"/>
                </a:rPr>
                <a:t>H</a:t>
              </a:r>
            </a:p>
          </p:txBody>
        </p:sp>
      </p:grpSp>
      <p:sp>
        <p:nvSpPr>
          <p:cNvPr id="92" name="Rectangle 30">
            <a:extLst>
              <a:ext uri="{FF2B5EF4-FFF2-40B4-BE49-F238E27FC236}">
                <a16:creationId xmlns:a16="http://schemas.microsoft.com/office/drawing/2014/main" id="{FE5C39A5-E6CF-4AE1-96EE-0376A558FE2E}"/>
              </a:ext>
            </a:extLst>
          </p:cNvPr>
          <p:cNvSpPr>
            <a:spLocks noChangeArrowheads="1"/>
          </p:cNvSpPr>
          <p:nvPr/>
        </p:nvSpPr>
        <p:spPr bwMode="auto">
          <a:xfrm>
            <a:off x="4841875" y="3927068"/>
            <a:ext cx="1447800" cy="533400"/>
          </a:xfrm>
          <a:prstGeom prst="rect">
            <a:avLst/>
          </a:prstGeom>
          <a:solidFill>
            <a:schemeClr val="bg1"/>
          </a:solidFill>
          <a:ln w="9525">
            <a:solidFill>
              <a:srgbClr val="C753B6"/>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solidFill>
                  <a:srgbClr val="C753B6"/>
                </a:solidFill>
                <a:ea typeface="黑体" panose="02010609060101010101" pitchFamily="49" charset="-122"/>
              </a:rPr>
              <a:t>主模块</a:t>
            </a:r>
          </a:p>
        </p:txBody>
      </p:sp>
      <p:sp>
        <p:nvSpPr>
          <p:cNvPr id="93" name="Rectangle 32">
            <a:extLst>
              <a:ext uri="{FF2B5EF4-FFF2-40B4-BE49-F238E27FC236}">
                <a16:creationId xmlns:a16="http://schemas.microsoft.com/office/drawing/2014/main" id="{83891C83-7718-4FE6-91EC-ACE7B3B0B49F}"/>
              </a:ext>
            </a:extLst>
          </p:cNvPr>
          <p:cNvSpPr>
            <a:spLocks noChangeArrowheads="1"/>
          </p:cNvSpPr>
          <p:nvPr/>
        </p:nvSpPr>
        <p:spPr bwMode="auto">
          <a:xfrm>
            <a:off x="7813675" y="5527268"/>
            <a:ext cx="838200" cy="457200"/>
          </a:xfrm>
          <a:prstGeom prst="rect">
            <a:avLst/>
          </a:prstGeom>
          <a:solidFill>
            <a:schemeClr val="bg1"/>
          </a:solidFill>
          <a:ln w="9525">
            <a:solidFill>
              <a:srgbClr val="F4931E"/>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89A60"/>
                </a:solidFill>
                <a:ea typeface="黑体" panose="02010609060101010101" pitchFamily="49" charset="-122"/>
              </a:rPr>
              <a:t>给出</a:t>
            </a:r>
            <a:r>
              <a:rPr lang="en-US" altLang="zh-CN" sz="1800">
                <a:solidFill>
                  <a:srgbClr val="F89A60"/>
                </a:solidFill>
                <a:ea typeface="黑体" panose="02010609060101010101" pitchFamily="49" charset="-122"/>
              </a:rPr>
              <a:t>H</a:t>
            </a:r>
          </a:p>
        </p:txBody>
      </p:sp>
      <p:sp>
        <p:nvSpPr>
          <p:cNvPr id="94" name="Line 33">
            <a:extLst>
              <a:ext uri="{FF2B5EF4-FFF2-40B4-BE49-F238E27FC236}">
                <a16:creationId xmlns:a16="http://schemas.microsoft.com/office/drawing/2014/main" id="{DB785B8A-B9C5-4E65-A8A7-BAAF06BB98FF}"/>
              </a:ext>
            </a:extLst>
          </p:cNvPr>
          <p:cNvSpPr>
            <a:spLocks noChangeShapeType="1"/>
          </p:cNvSpPr>
          <p:nvPr/>
        </p:nvSpPr>
        <p:spPr bwMode="auto">
          <a:xfrm>
            <a:off x="5603875" y="4536668"/>
            <a:ext cx="0" cy="990600"/>
          </a:xfrm>
          <a:prstGeom prst="line">
            <a:avLst/>
          </a:prstGeom>
          <a:noFill/>
          <a:ln w="12700">
            <a:solidFill>
              <a:srgbClr val="C753B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 name="Line 35">
            <a:extLst>
              <a:ext uri="{FF2B5EF4-FFF2-40B4-BE49-F238E27FC236}">
                <a16:creationId xmlns:a16="http://schemas.microsoft.com/office/drawing/2014/main" id="{72E12F1D-B6C9-48D8-9C31-C1A80D0702B3}"/>
              </a:ext>
            </a:extLst>
          </p:cNvPr>
          <p:cNvSpPr>
            <a:spLocks noChangeShapeType="1"/>
          </p:cNvSpPr>
          <p:nvPr/>
        </p:nvSpPr>
        <p:spPr bwMode="auto">
          <a:xfrm flipH="1">
            <a:off x="4232275" y="4460468"/>
            <a:ext cx="1219200" cy="1066800"/>
          </a:xfrm>
          <a:prstGeom prst="line">
            <a:avLst/>
          </a:prstGeom>
          <a:noFill/>
          <a:ln w="12700">
            <a:solidFill>
              <a:srgbClr val="C753B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 name="Line 37">
            <a:extLst>
              <a:ext uri="{FF2B5EF4-FFF2-40B4-BE49-F238E27FC236}">
                <a16:creationId xmlns:a16="http://schemas.microsoft.com/office/drawing/2014/main" id="{A10F0AC8-C426-418C-921F-CD5ADA9B31A4}"/>
              </a:ext>
            </a:extLst>
          </p:cNvPr>
          <p:cNvSpPr>
            <a:spLocks noChangeShapeType="1"/>
          </p:cNvSpPr>
          <p:nvPr/>
        </p:nvSpPr>
        <p:spPr bwMode="auto">
          <a:xfrm flipH="1">
            <a:off x="4308475" y="4917668"/>
            <a:ext cx="457200" cy="3810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 name="Line 38">
            <a:extLst>
              <a:ext uri="{FF2B5EF4-FFF2-40B4-BE49-F238E27FC236}">
                <a16:creationId xmlns:a16="http://schemas.microsoft.com/office/drawing/2014/main" id="{C24B0171-C63C-42C2-8300-9FAD1B31777B}"/>
              </a:ext>
            </a:extLst>
          </p:cNvPr>
          <p:cNvSpPr>
            <a:spLocks noChangeShapeType="1"/>
          </p:cNvSpPr>
          <p:nvPr/>
        </p:nvSpPr>
        <p:spPr bwMode="auto">
          <a:xfrm>
            <a:off x="7280275" y="4917668"/>
            <a:ext cx="609600" cy="304800"/>
          </a:xfrm>
          <a:prstGeom prst="line">
            <a:avLst/>
          </a:prstGeom>
          <a:noFill/>
          <a:ln w="9525">
            <a:solidFill>
              <a:srgbClr val="7728E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8" name="Line 39">
            <a:extLst>
              <a:ext uri="{FF2B5EF4-FFF2-40B4-BE49-F238E27FC236}">
                <a16:creationId xmlns:a16="http://schemas.microsoft.com/office/drawing/2014/main" id="{EF14B185-DB9F-4713-8DC9-14C545C3D15F}"/>
              </a:ext>
            </a:extLst>
          </p:cNvPr>
          <p:cNvSpPr>
            <a:spLocks noChangeShapeType="1"/>
          </p:cNvSpPr>
          <p:nvPr/>
        </p:nvSpPr>
        <p:spPr bwMode="auto">
          <a:xfrm flipH="1">
            <a:off x="4537075" y="4993868"/>
            <a:ext cx="381000" cy="381000"/>
          </a:xfrm>
          <a:prstGeom prst="line">
            <a:avLst/>
          </a:prstGeom>
          <a:noFill/>
          <a:ln w="9525">
            <a:solidFill>
              <a:srgbClr val="6AAA14"/>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9" name="Rectangle 43">
            <a:extLst>
              <a:ext uri="{FF2B5EF4-FFF2-40B4-BE49-F238E27FC236}">
                <a16:creationId xmlns:a16="http://schemas.microsoft.com/office/drawing/2014/main" id="{87D4EAB2-D219-4B42-BA5D-16C9A1910C4B}"/>
              </a:ext>
            </a:extLst>
          </p:cNvPr>
          <p:cNvSpPr>
            <a:spLocks noChangeArrowheads="1"/>
          </p:cNvSpPr>
          <p:nvPr/>
        </p:nvSpPr>
        <p:spPr bwMode="auto">
          <a:xfrm>
            <a:off x="2555875" y="5527268"/>
            <a:ext cx="838200" cy="457200"/>
          </a:xfrm>
          <a:prstGeom prst="rect">
            <a:avLst/>
          </a:prstGeom>
          <a:solidFill>
            <a:schemeClr val="bg1"/>
          </a:solidFill>
          <a:ln w="9525">
            <a:solidFill>
              <a:srgbClr val="F4931E"/>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F89A60"/>
                </a:solidFill>
                <a:ea typeface="黑体" panose="02010609060101010101" pitchFamily="49" charset="-122"/>
              </a:rPr>
              <a:t>取得</a:t>
            </a:r>
            <a:r>
              <a:rPr lang="en-US" altLang="zh-CN" sz="1800">
                <a:solidFill>
                  <a:srgbClr val="F89A60"/>
                </a:solidFill>
                <a:ea typeface="黑体" panose="02010609060101010101" pitchFamily="49" charset="-122"/>
              </a:rPr>
              <a:t>A</a:t>
            </a:r>
          </a:p>
        </p:txBody>
      </p:sp>
      <p:sp>
        <p:nvSpPr>
          <p:cNvPr id="100" name="Rectangle 44">
            <a:extLst>
              <a:ext uri="{FF2B5EF4-FFF2-40B4-BE49-F238E27FC236}">
                <a16:creationId xmlns:a16="http://schemas.microsoft.com/office/drawing/2014/main" id="{148CB4AD-4FE1-4B64-964B-742726922EEB}"/>
              </a:ext>
            </a:extLst>
          </p:cNvPr>
          <p:cNvSpPr>
            <a:spLocks noChangeArrowheads="1"/>
          </p:cNvSpPr>
          <p:nvPr/>
        </p:nvSpPr>
        <p:spPr bwMode="auto">
          <a:xfrm>
            <a:off x="3851275" y="5527268"/>
            <a:ext cx="838200" cy="457200"/>
          </a:xfrm>
          <a:prstGeom prst="rect">
            <a:avLst/>
          </a:prstGeom>
          <a:solidFill>
            <a:schemeClr val="bg1"/>
          </a:solidFill>
          <a:ln w="9525">
            <a:solidFill>
              <a:srgbClr val="C753B6"/>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rgbClr val="C753B6"/>
                </a:solidFill>
                <a:ea typeface="宋体" panose="02010600030101010101" pitchFamily="2" charset="-122"/>
              </a:rPr>
              <a:t>L</a:t>
            </a:r>
            <a:endParaRPr lang="en-US" altLang="zh-CN" sz="1400" b="1">
              <a:solidFill>
                <a:srgbClr val="C753B6"/>
              </a:solidFill>
              <a:ea typeface="宋体" panose="02010600030101010101" pitchFamily="2" charset="-122"/>
            </a:endParaRPr>
          </a:p>
        </p:txBody>
      </p:sp>
      <p:sp>
        <p:nvSpPr>
          <p:cNvPr id="101" name="Rectangle 45">
            <a:extLst>
              <a:ext uri="{FF2B5EF4-FFF2-40B4-BE49-F238E27FC236}">
                <a16:creationId xmlns:a16="http://schemas.microsoft.com/office/drawing/2014/main" id="{E34D0EB8-72BA-4532-BA2A-D3A50F568B3D}"/>
              </a:ext>
            </a:extLst>
          </p:cNvPr>
          <p:cNvSpPr>
            <a:spLocks noChangeArrowheads="1"/>
          </p:cNvSpPr>
          <p:nvPr/>
        </p:nvSpPr>
        <p:spPr bwMode="auto">
          <a:xfrm>
            <a:off x="5222875" y="5527268"/>
            <a:ext cx="838200" cy="457200"/>
          </a:xfrm>
          <a:prstGeom prst="rect">
            <a:avLst/>
          </a:prstGeom>
          <a:solidFill>
            <a:schemeClr val="bg1"/>
          </a:solidFill>
          <a:ln w="9525">
            <a:solidFill>
              <a:srgbClr val="C753B6"/>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rgbClr val="C753B6"/>
                </a:solidFill>
                <a:ea typeface="宋体" panose="02010600030101010101" pitchFamily="2" charset="-122"/>
              </a:rPr>
              <a:t>M</a:t>
            </a:r>
            <a:endParaRPr lang="en-US" altLang="zh-CN" sz="1400" b="1">
              <a:solidFill>
                <a:srgbClr val="C753B6"/>
              </a:solidFill>
              <a:ea typeface="宋体" panose="02010600030101010101" pitchFamily="2" charset="-122"/>
            </a:endParaRPr>
          </a:p>
        </p:txBody>
      </p:sp>
      <p:sp>
        <p:nvSpPr>
          <p:cNvPr id="102" name="Rectangle 46">
            <a:extLst>
              <a:ext uri="{FF2B5EF4-FFF2-40B4-BE49-F238E27FC236}">
                <a16:creationId xmlns:a16="http://schemas.microsoft.com/office/drawing/2014/main" id="{8926E6DE-9DA7-4AF3-91A2-44D88F8C8D41}"/>
              </a:ext>
            </a:extLst>
          </p:cNvPr>
          <p:cNvSpPr>
            <a:spLocks noChangeArrowheads="1"/>
          </p:cNvSpPr>
          <p:nvPr/>
        </p:nvSpPr>
        <p:spPr bwMode="auto">
          <a:xfrm>
            <a:off x="6518275" y="5527268"/>
            <a:ext cx="838200" cy="457200"/>
          </a:xfrm>
          <a:prstGeom prst="rect">
            <a:avLst/>
          </a:prstGeom>
          <a:solidFill>
            <a:schemeClr val="bg1"/>
          </a:solidFill>
          <a:ln w="9525">
            <a:solidFill>
              <a:srgbClr val="C753B6"/>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rgbClr val="C753B6"/>
                </a:solidFill>
                <a:ea typeface="宋体" panose="02010600030101010101" pitchFamily="2" charset="-122"/>
              </a:rPr>
              <a:t>N</a:t>
            </a:r>
            <a:endParaRPr lang="en-US" altLang="zh-CN" sz="1400" b="1">
              <a:solidFill>
                <a:srgbClr val="C753B6"/>
              </a:solidFill>
              <a:ea typeface="宋体" panose="02010600030101010101" pitchFamily="2" charset="-122"/>
            </a:endParaRPr>
          </a:p>
        </p:txBody>
      </p:sp>
      <p:sp>
        <p:nvSpPr>
          <p:cNvPr id="103" name="Line 48">
            <a:extLst>
              <a:ext uri="{FF2B5EF4-FFF2-40B4-BE49-F238E27FC236}">
                <a16:creationId xmlns:a16="http://schemas.microsoft.com/office/drawing/2014/main" id="{313D2CE9-E658-4CA9-B118-DDDBCA7CC0B8}"/>
              </a:ext>
            </a:extLst>
          </p:cNvPr>
          <p:cNvSpPr>
            <a:spLocks noChangeShapeType="1"/>
          </p:cNvSpPr>
          <p:nvPr/>
        </p:nvSpPr>
        <p:spPr bwMode="auto">
          <a:xfrm>
            <a:off x="5984875" y="4460468"/>
            <a:ext cx="2286000" cy="1066800"/>
          </a:xfrm>
          <a:prstGeom prst="line">
            <a:avLst/>
          </a:prstGeom>
          <a:noFill/>
          <a:ln w="9525">
            <a:solidFill>
              <a:srgbClr val="7728E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49">
            <a:extLst>
              <a:ext uri="{FF2B5EF4-FFF2-40B4-BE49-F238E27FC236}">
                <a16:creationId xmlns:a16="http://schemas.microsoft.com/office/drawing/2014/main" id="{ABE6ED27-39EC-4D03-A56D-866A111367E1}"/>
              </a:ext>
            </a:extLst>
          </p:cNvPr>
          <p:cNvSpPr>
            <a:spLocks noChangeShapeType="1"/>
          </p:cNvSpPr>
          <p:nvPr/>
        </p:nvSpPr>
        <p:spPr bwMode="auto">
          <a:xfrm>
            <a:off x="5756275" y="4460468"/>
            <a:ext cx="1143000" cy="1066800"/>
          </a:xfrm>
          <a:prstGeom prst="line">
            <a:avLst/>
          </a:prstGeom>
          <a:noFill/>
          <a:ln w="12700">
            <a:solidFill>
              <a:srgbClr val="C753B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 name="Line 50">
            <a:extLst>
              <a:ext uri="{FF2B5EF4-FFF2-40B4-BE49-F238E27FC236}">
                <a16:creationId xmlns:a16="http://schemas.microsoft.com/office/drawing/2014/main" id="{18A25CC4-7088-461B-9CB8-CCC905215658}"/>
              </a:ext>
            </a:extLst>
          </p:cNvPr>
          <p:cNvSpPr>
            <a:spLocks noChangeShapeType="1"/>
          </p:cNvSpPr>
          <p:nvPr/>
        </p:nvSpPr>
        <p:spPr bwMode="auto">
          <a:xfrm flipH="1">
            <a:off x="2936875" y="4460468"/>
            <a:ext cx="2209800" cy="1066800"/>
          </a:xfrm>
          <a:prstGeom prst="line">
            <a:avLst/>
          </a:prstGeom>
          <a:noFill/>
          <a:ln w="9525">
            <a:solidFill>
              <a:srgbClr val="F4931E"/>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Line 52">
            <a:extLst>
              <a:ext uri="{FF2B5EF4-FFF2-40B4-BE49-F238E27FC236}">
                <a16:creationId xmlns:a16="http://schemas.microsoft.com/office/drawing/2014/main" id="{2DE928AD-27CF-48B7-92D1-A24EF58CF584}"/>
              </a:ext>
            </a:extLst>
          </p:cNvPr>
          <p:cNvSpPr>
            <a:spLocks noChangeShapeType="1"/>
          </p:cNvSpPr>
          <p:nvPr/>
        </p:nvSpPr>
        <p:spPr bwMode="auto">
          <a:xfrm flipH="1">
            <a:off x="3241675" y="4917668"/>
            <a:ext cx="533400" cy="304800"/>
          </a:xfrm>
          <a:prstGeom prst="line">
            <a:avLst/>
          </a:prstGeom>
          <a:noFill/>
          <a:ln w="9525">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7" name="Text Box 53">
            <a:extLst>
              <a:ext uri="{FF2B5EF4-FFF2-40B4-BE49-F238E27FC236}">
                <a16:creationId xmlns:a16="http://schemas.microsoft.com/office/drawing/2014/main" id="{7953CBC2-73D4-4C5D-BC87-71D3B815E6EB}"/>
              </a:ext>
            </a:extLst>
          </p:cNvPr>
          <p:cNvSpPr txBox="1">
            <a:spLocks noChangeArrowheads="1"/>
          </p:cNvSpPr>
          <p:nvPr/>
        </p:nvSpPr>
        <p:spPr bwMode="auto">
          <a:xfrm>
            <a:off x="3138488" y="4717643"/>
            <a:ext cx="368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chemeClr val="accent2"/>
                </a:solidFill>
                <a:ea typeface="宋体" panose="02010600030101010101" pitchFamily="2" charset="-122"/>
              </a:rPr>
              <a:t>A</a:t>
            </a:r>
          </a:p>
        </p:txBody>
      </p:sp>
      <p:sp>
        <p:nvSpPr>
          <p:cNvPr id="108" name="Line 54">
            <a:extLst>
              <a:ext uri="{FF2B5EF4-FFF2-40B4-BE49-F238E27FC236}">
                <a16:creationId xmlns:a16="http://schemas.microsoft.com/office/drawing/2014/main" id="{582BB5CD-6EAE-4E82-BC74-441CD3B8C26B}"/>
              </a:ext>
            </a:extLst>
          </p:cNvPr>
          <p:cNvSpPr>
            <a:spLocks noChangeShapeType="1"/>
          </p:cNvSpPr>
          <p:nvPr/>
        </p:nvSpPr>
        <p:spPr bwMode="auto">
          <a:xfrm>
            <a:off x="5527675" y="4841468"/>
            <a:ext cx="0" cy="533400"/>
          </a:xfrm>
          <a:prstGeom prst="line">
            <a:avLst/>
          </a:prstGeom>
          <a:noFill/>
          <a:ln w="9525">
            <a:solidFill>
              <a:srgbClr val="C753B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9" name="Line 59">
            <a:extLst>
              <a:ext uri="{FF2B5EF4-FFF2-40B4-BE49-F238E27FC236}">
                <a16:creationId xmlns:a16="http://schemas.microsoft.com/office/drawing/2014/main" id="{E00F6B29-2F90-46EC-95BC-B8BF5951D138}"/>
              </a:ext>
            </a:extLst>
          </p:cNvPr>
          <p:cNvSpPr>
            <a:spLocks noChangeShapeType="1"/>
          </p:cNvSpPr>
          <p:nvPr/>
        </p:nvSpPr>
        <p:spPr bwMode="auto">
          <a:xfrm flipH="1">
            <a:off x="5680075" y="4841468"/>
            <a:ext cx="0" cy="457200"/>
          </a:xfrm>
          <a:prstGeom prst="line">
            <a:avLst/>
          </a:prstGeom>
          <a:noFill/>
          <a:ln w="9525">
            <a:solidFill>
              <a:srgbClr val="6AAA14"/>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0" name="Line 61">
            <a:extLst>
              <a:ext uri="{FF2B5EF4-FFF2-40B4-BE49-F238E27FC236}">
                <a16:creationId xmlns:a16="http://schemas.microsoft.com/office/drawing/2014/main" id="{DF8B5674-D7D1-41FA-A0FE-345FD66B5159}"/>
              </a:ext>
            </a:extLst>
          </p:cNvPr>
          <p:cNvSpPr>
            <a:spLocks noChangeShapeType="1"/>
          </p:cNvSpPr>
          <p:nvPr/>
        </p:nvSpPr>
        <p:spPr bwMode="auto">
          <a:xfrm>
            <a:off x="6365875" y="4917668"/>
            <a:ext cx="381000" cy="381000"/>
          </a:xfrm>
          <a:prstGeom prst="line">
            <a:avLst/>
          </a:prstGeom>
          <a:noFill/>
          <a:ln w="9525">
            <a:solidFill>
              <a:srgbClr val="6AAA14"/>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1" name="Text Box 62">
            <a:extLst>
              <a:ext uri="{FF2B5EF4-FFF2-40B4-BE49-F238E27FC236}">
                <a16:creationId xmlns:a16="http://schemas.microsoft.com/office/drawing/2014/main" id="{8F0ACD1B-8390-489F-88F1-29FB53F33290}"/>
              </a:ext>
            </a:extLst>
          </p:cNvPr>
          <p:cNvSpPr txBox="1">
            <a:spLocks noChangeArrowheads="1"/>
          </p:cNvSpPr>
          <p:nvPr/>
        </p:nvSpPr>
        <p:spPr bwMode="auto">
          <a:xfrm>
            <a:off x="6594475" y="4917668"/>
            <a:ext cx="41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400" b="1">
                <a:solidFill>
                  <a:srgbClr val="C753B6"/>
                </a:solidFill>
                <a:ea typeface="宋体" panose="02010600030101010101" pitchFamily="2" charset="-122"/>
              </a:rPr>
              <a:t> </a:t>
            </a:r>
            <a:r>
              <a:rPr lang="en-US" altLang="zh-CN" sz="2000">
                <a:solidFill>
                  <a:srgbClr val="6AAA14"/>
                </a:solidFill>
                <a:ea typeface="宋体" panose="02010600030101010101" pitchFamily="2" charset="-122"/>
              </a:rPr>
              <a:t>G</a:t>
            </a:r>
          </a:p>
        </p:txBody>
      </p:sp>
      <p:sp>
        <p:nvSpPr>
          <p:cNvPr id="112" name="Text Box 63">
            <a:extLst>
              <a:ext uri="{FF2B5EF4-FFF2-40B4-BE49-F238E27FC236}">
                <a16:creationId xmlns:a16="http://schemas.microsoft.com/office/drawing/2014/main" id="{063C889D-4702-4731-9407-54EDC8DE3309}"/>
              </a:ext>
            </a:extLst>
          </p:cNvPr>
          <p:cNvSpPr txBox="1">
            <a:spLocks noChangeArrowheads="1"/>
          </p:cNvSpPr>
          <p:nvPr/>
        </p:nvSpPr>
        <p:spPr bwMode="auto">
          <a:xfrm>
            <a:off x="7356475" y="4612868"/>
            <a:ext cx="388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rgbClr val="7728EA"/>
                </a:solidFill>
                <a:ea typeface="宋体" panose="02010600030101010101" pitchFamily="2" charset="-122"/>
              </a:rPr>
              <a:t>H</a:t>
            </a:r>
          </a:p>
        </p:txBody>
      </p:sp>
      <p:sp>
        <p:nvSpPr>
          <p:cNvPr id="113" name="Text Box 65">
            <a:extLst>
              <a:ext uri="{FF2B5EF4-FFF2-40B4-BE49-F238E27FC236}">
                <a16:creationId xmlns:a16="http://schemas.microsoft.com/office/drawing/2014/main" id="{F24D80D0-8CBF-46F1-BF09-B026F0D00FEA}"/>
              </a:ext>
            </a:extLst>
          </p:cNvPr>
          <p:cNvSpPr txBox="1">
            <a:spLocks noChangeArrowheads="1"/>
          </p:cNvSpPr>
          <p:nvPr/>
        </p:nvSpPr>
        <p:spPr bwMode="auto">
          <a:xfrm>
            <a:off x="4695825" y="4536668"/>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chemeClr val="accent2"/>
                </a:solidFill>
                <a:ea typeface="宋体" panose="02010600030101010101" pitchFamily="2" charset="-122"/>
              </a:rPr>
              <a:t>B</a:t>
            </a:r>
          </a:p>
        </p:txBody>
      </p:sp>
      <p:sp>
        <p:nvSpPr>
          <p:cNvPr id="114" name="Text Box 66">
            <a:extLst>
              <a:ext uri="{FF2B5EF4-FFF2-40B4-BE49-F238E27FC236}">
                <a16:creationId xmlns:a16="http://schemas.microsoft.com/office/drawing/2014/main" id="{0A0DEAEF-5C0A-48D4-B7B0-7D1766A95531}"/>
              </a:ext>
            </a:extLst>
          </p:cNvPr>
          <p:cNvSpPr txBox="1">
            <a:spLocks noChangeArrowheads="1"/>
          </p:cNvSpPr>
          <p:nvPr/>
        </p:nvSpPr>
        <p:spPr bwMode="auto">
          <a:xfrm>
            <a:off x="4689475" y="5146268"/>
            <a:ext cx="339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chemeClr val="accent2"/>
                </a:solidFill>
                <a:ea typeface="宋体" panose="02010600030101010101" pitchFamily="2" charset="-122"/>
              </a:rPr>
              <a:t>E</a:t>
            </a:r>
          </a:p>
        </p:txBody>
      </p:sp>
      <p:sp>
        <p:nvSpPr>
          <p:cNvPr id="115" name="Text Box 67">
            <a:extLst>
              <a:ext uri="{FF2B5EF4-FFF2-40B4-BE49-F238E27FC236}">
                <a16:creationId xmlns:a16="http://schemas.microsoft.com/office/drawing/2014/main" id="{8AAE24D1-D8DF-48A3-8BF1-43BC84E1B88A}"/>
              </a:ext>
            </a:extLst>
          </p:cNvPr>
          <p:cNvSpPr txBox="1">
            <a:spLocks noChangeArrowheads="1"/>
          </p:cNvSpPr>
          <p:nvPr/>
        </p:nvSpPr>
        <p:spPr bwMode="auto">
          <a:xfrm>
            <a:off x="5299075" y="4536668"/>
            <a:ext cx="354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chemeClr val="accent2"/>
                </a:solidFill>
                <a:ea typeface="宋体" panose="02010600030101010101" pitchFamily="2" charset="-122"/>
              </a:rPr>
              <a:t>C</a:t>
            </a:r>
          </a:p>
        </p:txBody>
      </p:sp>
      <p:sp>
        <p:nvSpPr>
          <p:cNvPr id="116" name="Text Box 68">
            <a:extLst>
              <a:ext uri="{FF2B5EF4-FFF2-40B4-BE49-F238E27FC236}">
                <a16:creationId xmlns:a16="http://schemas.microsoft.com/office/drawing/2014/main" id="{F014B44D-9A18-4039-8C4C-E67EBF3982F7}"/>
              </a:ext>
            </a:extLst>
          </p:cNvPr>
          <p:cNvSpPr txBox="1">
            <a:spLocks noChangeArrowheads="1"/>
          </p:cNvSpPr>
          <p:nvPr/>
        </p:nvSpPr>
        <p:spPr bwMode="auto">
          <a:xfrm>
            <a:off x="5694363" y="5070068"/>
            <a:ext cx="32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a:solidFill>
                  <a:schemeClr val="accent2"/>
                </a:solidFill>
                <a:ea typeface="宋体" panose="02010600030101010101" pitchFamily="2" charset="-122"/>
              </a:rPr>
              <a:t>F</a:t>
            </a:r>
          </a:p>
        </p:txBody>
      </p:sp>
      <p:sp>
        <p:nvSpPr>
          <p:cNvPr id="117" name="Line 69">
            <a:extLst>
              <a:ext uri="{FF2B5EF4-FFF2-40B4-BE49-F238E27FC236}">
                <a16:creationId xmlns:a16="http://schemas.microsoft.com/office/drawing/2014/main" id="{D138EC4E-3529-4F47-9D60-7F7500B0B932}"/>
              </a:ext>
            </a:extLst>
          </p:cNvPr>
          <p:cNvSpPr>
            <a:spLocks noChangeShapeType="1"/>
          </p:cNvSpPr>
          <p:nvPr/>
        </p:nvSpPr>
        <p:spPr bwMode="auto">
          <a:xfrm>
            <a:off x="6137275" y="4917668"/>
            <a:ext cx="457200" cy="457200"/>
          </a:xfrm>
          <a:prstGeom prst="line">
            <a:avLst/>
          </a:prstGeom>
          <a:noFill/>
          <a:ln w="9525">
            <a:solidFill>
              <a:srgbClr val="7728E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8" name="Text Box 70">
            <a:extLst>
              <a:ext uri="{FF2B5EF4-FFF2-40B4-BE49-F238E27FC236}">
                <a16:creationId xmlns:a16="http://schemas.microsoft.com/office/drawing/2014/main" id="{B0184B0B-CE05-4789-95A8-1C0CE60F145F}"/>
              </a:ext>
            </a:extLst>
          </p:cNvPr>
          <p:cNvSpPr txBox="1">
            <a:spLocks noChangeArrowheads="1"/>
          </p:cNvSpPr>
          <p:nvPr/>
        </p:nvSpPr>
        <p:spPr bwMode="auto">
          <a:xfrm>
            <a:off x="5603875" y="4536668"/>
            <a:ext cx="412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400" b="1">
                <a:solidFill>
                  <a:srgbClr val="C753B6"/>
                </a:solidFill>
                <a:ea typeface="宋体" panose="02010600030101010101" pitchFamily="2" charset="-122"/>
              </a:rPr>
              <a:t> </a:t>
            </a:r>
            <a:r>
              <a:rPr lang="en-US" altLang="zh-CN" sz="2000">
                <a:solidFill>
                  <a:srgbClr val="6AAA14"/>
                </a:solidFill>
                <a:ea typeface="宋体" panose="02010600030101010101" pitchFamily="2" charset="-122"/>
              </a:rPr>
              <a:t>D</a:t>
            </a:r>
          </a:p>
        </p:txBody>
      </p:sp>
      <p:sp>
        <p:nvSpPr>
          <p:cNvPr id="119" name="AutoShape 71">
            <a:extLst>
              <a:ext uri="{FF2B5EF4-FFF2-40B4-BE49-F238E27FC236}">
                <a16:creationId xmlns:a16="http://schemas.microsoft.com/office/drawing/2014/main" id="{A11EC2FD-2745-41EB-8D2C-55B2697E721B}"/>
              </a:ext>
            </a:extLst>
          </p:cNvPr>
          <p:cNvSpPr>
            <a:spLocks noChangeArrowheads="1"/>
          </p:cNvSpPr>
          <p:nvPr/>
        </p:nvSpPr>
        <p:spPr bwMode="auto">
          <a:xfrm>
            <a:off x="5375275" y="4308068"/>
            <a:ext cx="381000" cy="304800"/>
          </a:xfrm>
          <a:prstGeom prst="flowChartDecision">
            <a:avLst/>
          </a:prstGeom>
          <a:solidFill>
            <a:srgbClr val="70E5E8"/>
          </a:solidFill>
          <a:ln w="9525">
            <a:solidFill>
              <a:srgbClr val="91D880"/>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120" name="Line 72">
            <a:extLst>
              <a:ext uri="{FF2B5EF4-FFF2-40B4-BE49-F238E27FC236}">
                <a16:creationId xmlns:a16="http://schemas.microsoft.com/office/drawing/2014/main" id="{349C2F84-6322-4537-B6EC-265CC122D937}"/>
              </a:ext>
            </a:extLst>
          </p:cNvPr>
          <p:cNvSpPr>
            <a:spLocks noChangeShapeType="1"/>
          </p:cNvSpPr>
          <p:nvPr/>
        </p:nvSpPr>
        <p:spPr bwMode="auto">
          <a:xfrm>
            <a:off x="5603875" y="3241268"/>
            <a:ext cx="0" cy="381000"/>
          </a:xfrm>
          <a:prstGeom prst="line">
            <a:avLst/>
          </a:prstGeom>
          <a:noFill/>
          <a:ln w="57150">
            <a:solidFill>
              <a:srgbClr val="91D8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1431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slide(fromTop)">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92"/>
                                        </p:tgtEl>
                                        <p:attrNameLst>
                                          <p:attrName>style.visibility</p:attrName>
                                        </p:attrNameLst>
                                      </p:cBhvr>
                                      <p:to>
                                        <p:strVal val="visible"/>
                                      </p:to>
                                    </p:set>
                                    <p:anim calcmode="lin" valueType="num">
                                      <p:cBhvr>
                                        <p:cTn id="12" dur="500" fill="hold"/>
                                        <p:tgtEl>
                                          <p:spTgt spid="92"/>
                                        </p:tgtEl>
                                        <p:attrNameLst>
                                          <p:attrName>ppt_w</p:attrName>
                                        </p:attrNameLst>
                                      </p:cBhvr>
                                      <p:tavLst>
                                        <p:tav tm="0">
                                          <p:val>
                                            <p:fltVal val="0"/>
                                          </p:val>
                                        </p:tav>
                                        <p:tav tm="100000">
                                          <p:val>
                                            <p:strVal val="#ppt_w"/>
                                          </p:val>
                                        </p:tav>
                                      </p:tavLst>
                                    </p:anim>
                                    <p:anim calcmode="lin" valueType="num">
                                      <p:cBhvr>
                                        <p:cTn id="13" dur="500" fill="hold"/>
                                        <p:tgtEl>
                                          <p:spTgt spid="9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nodeType="clickEffect">
                                  <p:stCondLst>
                                    <p:cond delay="0"/>
                                  </p:stCondLst>
                                  <p:childTnLst>
                                    <p:set>
                                      <p:cBhvr>
                                        <p:cTn id="17" dur="1" fill="hold">
                                          <p:stCondLst>
                                            <p:cond delay="0"/>
                                          </p:stCondLst>
                                        </p:cTn>
                                        <p:tgtEl>
                                          <p:spTgt spid="105"/>
                                        </p:tgtEl>
                                        <p:attrNameLst>
                                          <p:attrName>style.visibility</p:attrName>
                                        </p:attrNameLst>
                                      </p:cBhvr>
                                      <p:to>
                                        <p:strVal val="visible"/>
                                      </p:to>
                                    </p:set>
                                    <p:animEffect transition="in" filter="slide(fromTop)">
                                      <p:cBhvr>
                                        <p:cTn id="18" dur="500"/>
                                        <p:tgtEl>
                                          <p:spTgt spid="105"/>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99"/>
                                        </p:tgtEl>
                                        <p:attrNameLst>
                                          <p:attrName>style.visibility</p:attrName>
                                        </p:attrNameLst>
                                      </p:cBhvr>
                                      <p:to>
                                        <p:strVal val="visible"/>
                                      </p:to>
                                    </p:set>
                                    <p:anim calcmode="lin" valueType="num">
                                      <p:cBhvr>
                                        <p:cTn id="23" dur="500" fill="hold"/>
                                        <p:tgtEl>
                                          <p:spTgt spid="99"/>
                                        </p:tgtEl>
                                        <p:attrNameLst>
                                          <p:attrName>ppt_w</p:attrName>
                                        </p:attrNameLst>
                                      </p:cBhvr>
                                      <p:tavLst>
                                        <p:tav tm="0">
                                          <p:val>
                                            <p:fltVal val="0"/>
                                          </p:val>
                                        </p:tav>
                                        <p:tav tm="100000">
                                          <p:val>
                                            <p:strVal val="#ppt_w"/>
                                          </p:val>
                                        </p:tav>
                                      </p:tavLst>
                                    </p:anim>
                                    <p:anim calcmode="lin" valueType="num">
                                      <p:cBhvr>
                                        <p:cTn id="24" dur="500" fill="hold"/>
                                        <p:tgtEl>
                                          <p:spTgt spid="99"/>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2" presetClass="entr" presetSubtype="1" fill="hold" nodeType="clickEffect">
                                  <p:stCondLst>
                                    <p:cond delay="0"/>
                                  </p:stCondLst>
                                  <p:childTnLst>
                                    <p:set>
                                      <p:cBhvr>
                                        <p:cTn id="28" dur="1" fill="hold">
                                          <p:stCondLst>
                                            <p:cond delay="0"/>
                                          </p:stCondLst>
                                        </p:cTn>
                                        <p:tgtEl>
                                          <p:spTgt spid="106"/>
                                        </p:tgtEl>
                                        <p:attrNameLst>
                                          <p:attrName>style.visibility</p:attrName>
                                        </p:attrNameLst>
                                      </p:cBhvr>
                                      <p:to>
                                        <p:strVal val="visible"/>
                                      </p:to>
                                    </p:set>
                                    <p:animEffect transition="in" filter="slide(fromTop)">
                                      <p:cBhvr>
                                        <p:cTn id="29" dur="500"/>
                                        <p:tgtEl>
                                          <p:spTgt spid="106"/>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107"/>
                                        </p:tgtEl>
                                        <p:attrNameLst>
                                          <p:attrName>style.visibility</p:attrName>
                                        </p:attrNameLst>
                                      </p:cBhvr>
                                      <p:to>
                                        <p:strVal val="visible"/>
                                      </p:to>
                                    </p:set>
                                    <p:anim calcmode="lin" valueType="num">
                                      <p:cBhvr>
                                        <p:cTn id="34" dur="500" fill="hold"/>
                                        <p:tgtEl>
                                          <p:spTgt spid="107"/>
                                        </p:tgtEl>
                                        <p:attrNameLst>
                                          <p:attrName>ppt_w</p:attrName>
                                        </p:attrNameLst>
                                      </p:cBhvr>
                                      <p:tavLst>
                                        <p:tav tm="0">
                                          <p:val>
                                            <p:fltVal val="0"/>
                                          </p:val>
                                        </p:tav>
                                        <p:tav tm="100000">
                                          <p:val>
                                            <p:strVal val="#ppt_w"/>
                                          </p:val>
                                        </p:tav>
                                      </p:tavLst>
                                    </p:anim>
                                    <p:anim calcmode="lin" valueType="num">
                                      <p:cBhvr>
                                        <p:cTn id="35" dur="500" fill="hold"/>
                                        <p:tgtEl>
                                          <p:spTgt spid="107"/>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100"/>
                                        </p:tgtEl>
                                        <p:attrNameLst>
                                          <p:attrName>style.visibility</p:attrName>
                                        </p:attrNameLst>
                                      </p:cBhvr>
                                      <p:to>
                                        <p:strVal val="visible"/>
                                      </p:to>
                                    </p:set>
                                    <p:anim calcmode="lin" valueType="num">
                                      <p:cBhvr>
                                        <p:cTn id="40" dur="500" fill="hold"/>
                                        <p:tgtEl>
                                          <p:spTgt spid="100"/>
                                        </p:tgtEl>
                                        <p:attrNameLst>
                                          <p:attrName>ppt_w</p:attrName>
                                        </p:attrNameLst>
                                      </p:cBhvr>
                                      <p:tavLst>
                                        <p:tav tm="0">
                                          <p:val>
                                            <p:fltVal val="0"/>
                                          </p:val>
                                        </p:tav>
                                        <p:tav tm="100000">
                                          <p:val>
                                            <p:strVal val="#ppt_w"/>
                                          </p:val>
                                        </p:tav>
                                      </p:tavLst>
                                    </p:anim>
                                    <p:anim calcmode="lin" valueType="num">
                                      <p:cBhvr>
                                        <p:cTn id="41" dur="500" fill="hold"/>
                                        <p:tgtEl>
                                          <p:spTgt spid="100"/>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101"/>
                                        </p:tgtEl>
                                        <p:attrNameLst>
                                          <p:attrName>style.visibility</p:attrName>
                                        </p:attrNameLst>
                                      </p:cBhvr>
                                      <p:to>
                                        <p:strVal val="visible"/>
                                      </p:to>
                                    </p:set>
                                    <p:anim calcmode="lin" valueType="num">
                                      <p:cBhvr>
                                        <p:cTn id="46" dur="500" fill="hold"/>
                                        <p:tgtEl>
                                          <p:spTgt spid="101"/>
                                        </p:tgtEl>
                                        <p:attrNameLst>
                                          <p:attrName>ppt_w</p:attrName>
                                        </p:attrNameLst>
                                      </p:cBhvr>
                                      <p:tavLst>
                                        <p:tav tm="0">
                                          <p:val>
                                            <p:fltVal val="0"/>
                                          </p:val>
                                        </p:tav>
                                        <p:tav tm="100000">
                                          <p:val>
                                            <p:strVal val="#ppt_w"/>
                                          </p:val>
                                        </p:tav>
                                      </p:tavLst>
                                    </p:anim>
                                    <p:anim calcmode="lin" valueType="num">
                                      <p:cBhvr>
                                        <p:cTn id="47" dur="500" fill="hold"/>
                                        <p:tgtEl>
                                          <p:spTgt spid="101"/>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02"/>
                                        </p:tgtEl>
                                        <p:attrNameLst>
                                          <p:attrName>style.visibility</p:attrName>
                                        </p:attrNameLst>
                                      </p:cBhvr>
                                      <p:to>
                                        <p:strVal val="visible"/>
                                      </p:to>
                                    </p:set>
                                    <p:anim calcmode="lin" valueType="num">
                                      <p:cBhvr>
                                        <p:cTn id="52" dur="500" fill="hold"/>
                                        <p:tgtEl>
                                          <p:spTgt spid="102"/>
                                        </p:tgtEl>
                                        <p:attrNameLst>
                                          <p:attrName>ppt_w</p:attrName>
                                        </p:attrNameLst>
                                      </p:cBhvr>
                                      <p:tavLst>
                                        <p:tav tm="0">
                                          <p:val>
                                            <p:fltVal val="0"/>
                                          </p:val>
                                        </p:tav>
                                        <p:tav tm="100000">
                                          <p:val>
                                            <p:strVal val="#ppt_w"/>
                                          </p:val>
                                        </p:tav>
                                      </p:tavLst>
                                    </p:anim>
                                    <p:anim calcmode="lin" valueType="num">
                                      <p:cBhvr>
                                        <p:cTn id="53" dur="500" fill="hold"/>
                                        <p:tgtEl>
                                          <p:spTgt spid="102"/>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19"/>
                                        </p:tgtEl>
                                        <p:attrNameLst>
                                          <p:attrName>style.visibility</p:attrName>
                                        </p:attrNameLst>
                                      </p:cBhvr>
                                      <p:to>
                                        <p:strVal val="visible"/>
                                      </p:to>
                                    </p:set>
                                    <p:animEffect transition="in" filter="dissolve">
                                      <p:cBhvr>
                                        <p:cTn id="58" dur="500"/>
                                        <p:tgtEl>
                                          <p:spTgt spid="119"/>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1" fill="hold" nodeType="clickEffect">
                                  <p:stCondLst>
                                    <p:cond delay="0"/>
                                  </p:stCondLst>
                                  <p:childTnLst>
                                    <p:set>
                                      <p:cBhvr>
                                        <p:cTn id="62" dur="1" fill="hold">
                                          <p:stCondLst>
                                            <p:cond delay="0"/>
                                          </p:stCondLst>
                                        </p:cTn>
                                        <p:tgtEl>
                                          <p:spTgt spid="95"/>
                                        </p:tgtEl>
                                        <p:attrNameLst>
                                          <p:attrName>style.visibility</p:attrName>
                                        </p:attrNameLst>
                                      </p:cBhvr>
                                      <p:to>
                                        <p:strVal val="visible"/>
                                      </p:to>
                                    </p:set>
                                    <p:animEffect transition="in" filter="slide(fromTop)">
                                      <p:cBhvr>
                                        <p:cTn id="63" dur="500"/>
                                        <p:tgtEl>
                                          <p:spTgt spid="95"/>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1" fill="hold" nodeType="clickEffect">
                                  <p:stCondLst>
                                    <p:cond delay="0"/>
                                  </p:stCondLst>
                                  <p:childTnLst>
                                    <p:set>
                                      <p:cBhvr>
                                        <p:cTn id="67" dur="1" fill="hold">
                                          <p:stCondLst>
                                            <p:cond delay="0"/>
                                          </p:stCondLst>
                                        </p:cTn>
                                        <p:tgtEl>
                                          <p:spTgt spid="96"/>
                                        </p:tgtEl>
                                        <p:attrNameLst>
                                          <p:attrName>style.visibility</p:attrName>
                                        </p:attrNameLst>
                                      </p:cBhvr>
                                      <p:to>
                                        <p:strVal val="visible"/>
                                      </p:to>
                                    </p:set>
                                    <p:animEffect transition="in" filter="slide(fromTop)">
                                      <p:cBhvr>
                                        <p:cTn id="68" dur="500"/>
                                        <p:tgtEl>
                                          <p:spTgt spid="96"/>
                                        </p:tgtEl>
                                      </p:cBhvr>
                                    </p:animEffect>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113"/>
                                        </p:tgtEl>
                                        <p:attrNameLst>
                                          <p:attrName>style.visibility</p:attrName>
                                        </p:attrNameLst>
                                      </p:cBhvr>
                                      <p:to>
                                        <p:strVal val="visible"/>
                                      </p:to>
                                    </p:set>
                                    <p:anim calcmode="lin" valueType="num">
                                      <p:cBhvr>
                                        <p:cTn id="73" dur="500" fill="hold"/>
                                        <p:tgtEl>
                                          <p:spTgt spid="113"/>
                                        </p:tgtEl>
                                        <p:attrNameLst>
                                          <p:attrName>ppt_w</p:attrName>
                                        </p:attrNameLst>
                                      </p:cBhvr>
                                      <p:tavLst>
                                        <p:tav tm="0">
                                          <p:val>
                                            <p:fltVal val="0"/>
                                          </p:val>
                                        </p:tav>
                                        <p:tav tm="100000">
                                          <p:val>
                                            <p:strVal val="#ppt_w"/>
                                          </p:val>
                                        </p:tav>
                                      </p:tavLst>
                                    </p:anim>
                                    <p:anim calcmode="lin" valueType="num">
                                      <p:cBhvr>
                                        <p:cTn id="74" dur="500" fill="hold"/>
                                        <p:tgtEl>
                                          <p:spTgt spid="113"/>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2" presetClass="entr" presetSubtype="1" fill="hold" nodeType="clickEffect">
                                  <p:stCondLst>
                                    <p:cond delay="0"/>
                                  </p:stCondLst>
                                  <p:childTnLst>
                                    <p:set>
                                      <p:cBhvr>
                                        <p:cTn id="78" dur="1" fill="hold">
                                          <p:stCondLst>
                                            <p:cond delay="0"/>
                                          </p:stCondLst>
                                        </p:cTn>
                                        <p:tgtEl>
                                          <p:spTgt spid="98"/>
                                        </p:tgtEl>
                                        <p:attrNameLst>
                                          <p:attrName>style.visibility</p:attrName>
                                        </p:attrNameLst>
                                      </p:cBhvr>
                                      <p:to>
                                        <p:strVal val="visible"/>
                                      </p:to>
                                    </p:set>
                                    <p:animEffect transition="in" filter="slide(fromTop)">
                                      <p:cBhvr>
                                        <p:cTn id="79" dur="500"/>
                                        <p:tgtEl>
                                          <p:spTgt spid="98"/>
                                        </p:tgtEl>
                                      </p:cBhvr>
                                    </p:animEffect>
                                  </p:childTnLst>
                                </p:cTn>
                              </p:par>
                            </p:childTnLst>
                          </p:cTn>
                        </p:par>
                      </p:childTnLst>
                    </p:cTn>
                  </p:par>
                  <p:par>
                    <p:cTn id="80" fill="hold">
                      <p:stCondLst>
                        <p:cond delay="indefinite"/>
                      </p:stCondLst>
                      <p:childTnLst>
                        <p:par>
                          <p:cTn id="81" fill="hold">
                            <p:stCondLst>
                              <p:cond delay="0"/>
                            </p:stCondLst>
                            <p:childTnLst>
                              <p:par>
                                <p:cTn id="82" presetID="23" presetClass="entr" presetSubtype="16" fill="hold" grpId="0" nodeType="clickEffect">
                                  <p:stCondLst>
                                    <p:cond delay="0"/>
                                  </p:stCondLst>
                                  <p:childTnLst>
                                    <p:set>
                                      <p:cBhvr>
                                        <p:cTn id="83" dur="1" fill="hold">
                                          <p:stCondLst>
                                            <p:cond delay="0"/>
                                          </p:stCondLst>
                                        </p:cTn>
                                        <p:tgtEl>
                                          <p:spTgt spid="114"/>
                                        </p:tgtEl>
                                        <p:attrNameLst>
                                          <p:attrName>style.visibility</p:attrName>
                                        </p:attrNameLst>
                                      </p:cBhvr>
                                      <p:to>
                                        <p:strVal val="visible"/>
                                      </p:to>
                                    </p:set>
                                    <p:anim calcmode="lin" valueType="num">
                                      <p:cBhvr>
                                        <p:cTn id="84" dur="500" fill="hold"/>
                                        <p:tgtEl>
                                          <p:spTgt spid="114"/>
                                        </p:tgtEl>
                                        <p:attrNameLst>
                                          <p:attrName>ppt_w</p:attrName>
                                        </p:attrNameLst>
                                      </p:cBhvr>
                                      <p:tavLst>
                                        <p:tav tm="0">
                                          <p:val>
                                            <p:fltVal val="0"/>
                                          </p:val>
                                        </p:tav>
                                        <p:tav tm="100000">
                                          <p:val>
                                            <p:strVal val="#ppt_w"/>
                                          </p:val>
                                        </p:tav>
                                      </p:tavLst>
                                    </p:anim>
                                    <p:anim calcmode="lin" valueType="num">
                                      <p:cBhvr>
                                        <p:cTn id="85" dur="500" fill="hold"/>
                                        <p:tgtEl>
                                          <p:spTgt spid="114"/>
                                        </p:tgtEl>
                                        <p:attrNameLst>
                                          <p:attrName>ppt_h</p:attrName>
                                        </p:attrNameLst>
                                      </p:cBhvr>
                                      <p:tavLst>
                                        <p:tav tm="0">
                                          <p:val>
                                            <p:fltVal val="0"/>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12" presetClass="entr" presetSubtype="1" fill="hold" nodeType="clickEffect">
                                  <p:stCondLst>
                                    <p:cond delay="0"/>
                                  </p:stCondLst>
                                  <p:childTnLst>
                                    <p:set>
                                      <p:cBhvr>
                                        <p:cTn id="89" dur="1" fill="hold">
                                          <p:stCondLst>
                                            <p:cond delay="0"/>
                                          </p:stCondLst>
                                        </p:cTn>
                                        <p:tgtEl>
                                          <p:spTgt spid="94"/>
                                        </p:tgtEl>
                                        <p:attrNameLst>
                                          <p:attrName>style.visibility</p:attrName>
                                        </p:attrNameLst>
                                      </p:cBhvr>
                                      <p:to>
                                        <p:strVal val="visible"/>
                                      </p:to>
                                    </p:set>
                                    <p:animEffect transition="in" filter="slide(fromTop)">
                                      <p:cBhvr>
                                        <p:cTn id="90" dur="500"/>
                                        <p:tgtEl>
                                          <p:spTgt spid="94"/>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1" fill="hold" nodeType="clickEffect">
                                  <p:stCondLst>
                                    <p:cond delay="0"/>
                                  </p:stCondLst>
                                  <p:childTnLst>
                                    <p:set>
                                      <p:cBhvr>
                                        <p:cTn id="94" dur="1" fill="hold">
                                          <p:stCondLst>
                                            <p:cond delay="0"/>
                                          </p:stCondLst>
                                        </p:cTn>
                                        <p:tgtEl>
                                          <p:spTgt spid="108"/>
                                        </p:tgtEl>
                                        <p:attrNameLst>
                                          <p:attrName>style.visibility</p:attrName>
                                        </p:attrNameLst>
                                      </p:cBhvr>
                                      <p:to>
                                        <p:strVal val="visible"/>
                                      </p:to>
                                    </p:set>
                                    <p:animEffect transition="in" filter="slide(fromTop)">
                                      <p:cBhvr>
                                        <p:cTn id="95" dur="500"/>
                                        <p:tgtEl>
                                          <p:spTgt spid="108"/>
                                        </p:tgtEl>
                                      </p:cBhvr>
                                    </p:animEffect>
                                  </p:childTnLst>
                                </p:cTn>
                              </p:par>
                            </p:childTnLst>
                          </p:cTn>
                        </p:par>
                      </p:childTnLst>
                    </p:cTn>
                  </p:par>
                  <p:par>
                    <p:cTn id="96" fill="hold">
                      <p:stCondLst>
                        <p:cond delay="indefinite"/>
                      </p:stCondLst>
                      <p:childTnLst>
                        <p:par>
                          <p:cTn id="97" fill="hold">
                            <p:stCondLst>
                              <p:cond delay="0"/>
                            </p:stCondLst>
                            <p:childTnLst>
                              <p:par>
                                <p:cTn id="98" presetID="23" presetClass="entr" presetSubtype="16" fill="hold" grpId="0" nodeType="clickEffect">
                                  <p:stCondLst>
                                    <p:cond delay="0"/>
                                  </p:stCondLst>
                                  <p:childTnLst>
                                    <p:set>
                                      <p:cBhvr>
                                        <p:cTn id="99" dur="1" fill="hold">
                                          <p:stCondLst>
                                            <p:cond delay="0"/>
                                          </p:stCondLst>
                                        </p:cTn>
                                        <p:tgtEl>
                                          <p:spTgt spid="115"/>
                                        </p:tgtEl>
                                        <p:attrNameLst>
                                          <p:attrName>style.visibility</p:attrName>
                                        </p:attrNameLst>
                                      </p:cBhvr>
                                      <p:to>
                                        <p:strVal val="visible"/>
                                      </p:to>
                                    </p:set>
                                    <p:anim calcmode="lin" valueType="num">
                                      <p:cBhvr>
                                        <p:cTn id="100" dur="500" fill="hold"/>
                                        <p:tgtEl>
                                          <p:spTgt spid="115"/>
                                        </p:tgtEl>
                                        <p:attrNameLst>
                                          <p:attrName>ppt_w</p:attrName>
                                        </p:attrNameLst>
                                      </p:cBhvr>
                                      <p:tavLst>
                                        <p:tav tm="0">
                                          <p:val>
                                            <p:fltVal val="0"/>
                                          </p:val>
                                        </p:tav>
                                        <p:tav tm="100000">
                                          <p:val>
                                            <p:strVal val="#ppt_w"/>
                                          </p:val>
                                        </p:tav>
                                      </p:tavLst>
                                    </p:anim>
                                    <p:anim calcmode="lin" valueType="num">
                                      <p:cBhvr>
                                        <p:cTn id="101" dur="500" fill="hold"/>
                                        <p:tgtEl>
                                          <p:spTgt spid="115"/>
                                        </p:tgtEl>
                                        <p:attrNameLst>
                                          <p:attrName>ppt_h</p:attrName>
                                        </p:attrNameLst>
                                      </p:cBhvr>
                                      <p:tavLst>
                                        <p:tav tm="0">
                                          <p:val>
                                            <p:fltVal val="0"/>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12" presetClass="entr" presetSubtype="1" fill="hold" nodeType="clickEffect">
                                  <p:stCondLst>
                                    <p:cond delay="0"/>
                                  </p:stCondLst>
                                  <p:childTnLst>
                                    <p:set>
                                      <p:cBhvr>
                                        <p:cTn id="105" dur="1" fill="hold">
                                          <p:stCondLst>
                                            <p:cond delay="0"/>
                                          </p:stCondLst>
                                        </p:cTn>
                                        <p:tgtEl>
                                          <p:spTgt spid="109"/>
                                        </p:tgtEl>
                                        <p:attrNameLst>
                                          <p:attrName>style.visibility</p:attrName>
                                        </p:attrNameLst>
                                      </p:cBhvr>
                                      <p:to>
                                        <p:strVal val="visible"/>
                                      </p:to>
                                    </p:set>
                                    <p:animEffect transition="in" filter="slide(fromTop)">
                                      <p:cBhvr>
                                        <p:cTn id="106" dur="500"/>
                                        <p:tgtEl>
                                          <p:spTgt spid="109"/>
                                        </p:tgtEl>
                                      </p:cBhvr>
                                    </p:animEffect>
                                  </p:childTnLst>
                                </p:cTn>
                              </p:par>
                            </p:childTnLst>
                          </p:cTn>
                        </p:par>
                      </p:childTnLst>
                    </p:cTn>
                  </p:par>
                  <p:par>
                    <p:cTn id="107" fill="hold">
                      <p:stCondLst>
                        <p:cond delay="indefinite"/>
                      </p:stCondLst>
                      <p:childTnLst>
                        <p:par>
                          <p:cTn id="108" fill="hold">
                            <p:stCondLst>
                              <p:cond delay="0"/>
                            </p:stCondLst>
                            <p:childTnLst>
                              <p:par>
                                <p:cTn id="109" presetID="23" presetClass="entr" presetSubtype="16" fill="hold" grpId="0" nodeType="clickEffect">
                                  <p:stCondLst>
                                    <p:cond delay="0"/>
                                  </p:stCondLst>
                                  <p:childTnLst>
                                    <p:set>
                                      <p:cBhvr>
                                        <p:cTn id="110" dur="1" fill="hold">
                                          <p:stCondLst>
                                            <p:cond delay="0"/>
                                          </p:stCondLst>
                                        </p:cTn>
                                        <p:tgtEl>
                                          <p:spTgt spid="116"/>
                                        </p:tgtEl>
                                        <p:attrNameLst>
                                          <p:attrName>style.visibility</p:attrName>
                                        </p:attrNameLst>
                                      </p:cBhvr>
                                      <p:to>
                                        <p:strVal val="visible"/>
                                      </p:to>
                                    </p:set>
                                    <p:anim calcmode="lin" valueType="num">
                                      <p:cBhvr>
                                        <p:cTn id="111" dur="500" fill="hold"/>
                                        <p:tgtEl>
                                          <p:spTgt spid="116"/>
                                        </p:tgtEl>
                                        <p:attrNameLst>
                                          <p:attrName>ppt_w</p:attrName>
                                        </p:attrNameLst>
                                      </p:cBhvr>
                                      <p:tavLst>
                                        <p:tav tm="0">
                                          <p:val>
                                            <p:fltVal val="0"/>
                                          </p:val>
                                        </p:tav>
                                        <p:tav tm="100000">
                                          <p:val>
                                            <p:strVal val="#ppt_w"/>
                                          </p:val>
                                        </p:tav>
                                      </p:tavLst>
                                    </p:anim>
                                    <p:anim calcmode="lin" valueType="num">
                                      <p:cBhvr>
                                        <p:cTn id="112" dur="500" fill="hold"/>
                                        <p:tgtEl>
                                          <p:spTgt spid="116"/>
                                        </p:tgtEl>
                                        <p:attrNameLst>
                                          <p:attrName>ppt_h</p:attrName>
                                        </p:attrNameLst>
                                      </p:cBhvr>
                                      <p:tavLst>
                                        <p:tav tm="0">
                                          <p:val>
                                            <p:fltVal val="0"/>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12" presetClass="entr" presetSubtype="1" fill="hold" nodeType="clickEffect">
                                  <p:stCondLst>
                                    <p:cond delay="0"/>
                                  </p:stCondLst>
                                  <p:childTnLst>
                                    <p:set>
                                      <p:cBhvr>
                                        <p:cTn id="116" dur="1" fill="hold">
                                          <p:stCondLst>
                                            <p:cond delay="0"/>
                                          </p:stCondLst>
                                        </p:cTn>
                                        <p:tgtEl>
                                          <p:spTgt spid="104"/>
                                        </p:tgtEl>
                                        <p:attrNameLst>
                                          <p:attrName>style.visibility</p:attrName>
                                        </p:attrNameLst>
                                      </p:cBhvr>
                                      <p:to>
                                        <p:strVal val="visible"/>
                                      </p:to>
                                    </p:set>
                                    <p:animEffect transition="in" filter="slide(fromTop)">
                                      <p:cBhvr>
                                        <p:cTn id="117" dur="500"/>
                                        <p:tgtEl>
                                          <p:spTgt spid="104"/>
                                        </p:tgtEl>
                                      </p:cBhvr>
                                    </p:animEffect>
                                  </p:childTnLst>
                                </p:cTn>
                              </p:par>
                            </p:childTnLst>
                          </p:cTn>
                        </p:par>
                      </p:childTnLst>
                    </p:cTn>
                  </p:par>
                  <p:par>
                    <p:cTn id="118" fill="hold">
                      <p:stCondLst>
                        <p:cond delay="indefinite"/>
                      </p:stCondLst>
                      <p:childTnLst>
                        <p:par>
                          <p:cTn id="119" fill="hold">
                            <p:stCondLst>
                              <p:cond delay="0"/>
                            </p:stCondLst>
                            <p:childTnLst>
                              <p:par>
                                <p:cTn id="120" presetID="12" presetClass="entr" presetSubtype="1" fill="hold" nodeType="clickEffect">
                                  <p:stCondLst>
                                    <p:cond delay="0"/>
                                  </p:stCondLst>
                                  <p:childTnLst>
                                    <p:set>
                                      <p:cBhvr>
                                        <p:cTn id="121" dur="1" fill="hold">
                                          <p:stCondLst>
                                            <p:cond delay="0"/>
                                          </p:stCondLst>
                                        </p:cTn>
                                        <p:tgtEl>
                                          <p:spTgt spid="117"/>
                                        </p:tgtEl>
                                        <p:attrNameLst>
                                          <p:attrName>style.visibility</p:attrName>
                                        </p:attrNameLst>
                                      </p:cBhvr>
                                      <p:to>
                                        <p:strVal val="visible"/>
                                      </p:to>
                                    </p:set>
                                    <p:animEffect transition="in" filter="slide(fromTop)">
                                      <p:cBhvr>
                                        <p:cTn id="122" dur="500"/>
                                        <p:tgtEl>
                                          <p:spTgt spid="117"/>
                                        </p:tgtEl>
                                      </p:cBhvr>
                                    </p:animEffect>
                                  </p:childTnLst>
                                </p:cTn>
                              </p:par>
                            </p:childTnLst>
                          </p:cTn>
                        </p:par>
                      </p:childTnLst>
                    </p:cTn>
                  </p:par>
                  <p:par>
                    <p:cTn id="123" fill="hold">
                      <p:stCondLst>
                        <p:cond delay="indefinite"/>
                      </p:stCondLst>
                      <p:childTnLst>
                        <p:par>
                          <p:cTn id="124" fill="hold">
                            <p:stCondLst>
                              <p:cond delay="0"/>
                            </p:stCondLst>
                            <p:childTnLst>
                              <p:par>
                                <p:cTn id="125" presetID="23" presetClass="entr" presetSubtype="16" fill="hold" grpId="0" nodeType="clickEffect">
                                  <p:stCondLst>
                                    <p:cond delay="0"/>
                                  </p:stCondLst>
                                  <p:childTnLst>
                                    <p:set>
                                      <p:cBhvr>
                                        <p:cTn id="126" dur="1" fill="hold">
                                          <p:stCondLst>
                                            <p:cond delay="0"/>
                                          </p:stCondLst>
                                        </p:cTn>
                                        <p:tgtEl>
                                          <p:spTgt spid="118"/>
                                        </p:tgtEl>
                                        <p:attrNameLst>
                                          <p:attrName>style.visibility</p:attrName>
                                        </p:attrNameLst>
                                      </p:cBhvr>
                                      <p:to>
                                        <p:strVal val="visible"/>
                                      </p:to>
                                    </p:set>
                                    <p:anim calcmode="lin" valueType="num">
                                      <p:cBhvr>
                                        <p:cTn id="127" dur="500" fill="hold"/>
                                        <p:tgtEl>
                                          <p:spTgt spid="118"/>
                                        </p:tgtEl>
                                        <p:attrNameLst>
                                          <p:attrName>ppt_w</p:attrName>
                                        </p:attrNameLst>
                                      </p:cBhvr>
                                      <p:tavLst>
                                        <p:tav tm="0">
                                          <p:val>
                                            <p:fltVal val="0"/>
                                          </p:val>
                                        </p:tav>
                                        <p:tav tm="100000">
                                          <p:val>
                                            <p:strVal val="#ppt_w"/>
                                          </p:val>
                                        </p:tav>
                                      </p:tavLst>
                                    </p:anim>
                                    <p:anim calcmode="lin" valueType="num">
                                      <p:cBhvr>
                                        <p:cTn id="128" dur="500" fill="hold"/>
                                        <p:tgtEl>
                                          <p:spTgt spid="118"/>
                                        </p:tgtEl>
                                        <p:attrNameLst>
                                          <p:attrName>ppt_h</p:attrName>
                                        </p:attrNameLst>
                                      </p:cBhvr>
                                      <p:tavLst>
                                        <p:tav tm="0">
                                          <p:val>
                                            <p:fltVal val="0"/>
                                          </p:val>
                                        </p:tav>
                                        <p:tav tm="100000">
                                          <p:val>
                                            <p:strVal val="#ppt_h"/>
                                          </p:val>
                                        </p:tav>
                                      </p:tavLst>
                                    </p:anim>
                                  </p:childTnLst>
                                </p:cTn>
                              </p:par>
                            </p:childTnLst>
                          </p:cTn>
                        </p:par>
                      </p:childTnLst>
                    </p:cTn>
                  </p:par>
                  <p:par>
                    <p:cTn id="129" fill="hold">
                      <p:stCondLst>
                        <p:cond delay="indefinite"/>
                      </p:stCondLst>
                      <p:childTnLst>
                        <p:par>
                          <p:cTn id="130" fill="hold">
                            <p:stCondLst>
                              <p:cond delay="0"/>
                            </p:stCondLst>
                            <p:childTnLst>
                              <p:par>
                                <p:cTn id="131" presetID="12" presetClass="entr" presetSubtype="1" fill="hold" nodeType="clickEffect">
                                  <p:stCondLst>
                                    <p:cond delay="0"/>
                                  </p:stCondLst>
                                  <p:childTnLst>
                                    <p:set>
                                      <p:cBhvr>
                                        <p:cTn id="132" dur="1" fill="hold">
                                          <p:stCondLst>
                                            <p:cond delay="0"/>
                                          </p:stCondLst>
                                        </p:cTn>
                                        <p:tgtEl>
                                          <p:spTgt spid="110"/>
                                        </p:tgtEl>
                                        <p:attrNameLst>
                                          <p:attrName>style.visibility</p:attrName>
                                        </p:attrNameLst>
                                      </p:cBhvr>
                                      <p:to>
                                        <p:strVal val="visible"/>
                                      </p:to>
                                    </p:set>
                                    <p:animEffect transition="in" filter="slide(fromTop)">
                                      <p:cBhvr>
                                        <p:cTn id="133" dur="500"/>
                                        <p:tgtEl>
                                          <p:spTgt spid="110"/>
                                        </p:tgtEl>
                                      </p:cBhvr>
                                    </p:animEffect>
                                  </p:childTnLst>
                                </p:cTn>
                              </p:par>
                            </p:childTnLst>
                          </p:cTn>
                        </p:par>
                      </p:childTnLst>
                    </p:cTn>
                  </p:par>
                  <p:par>
                    <p:cTn id="134" fill="hold">
                      <p:stCondLst>
                        <p:cond delay="indefinite"/>
                      </p:stCondLst>
                      <p:childTnLst>
                        <p:par>
                          <p:cTn id="135" fill="hold">
                            <p:stCondLst>
                              <p:cond delay="0"/>
                            </p:stCondLst>
                            <p:childTnLst>
                              <p:par>
                                <p:cTn id="136" presetID="23" presetClass="entr" presetSubtype="16" fill="hold" grpId="0" nodeType="clickEffect">
                                  <p:stCondLst>
                                    <p:cond delay="0"/>
                                  </p:stCondLst>
                                  <p:childTnLst>
                                    <p:set>
                                      <p:cBhvr>
                                        <p:cTn id="137" dur="1" fill="hold">
                                          <p:stCondLst>
                                            <p:cond delay="0"/>
                                          </p:stCondLst>
                                        </p:cTn>
                                        <p:tgtEl>
                                          <p:spTgt spid="111"/>
                                        </p:tgtEl>
                                        <p:attrNameLst>
                                          <p:attrName>style.visibility</p:attrName>
                                        </p:attrNameLst>
                                      </p:cBhvr>
                                      <p:to>
                                        <p:strVal val="visible"/>
                                      </p:to>
                                    </p:set>
                                    <p:anim calcmode="lin" valueType="num">
                                      <p:cBhvr>
                                        <p:cTn id="138" dur="500" fill="hold"/>
                                        <p:tgtEl>
                                          <p:spTgt spid="111"/>
                                        </p:tgtEl>
                                        <p:attrNameLst>
                                          <p:attrName>ppt_w</p:attrName>
                                        </p:attrNameLst>
                                      </p:cBhvr>
                                      <p:tavLst>
                                        <p:tav tm="0">
                                          <p:val>
                                            <p:fltVal val="0"/>
                                          </p:val>
                                        </p:tav>
                                        <p:tav tm="100000">
                                          <p:val>
                                            <p:strVal val="#ppt_w"/>
                                          </p:val>
                                        </p:tav>
                                      </p:tavLst>
                                    </p:anim>
                                    <p:anim calcmode="lin" valueType="num">
                                      <p:cBhvr>
                                        <p:cTn id="139" dur="500" fill="hold"/>
                                        <p:tgtEl>
                                          <p:spTgt spid="111"/>
                                        </p:tgtEl>
                                        <p:attrNameLst>
                                          <p:attrName>ppt_h</p:attrName>
                                        </p:attrNameLst>
                                      </p:cBhvr>
                                      <p:tavLst>
                                        <p:tav tm="0">
                                          <p:val>
                                            <p:fltVal val="0"/>
                                          </p:val>
                                        </p:tav>
                                        <p:tav tm="100000">
                                          <p:val>
                                            <p:strVal val="#ppt_h"/>
                                          </p:val>
                                        </p:tav>
                                      </p:tavLst>
                                    </p:anim>
                                  </p:childTnLst>
                                </p:cTn>
                              </p:par>
                            </p:childTnLst>
                          </p:cTn>
                        </p:par>
                      </p:childTnLst>
                    </p:cTn>
                  </p:par>
                  <p:par>
                    <p:cTn id="140" fill="hold">
                      <p:stCondLst>
                        <p:cond delay="indefinite"/>
                      </p:stCondLst>
                      <p:childTnLst>
                        <p:par>
                          <p:cTn id="141" fill="hold">
                            <p:stCondLst>
                              <p:cond delay="0"/>
                            </p:stCondLst>
                            <p:childTnLst>
                              <p:par>
                                <p:cTn id="142" presetID="12" presetClass="entr" presetSubtype="1" fill="hold" nodeType="clickEffect">
                                  <p:stCondLst>
                                    <p:cond delay="0"/>
                                  </p:stCondLst>
                                  <p:childTnLst>
                                    <p:set>
                                      <p:cBhvr>
                                        <p:cTn id="143" dur="1" fill="hold">
                                          <p:stCondLst>
                                            <p:cond delay="0"/>
                                          </p:stCondLst>
                                        </p:cTn>
                                        <p:tgtEl>
                                          <p:spTgt spid="103"/>
                                        </p:tgtEl>
                                        <p:attrNameLst>
                                          <p:attrName>style.visibility</p:attrName>
                                        </p:attrNameLst>
                                      </p:cBhvr>
                                      <p:to>
                                        <p:strVal val="visible"/>
                                      </p:to>
                                    </p:set>
                                    <p:animEffect transition="in" filter="slide(fromTop)">
                                      <p:cBhvr>
                                        <p:cTn id="144" dur="500"/>
                                        <p:tgtEl>
                                          <p:spTgt spid="103"/>
                                        </p:tgtEl>
                                      </p:cBhvr>
                                    </p:animEffect>
                                  </p:childTnLst>
                                </p:cTn>
                              </p:par>
                            </p:childTnLst>
                          </p:cTn>
                        </p:par>
                      </p:childTnLst>
                    </p:cTn>
                  </p:par>
                  <p:par>
                    <p:cTn id="145" fill="hold">
                      <p:stCondLst>
                        <p:cond delay="indefinite"/>
                      </p:stCondLst>
                      <p:childTnLst>
                        <p:par>
                          <p:cTn id="146" fill="hold">
                            <p:stCondLst>
                              <p:cond delay="0"/>
                            </p:stCondLst>
                            <p:childTnLst>
                              <p:par>
                                <p:cTn id="147" presetID="23" presetClass="entr" presetSubtype="16" fill="hold" grpId="0" nodeType="clickEffect">
                                  <p:stCondLst>
                                    <p:cond delay="0"/>
                                  </p:stCondLst>
                                  <p:childTnLst>
                                    <p:set>
                                      <p:cBhvr>
                                        <p:cTn id="148" dur="1" fill="hold">
                                          <p:stCondLst>
                                            <p:cond delay="0"/>
                                          </p:stCondLst>
                                        </p:cTn>
                                        <p:tgtEl>
                                          <p:spTgt spid="93"/>
                                        </p:tgtEl>
                                        <p:attrNameLst>
                                          <p:attrName>style.visibility</p:attrName>
                                        </p:attrNameLst>
                                      </p:cBhvr>
                                      <p:to>
                                        <p:strVal val="visible"/>
                                      </p:to>
                                    </p:set>
                                    <p:anim calcmode="lin" valueType="num">
                                      <p:cBhvr>
                                        <p:cTn id="149" dur="500" fill="hold"/>
                                        <p:tgtEl>
                                          <p:spTgt spid="93"/>
                                        </p:tgtEl>
                                        <p:attrNameLst>
                                          <p:attrName>ppt_w</p:attrName>
                                        </p:attrNameLst>
                                      </p:cBhvr>
                                      <p:tavLst>
                                        <p:tav tm="0">
                                          <p:val>
                                            <p:fltVal val="0"/>
                                          </p:val>
                                        </p:tav>
                                        <p:tav tm="100000">
                                          <p:val>
                                            <p:strVal val="#ppt_w"/>
                                          </p:val>
                                        </p:tav>
                                      </p:tavLst>
                                    </p:anim>
                                    <p:anim calcmode="lin" valueType="num">
                                      <p:cBhvr>
                                        <p:cTn id="150" dur="500" fill="hold"/>
                                        <p:tgtEl>
                                          <p:spTgt spid="93"/>
                                        </p:tgtEl>
                                        <p:attrNameLst>
                                          <p:attrName>ppt_h</p:attrName>
                                        </p:attrNameLst>
                                      </p:cBhvr>
                                      <p:tavLst>
                                        <p:tav tm="0">
                                          <p:val>
                                            <p:fltVal val="0"/>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12" presetClass="entr" presetSubtype="1" fill="hold" nodeType="clickEffect">
                                  <p:stCondLst>
                                    <p:cond delay="0"/>
                                  </p:stCondLst>
                                  <p:childTnLst>
                                    <p:set>
                                      <p:cBhvr>
                                        <p:cTn id="154" dur="1" fill="hold">
                                          <p:stCondLst>
                                            <p:cond delay="0"/>
                                          </p:stCondLst>
                                        </p:cTn>
                                        <p:tgtEl>
                                          <p:spTgt spid="97"/>
                                        </p:tgtEl>
                                        <p:attrNameLst>
                                          <p:attrName>style.visibility</p:attrName>
                                        </p:attrNameLst>
                                      </p:cBhvr>
                                      <p:to>
                                        <p:strVal val="visible"/>
                                      </p:to>
                                    </p:set>
                                    <p:animEffect transition="in" filter="slide(fromTop)">
                                      <p:cBhvr>
                                        <p:cTn id="155" dur="500"/>
                                        <p:tgtEl>
                                          <p:spTgt spid="97"/>
                                        </p:tgtEl>
                                      </p:cBhvr>
                                    </p:animEffect>
                                  </p:childTnLst>
                                </p:cTn>
                              </p:par>
                            </p:childTnLst>
                          </p:cTn>
                        </p:par>
                      </p:childTnLst>
                    </p:cTn>
                  </p:par>
                  <p:par>
                    <p:cTn id="156" fill="hold">
                      <p:stCondLst>
                        <p:cond delay="indefinite"/>
                      </p:stCondLst>
                      <p:childTnLst>
                        <p:par>
                          <p:cTn id="157" fill="hold">
                            <p:stCondLst>
                              <p:cond delay="0"/>
                            </p:stCondLst>
                            <p:childTnLst>
                              <p:par>
                                <p:cTn id="158" presetID="23" presetClass="entr" presetSubtype="16" fill="hold" grpId="0" nodeType="clickEffect">
                                  <p:stCondLst>
                                    <p:cond delay="0"/>
                                  </p:stCondLst>
                                  <p:childTnLst>
                                    <p:set>
                                      <p:cBhvr>
                                        <p:cTn id="159" dur="1" fill="hold">
                                          <p:stCondLst>
                                            <p:cond delay="0"/>
                                          </p:stCondLst>
                                        </p:cTn>
                                        <p:tgtEl>
                                          <p:spTgt spid="112"/>
                                        </p:tgtEl>
                                        <p:attrNameLst>
                                          <p:attrName>style.visibility</p:attrName>
                                        </p:attrNameLst>
                                      </p:cBhvr>
                                      <p:to>
                                        <p:strVal val="visible"/>
                                      </p:to>
                                    </p:set>
                                    <p:anim calcmode="lin" valueType="num">
                                      <p:cBhvr>
                                        <p:cTn id="160" dur="500" fill="hold"/>
                                        <p:tgtEl>
                                          <p:spTgt spid="112"/>
                                        </p:tgtEl>
                                        <p:attrNameLst>
                                          <p:attrName>ppt_w</p:attrName>
                                        </p:attrNameLst>
                                      </p:cBhvr>
                                      <p:tavLst>
                                        <p:tav tm="0">
                                          <p:val>
                                            <p:fltVal val="0"/>
                                          </p:val>
                                        </p:tav>
                                        <p:tav tm="100000">
                                          <p:val>
                                            <p:strVal val="#ppt_w"/>
                                          </p:val>
                                        </p:tav>
                                      </p:tavLst>
                                    </p:anim>
                                    <p:anim calcmode="lin" valueType="num">
                                      <p:cBhvr>
                                        <p:cTn id="161" dur="500" fill="hold"/>
                                        <p:tgtEl>
                                          <p:spTgt spid="1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animBg="1" autoUpdateAnimBg="0"/>
      <p:bldP spid="93" grpId="0" animBg="1" autoUpdateAnimBg="0"/>
      <p:bldP spid="99" grpId="0" animBg="1" autoUpdateAnimBg="0"/>
      <p:bldP spid="100" grpId="0" animBg="1" autoUpdateAnimBg="0"/>
      <p:bldP spid="101" grpId="0" animBg="1" autoUpdateAnimBg="0"/>
      <p:bldP spid="102" grpId="0" animBg="1" autoUpdateAnimBg="0"/>
      <p:bldP spid="107" grpId="0" autoUpdateAnimBg="0"/>
      <p:bldP spid="111" grpId="0" autoUpdateAnimBg="0"/>
      <p:bldP spid="112" grpId="0" autoUpdateAnimBg="0"/>
      <p:bldP spid="113" grpId="0" autoUpdateAnimBg="0"/>
      <p:bldP spid="114" grpId="0" autoUpdateAnimBg="0"/>
      <p:bldP spid="115" grpId="0" autoUpdateAnimBg="0"/>
      <p:bldP spid="116" grpId="0" autoUpdateAnimBg="0"/>
      <p:bldP spid="118" grpId="0" autoUpdateAnimBg="0"/>
      <p:bldP spid="11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1713" name="AutoShape 33">
            <a:extLst>
              <a:ext uri="{FF2B5EF4-FFF2-40B4-BE49-F238E27FC236}">
                <a16:creationId xmlns:a16="http://schemas.microsoft.com/office/drawing/2014/main" id="{E1FAB30F-C777-4DC8-9D74-7E919E40E9A6}"/>
              </a:ext>
            </a:extLst>
          </p:cNvPr>
          <p:cNvSpPr>
            <a:spLocks noChangeArrowheads="1"/>
          </p:cNvSpPr>
          <p:nvPr/>
        </p:nvSpPr>
        <p:spPr bwMode="auto">
          <a:xfrm>
            <a:off x="609600" y="1152267"/>
            <a:ext cx="6172200" cy="533400"/>
          </a:xfrm>
          <a:prstGeom prst="doubleWave">
            <a:avLst>
              <a:gd name="adj1" fmla="val 6500"/>
              <a:gd name="adj2" fmla="val 0"/>
            </a:avLst>
          </a:prstGeom>
          <a:noFill/>
          <a:ln w="9525">
            <a:noFill/>
            <a:miter lim="800000"/>
            <a:headEnd/>
            <a:tailEnd/>
          </a:ln>
          <a:effectLst/>
        </p:spPr>
        <p:txBody>
          <a:bodyPr wrap="none" anchor="ctr"/>
          <a:lstStyle/>
          <a:p>
            <a:pPr algn="ctr">
              <a:defRPr/>
            </a:pPr>
            <a:r>
              <a:rPr lang="zh-CN" altLang="en-US" sz="2000" b="1" dirty="0">
                <a:effectLst>
                  <a:outerShdw blurRad="38100" dist="38100" dir="2700000" algn="tl">
                    <a:srgbClr val="000000"/>
                  </a:outerShdw>
                </a:effectLst>
                <a:latin typeface="黑体" pitchFamily="2" charset="-122"/>
                <a:ea typeface="黑体" pitchFamily="2" charset="-122"/>
              </a:rPr>
              <a:t>请将下列给出的采购子系统 </a:t>
            </a:r>
            <a:r>
              <a:rPr lang="zh-CN" altLang="en-US" sz="2000" b="1" dirty="0">
                <a:solidFill>
                  <a:srgbClr val="C00000"/>
                </a:solidFill>
                <a:effectLst>
                  <a:outerShdw blurRad="38100" dist="38100" dir="2700000" algn="tl">
                    <a:srgbClr val="000000"/>
                  </a:outerShdw>
                </a:effectLst>
                <a:latin typeface="Arial" charset="0"/>
                <a:ea typeface="黑体" pitchFamily="2" charset="-122"/>
              </a:rPr>
              <a:t>数据流</a:t>
            </a:r>
            <a:r>
              <a:rPr lang="zh-CN" altLang="en-US" sz="2000" b="1" dirty="0">
                <a:solidFill>
                  <a:srgbClr val="C00000"/>
                </a:solidFill>
                <a:effectLst>
                  <a:outerShdw blurRad="38100" dist="38100" dir="2700000" algn="tl">
                    <a:srgbClr val="000000"/>
                  </a:outerShdw>
                </a:effectLst>
                <a:latin typeface="黑体" pitchFamily="2" charset="-122"/>
                <a:ea typeface="黑体" pitchFamily="2" charset="-122"/>
              </a:rPr>
              <a:t>图 </a:t>
            </a:r>
            <a:r>
              <a:rPr lang="zh-CN" altLang="en-US" sz="2000" b="1" dirty="0">
                <a:effectLst>
                  <a:outerShdw blurRad="38100" dist="38100" dir="2700000" algn="tl">
                    <a:srgbClr val="000000"/>
                  </a:outerShdw>
                </a:effectLst>
                <a:latin typeface="黑体" pitchFamily="2" charset="-122"/>
                <a:ea typeface="黑体" pitchFamily="2" charset="-122"/>
              </a:rPr>
              <a:t>转换成 </a:t>
            </a:r>
            <a:r>
              <a:rPr lang="zh-CN" altLang="en-US" sz="2000" b="1" dirty="0">
                <a:solidFill>
                  <a:srgbClr val="0000FF"/>
                </a:solidFill>
                <a:effectLst>
                  <a:outerShdw blurRad="38100" dist="38100" dir="2700000" algn="tl">
                    <a:srgbClr val="000000"/>
                  </a:outerShdw>
                </a:effectLst>
                <a:latin typeface="Arial" charset="0"/>
                <a:ea typeface="黑体" pitchFamily="2" charset="-122"/>
              </a:rPr>
              <a:t>系统结构</a:t>
            </a:r>
            <a:r>
              <a:rPr lang="zh-CN" altLang="en-US" sz="2000" b="1" dirty="0">
                <a:solidFill>
                  <a:srgbClr val="0000FF"/>
                </a:solidFill>
                <a:effectLst>
                  <a:outerShdw blurRad="38100" dist="38100" dir="2700000" algn="tl">
                    <a:srgbClr val="000000"/>
                  </a:outerShdw>
                </a:effectLst>
                <a:latin typeface="黑体" pitchFamily="2" charset="-122"/>
                <a:ea typeface="黑体" pitchFamily="2" charset="-122"/>
              </a:rPr>
              <a:t>图</a:t>
            </a:r>
          </a:p>
        </p:txBody>
      </p:sp>
      <p:grpSp>
        <p:nvGrpSpPr>
          <p:cNvPr id="332806" name="Group 55">
            <a:extLst>
              <a:ext uri="{FF2B5EF4-FFF2-40B4-BE49-F238E27FC236}">
                <a16:creationId xmlns:a16="http://schemas.microsoft.com/office/drawing/2014/main" id="{0AD12B67-7561-4708-9FDD-AD65109D864C}"/>
              </a:ext>
            </a:extLst>
          </p:cNvPr>
          <p:cNvGrpSpPr>
            <a:grpSpLocks/>
          </p:cNvGrpSpPr>
          <p:nvPr/>
        </p:nvGrpSpPr>
        <p:grpSpPr bwMode="auto">
          <a:xfrm>
            <a:off x="3581400" y="2438400"/>
            <a:ext cx="4267200" cy="3352800"/>
            <a:chOff x="2496" y="1680"/>
            <a:chExt cx="2688" cy="2112"/>
          </a:xfrm>
        </p:grpSpPr>
        <p:sp>
          <p:nvSpPr>
            <p:cNvPr id="1991686" name="Oval 6">
              <a:extLst>
                <a:ext uri="{FF2B5EF4-FFF2-40B4-BE49-F238E27FC236}">
                  <a16:creationId xmlns:a16="http://schemas.microsoft.com/office/drawing/2014/main" id="{1050BD1D-DED9-4A72-A4EF-596152315859}"/>
                </a:ext>
              </a:extLst>
            </p:cNvPr>
            <p:cNvSpPr>
              <a:spLocks noChangeArrowheads="1"/>
            </p:cNvSpPr>
            <p:nvPr/>
          </p:nvSpPr>
          <p:spPr bwMode="auto">
            <a:xfrm>
              <a:off x="3120" y="2112"/>
              <a:ext cx="384" cy="384"/>
            </a:xfrm>
            <a:prstGeom prst="ellipse">
              <a:avLst/>
            </a:prstGeom>
            <a:solidFill>
              <a:schemeClr val="bg1"/>
            </a:solidFill>
            <a:ln w="9525">
              <a:solidFill>
                <a:srgbClr val="F89A60"/>
              </a:solidFill>
              <a:round/>
              <a:headEnd/>
              <a:tailEnd/>
            </a:ln>
            <a:effectLst/>
          </p:spPr>
          <p:txBody>
            <a:bodyPr wrap="none" anchor="ctr"/>
            <a:lstStyle/>
            <a:p>
              <a:pPr algn="ctr">
                <a:defRPr/>
              </a:pPr>
              <a:r>
                <a:rPr lang="en-US" altLang="zh-CN" sz="2000" b="1">
                  <a:solidFill>
                    <a:srgbClr val="F89A60"/>
                  </a:solidFill>
                  <a:effectLst>
                    <a:outerShdw blurRad="38100" dist="38100" dir="2700000" algn="tl">
                      <a:srgbClr val="000000"/>
                    </a:outerShdw>
                  </a:effectLst>
                  <a:latin typeface="Times New Roman" charset="0"/>
                </a:rPr>
                <a:t>2.1</a:t>
              </a:r>
            </a:p>
          </p:txBody>
        </p:sp>
        <p:sp>
          <p:nvSpPr>
            <p:cNvPr id="332812" name="Arc 9">
              <a:extLst>
                <a:ext uri="{FF2B5EF4-FFF2-40B4-BE49-F238E27FC236}">
                  <a16:creationId xmlns:a16="http://schemas.microsoft.com/office/drawing/2014/main" id="{8B8D65BF-AAF1-4BA8-87BD-CCBD24BC1AD6}"/>
                </a:ext>
              </a:extLst>
            </p:cNvPr>
            <p:cNvSpPr>
              <a:spLocks/>
            </p:cNvSpPr>
            <p:nvPr/>
          </p:nvSpPr>
          <p:spPr bwMode="auto">
            <a:xfrm flipH="1" flipV="1">
              <a:off x="2784" y="1883"/>
              <a:ext cx="336" cy="326"/>
            </a:xfrm>
            <a:custGeom>
              <a:avLst/>
              <a:gdLst>
                <a:gd name="T0" fmla="*/ 0 w 21600"/>
                <a:gd name="T1" fmla="*/ 0 h 24439"/>
                <a:gd name="T2" fmla="*/ 0 w 21600"/>
                <a:gd name="T3" fmla="*/ 0 h 24439"/>
                <a:gd name="T4" fmla="*/ 0 w 21600"/>
                <a:gd name="T5" fmla="*/ 0 h 24439"/>
                <a:gd name="T6" fmla="*/ 0 60000 65536"/>
                <a:gd name="T7" fmla="*/ 0 60000 65536"/>
                <a:gd name="T8" fmla="*/ 0 60000 65536"/>
                <a:gd name="T9" fmla="*/ 0 w 21600"/>
                <a:gd name="T10" fmla="*/ 0 h 24439"/>
                <a:gd name="T11" fmla="*/ 21600 w 21600"/>
                <a:gd name="T12" fmla="*/ 24439 h 24439"/>
              </a:gdLst>
              <a:ahLst/>
              <a:cxnLst>
                <a:cxn ang="T6">
                  <a:pos x="T0" y="T1"/>
                </a:cxn>
                <a:cxn ang="T7">
                  <a:pos x="T2" y="T3"/>
                </a:cxn>
                <a:cxn ang="T8">
                  <a:pos x="T4" y="T5"/>
                </a:cxn>
              </a:cxnLst>
              <a:rect l="T9" t="T10" r="T11" b="T12"/>
              <a:pathLst>
                <a:path w="21600" h="24439" fill="none" extrusionOk="0">
                  <a:moveTo>
                    <a:pt x="-1" y="0"/>
                  </a:moveTo>
                  <a:cubicBezTo>
                    <a:pt x="11929" y="0"/>
                    <a:pt x="21600" y="9670"/>
                    <a:pt x="21600" y="21600"/>
                  </a:cubicBezTo>
                  <a:cubicBezTo>
                    <a:pt x="21600" y="22549"/>
                    <a:pt x="21537" y="23497"/>
                    <a:pt x="21412" y="24438"/>
                  </a:cubicBezTo>
                </a:path>
                <a:path w="21600" h="24439" stroke="0" extrusionOk="0">
                  <a:moveTo>
                    <a:pt x="-1" y="0"/>
                  </a:moveTo>
                  <a:cubicBezTo>
                    <a:pt x="11929" y="0"/>
                    <a:pt x="21600" y="9670"/>
                    <a:pt x="21600" y="21600"/>
                  </a:cubicBezTo>
                  <a:cubicBezTo>
                    <a:pt x="21600" y="22549"/>
                    <a:pt x="21537" y="23497"/>
                    <a:pt x="21412" y="24438"/>
                  </a:cubicBezTo>
                  <a:lnTo>
                    <a:pt x="0" y="21600"/>
                  </a:lnTo>
                  <a:lnTo>
                    <a:pt x="-1" y="0"/>
                  </a:lnTo>
                  <a:close/>
                </a:path>
              </a:pathLst>
            </a:custGeom>
            <a:noFill/>
            <a:ln w="19050">
              <a:solidFill>
                <a:schemeClr val="accent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2813" name="Arc 16">
              <a:extLst>
                <a:ext uri="{FF2B5EF4-FFF2-40B4-BE49-F238E27FC236}">
                  <a16:creationId xmlns:a16="http://schemas.microsoft.com/office/drawing/2014/main" id="{680D8C82-627C-4BAC-AA8B-CFF6509D42F8}"/>
                </a:ext>
              </a:extLst>
            </p:cNvPr>
            <p:cNvSpPr>
              <a:spLocks/>
            </p:cNvSpPr>
            <p:nvPr/>
          </p:nvSpPr>
          <p:spPr bwMode="auto">
            <a:xfrm flipH="1">
              <a:off x="2784" y="2304"/>
              <a:ext cx="336" cy="28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accent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2814" name="Arc 17">
              <a:extLst>
                <a:ext uri="{FF2B5EF4-FFF2-40B4-BE49-F238E27FC236}">
                  <a16:creationId xmlns:a16="http://schemas.microsoft.com/office/drawing/2014/main" id="{1158EBA7-5A0E-4A5E-AB17-8183038A1B1E}"/>
                </a:ext>
              </a:extLst>
            </p:cNvPr>
            <p:cNvSpPr>
              <a:spLocks/>
            </p:cNvSpPr>
            <p:nvPr/>
          </p:nvSpPr>
          <p:spPr bwMode="auto">
            <a:xfrm>
              <a:off x="3504" y="2256"/>
              <a:ext cx="288" cy="3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2815" name="Arc 18">
              <a:extLst>
                <a:ext uri="{FF2B5EF4-FFF2-40B4-BE49-F238E27FC236}">
                  <a16:creationId xmlns:a16="http://schemas.microsoft.com/office/drawing/2014/main" id="{CA27166D-6440-4CE2-9DDD-1B8C57EC8AD5}"/>
                </a:ext>
              </a:extLst>
            </p:cNvPr>
            <p:cNvSpPr>
              <a:spLocks/>
            </p:cNvSpPr>
            <p:nvPr/>
          </p:nvSpPr>
          <p:spPr bwMode="auto">
            <a:xfrm flipH="1">
              <a:off x="3840" y="2208"/>
              <a:ext cx="336"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accent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2816" name="Arc 19">
              <a:extLst>
                <a:ext uri="{FF2B5EF4-FFF2-40B4-BE49-F238E27FC236}">
                  <a16:creationId xmlns:a16="http://schemas.microsoft.com/office/drawing/2014/main" id="{1F7E1787-3472-43D1-BC13-83E077A87BCB}"/>
                </a:ext>
              </a:extLst>
            </p:cNvPr>
            <p:cNvSpPr>
              <a:spLocks/>
            </p:cNvSpPr>
            <p:nvPr/>
          </p:nvSpPr>
          <p:spPr bwMode="auto">
            <a:xfrm>
              <a:off x="4560" y="2208"/>
              <a:ext cx="384"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accent2"/>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91700" name="Oval 20">
              <a:extLst>
                <a:ext uri="{FF2B5EF4-FFF2-40B4-BE49-F238E27FC236}">
                  <a16:creationId xmlns:a16="http://schemas.microsoft.com/office/drawing/2014/main" id="{2F06AD67-9B7A-4E54-BADB-B44324E2471B}"/>
                </a:ext>
              </a:extLst>
            </p:cNvPr>
            <p:cNvSpPr>
              <a:spLocks noChangeArrowheads="1"/>
            </p:cNvSpPr>
            <p:nvPr/>
          </p:nvSpPr>
          <p:spPr bwMode="auto">
            <a:xfrm>
              <a:off x="4176" y="2064"/>
              <a:ext cx="384" cy="384"/>
            </a:xfrm>
            <a:prstGeom prst="ellipse">
              <a:avLst/>
            </a:prstGeom>
            <a:solidFill>
              <a:schemeClr val="bg1"/>
            </a:solidFill>
            <a:ln w="9525">
              <a:solidFill>
                <a:srgbClr val="F89A60"/>
              </a:solidFill>
              <a:round/>
              <a:headEnd/>
              <a:tailEnd/>
            </a:ln>
            <a:effectLst/>
          </p:spPr>
          <p:txBody>
            <a:bodyPr wrap="none" anchor="ctr"/>
            <a:lstStyle/>
            <a:p>
              <a:pPr algn="ctr">
                <a:defRPr/>
              </a:pPr>
              <a:r>
                <a:rPr lang="en-US" altLang="zh-CN" sz="2000" b="1">
                  <a:solidFill>
                    <a:srgbClr val="F89A60"/>
                  </a:solidFill>
                  <a:effectLst>
                    <a:outerShdw blurRad="38100" dist="38100" dir="2700000" algn="tl">
                      <a:srgbClr val="000000"/>
                    </a:outerShdw>
                  </a:effectLst>
                  <a:latin typeface="Times New Roman" charset="0"/>
                </a:rPr>
                <a:t>2.2</a:t>
              </a:r>
            </a:p>
          </p:txBody>
        </p:sp>
        <p:sp>
          <p:nvSpPr>
            <p:cNvPr id="1991701" name="Oval 21">
              <a:extLst>
                <a:ext uri="{FF2B5EF4-FFF2-40B4-BE49-F238E27FC236}">
                  <a16:creationId xmlns:a16="http://schemas.microsoft.com/office/drawing/2014/main" id="{B7AA4BF2-4A6E-495C-9317-BA393F598804}"/>
                </a:ext>
              </a:extLst>
            </p:cNvPr>
            <p:cNvSpPr>
              <a:spLocks noChangeArrowheads="1"/>
            </p:cNvSpPr>
            <p:nvPr/>
          </p:nvSpPr>
          <p:spPr bwMode="auto">
            <a:xfrm>
              <a:off x="3120" y="3024"/>
              <a:ext cx="384" cy="384"/>
            </a:xfrm>
            <a:prstGeom prst="ellipse">
              <a:avLst/>
            </a:prstGeom>
            <a:solidFill>
              <a:schemeClr val="bg1"/>
            </a:solidFill>
            <a:ln w="9525">
              <a:solidFill>
                <a:srgbClr val="F89A60"/>
              </a:solidFill>
              <a:round/>
              <a:headEnd/>
              <a:tailEnd/>
            </a:ln>
            <a:effectLst/>
          </p:spPr>
          <p:txBody>
            <a:bodyPr wrap="none" anchor="ctr"/>
            <a:lstStyle/>
            <a:p>
              <a:pPr algn="ctr">
                <a:defRPr/>
              </a:pPr>
              <a:r>
                <a:rPr lang="en-US" altLang="zh-CN" sz="2000" b="1">
                  <a:solidFill>
                    <a:srgbClr val="F89A60"/>
                  </a:solidFill>
                  <a:effectLst>
                    <a:outerShdw blurRad="38100" dist="38100" dir="2700000" algn="tl">
                      <a:srgbClr val="000000"/>
                    </a:outerShdw>
                  </a:effectLst>
                  <a:latin typeface="Times New Roman" charset="0"/>
                </a:rPr>
                <a:t>2.3</a:t>
              </a:r>
            </a:p>
          </p:txBody>
        </p:sp>
        <p:sp>
          <p:nvSpPr>
            <p:cNvPr id="332819" name="Arc 24">
              <a:extLst>
                <a:ext uri="{FF2B5EF4-FFF2-40B4-BE49-F238E27FC236}">
                  <a16:creationId xmlns:a16="http://schemas.microsoft.com/office/drawing/2014/main" id="{E1BBB6C6-A359-44D2-B45B-58F313DD49FE}"/>
                </a:ext>
              </a:extLst>
            </p:cNvPr>
            <p:cNvSpPr>
              <a:spLocks/>
            </p:cNvSpPr>
            <p:nvPr/>
          </p:nvSpPr>
          <p:spPr bwMode="auto">
            <a:xfrm flipH="1">
              <a:off x="2736" y="3216"/>
              <a:ext cx="384"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2820" name="Arc 25">
              <a:extLst>
                <a:ext uri="{FF2B5EF4-FFF2-40B4-BE49-F238E27FC236}">
                  <a16:creationId xmlns:a16="http://schemas.microsoft.com/office/drawing/2014/main" id="{8AAD2992-D92A-44C0-9318-924A4D838E17}"/>
                </a:ext>
              </a:extLst>
            </p:cNvPr>
            <p:cNvSpPr>
              <a:spLocks/>
            </p:cNvSpPr>
            <p:nvPr/>
          </p:nvSpPr>
          <p:spPr bwMode="auto">
            <a:xfrm flipH="1" flipV="1">
              <a:off x="2784" y="2785"/>
              <a:ext cx="336" cy="384"/>
            </a:xfrm>
            <a:custGeom>
              <a:avLst/>
              <a:gdLst>
                <a:gd name="T0" fmla="*/ 0 w 21600"/>
                <a:gd name="T1" fmla="*/ 0 h 24654"/>
                <a:gd name="T2" fmla="*/ 0 w 21600"/>
                <a:gd name="T3" fmla="*/ 0 h 24654"/>
                <a:gd name="T4" fmla="*/ 0 w 21600"/>
                <a:gd name="T5" fmla="*/ 0 h 24654"/>
                <a:gd name="T6" fmla="*/ 0 60000 65536"/>
                <a:gd name="T7" fmla="*/ 0 60000 65536"/>
                <a:gd name="T8" fmla="*/ 0 60000 65536"/>
                <a:gd name="T9" fmla="*/ 0 w 21600"/>
                <a:gd name="T10" fmla="*/ 0 h 24654"/>
                <a:gd name="T11" fmla="*/ 21600 w 21600"/>
                <a:gd name="T12" fmla="*/ 24654 h 24654"/>
              </a:gdLst>
              <a:ahLst/>
              <a:cxnLst>
                <a:cxn ang="T6">
                  <a:pos x="T0" y="T1"/>
                </a:cxn>
                <a:cxn ang="T7">
                  <a:pos x="T2" y="T3"/>
                </a:cxn>
                <a:cxn ang="T8">
                  <a:pos x="T4" y="T5"/>
                </a:cxn>
              </a:cxnLst>
              <a:rect l="T9" t="T10" r="T11" b="T12"/>
              <a:pathLst>
                <a:path w="21600" h="24654" fill="none" extrusionOk="0">
                  <a:moveTo>
                    <a:pt x="-1" y="0"/>
                  </a:moveTo>
                  <a:cubicBezTo>
                    <a:pt x="11929" y="0"/>
                    <a:pt x="21600" y="9670"/>
                    <a:pt x="21600" y="21600"/>
                  </a:cubicBezTo>
                  <a:cubicBezTo>
                    <a:pt x="21600" y="22621"/>
                    <a:pt x="21527" y="23642"/>
                    <a:pt x="21383" y="24654"/>
                  </a:cubicBezTo>
                </a:path>
                <a:path w="21600" h="24654" stroke="0" extrusionOk="0">
                  <a:moveTo>
                    <a:pt x="-1" y="0"/>
                  </a:moveTo>
                  <a:cubicBezTo>
                    <a:pt x="11929" y="0"/>
                    <a:pt x="21600" y="9670"/>
                    <a:pt x="21600" y="21600"/>
                  </a:cubicBezTo>
                  <a:cubicBezTo>
                    <a:pt x="21600" y="22621"/>
                    <a:pt x="21527" y="23642"/>
                    <a:pt x="21383" y="24654"/>
                  </a:cubicBezTo>
                  <a:lnTo>
                    <a:pt x="0" y="21600"/>
                  </a:lnTo>
                  <a:lnTo>
                    <a:pt x="-1" y="0"/>
                  </a:lnTo>
                  <a:close/>
                </a:path>
              </a:pathLst>
            </a:custGeom>
            <a:noFill/>
            <a:ln w="190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2821" name="Arc 26">
              <a:extLst>
                <a:ext uri="{FF2B5EF4-FFF2-40B4-BE49-F238E27FC236}">
                  <a16:creationId xmlns:a16="http://schemas.microsoft.com/office/drawing/2014/main" id="{D6646BFC-2287-4A9F-8F59-DF17474CAC44}"/>
                </a:ext>
              </a:extLst>
            </p:cNvPr>
            <p:cNvSpPr>
              <a:spLocks/>
            </p:cNvSpPr>
            <p:nvPr/>
          </p:nvSpPr>
          <p:spPr bwMode="auto">
            <a:xfrm flipV="1">
              <a:off x="3456" y="2770"/>
              <a:ext cx="384" cy="349"/>
            </a:xfrm>
            <a:custGeom>
              <a:avLst/>
              <a:gdLst>
                <a:gd name="T0" fmla="*/ 0 w 21600"/>
                <a:gd name="T1" fmla="*/ 0 h 26206"/>
                <a:gd name="T2" fmla="*/ 0 w 21600"/>
                <a:gd name="T3" fmla="*/ 0 h 26206"/>
                <a:gd name="T4" fmla="*/ 0 w 21600"/>
                <a:gd name="T5" fmla="*/ 0 h 26206"/>
                <a:gd name="T6" fmla="*/ 0 60000 65536"/>
                <a:gd name="T7" fmla="*/ 0 60000 65536"/>
                <a:gd name="T8" fmla="*/ 0 60000 65536"/>
                <a:gd name="T9" fmla="*/ 0 w 21600"/>
                <a:gd name="T10" fmla="*/ 0 h 26206"/>
                <a:gd name="T11" fmla="*/ 21600 w 21600"/>
                <a:gd name="T12" fmla="*/ 26206 h 26206"/>
              </a:gdLst>
              <a:ahLst/>
              <a:cxnLst>
                <a:cxn ang="T6">
                  <a:pos x="T0" y="T1"/>
                </a:cxn>
                <a:cxn ang="T7">
                  <a:pos x="T2" y="T3"/>
                </a:cxn>
                <a:cxn ang="T8">
                  <a:pos x="T4" y="T5"/>
                </a:cxn>
              </a:cxnLst>
              <a:rect l="T9" t="T10" r="T11" b="T12"/>
              <a:pathLst>
                <a:path w="21600" h="26206" fill="none" extrusionOk="0">
                  <a:moveTo>
                    <a:pt x="-1" y="0"/>
                  </a:moveTo>
                  <a:cubicBezTo>
                    <a:pt x="11929" y="0"/>
                    <a:pt x="21600" y="9670"/>
                    <a:pt x="21600" y="21600"/>
                  </a:cubicBezTo>
                  <a:cubicBezTo>
                    <a:pt x="21600" y="23148"/>
                    <a:pt x="21433" y="24692"/>
                    <a:pt x="21103" y="26206"/>
                  </a:cubicBezTo>
                </a:path>
                <a:path w="21600" h="26206" stroke="0" extrusionOk="0">
                  <a:moveTo>
                    <a:pt x="-1" y="0"/>
                  </a:moveTo>
                  <a:cubicBezTo>
                    <a:pt x="11929" y="0"/>
                    <a:pt x="21600" y="9670"/>
                    <a:pt x="21600" y="21600"/>
                  </a:cubicBezTo>
                  <a:cubicBezTo>
                    <a:pt x="21600" y="23148"/>
                    <a:pt x="21433" y="24692"/>
                    <a:pt x="21103" y="26206"/>
                  </a:cubicBezTo>
                  <a:lnTo>
                    <a:pt x="0" y="21600"/>
                  </a:lnTo>
                  <a:lnTo>
                    <a:pt x="-1" y="0"/>
                  </a:lnTo>
                  <a:close/>
                </a:path>
              </a:pathLst>
            </a:custGeom>
            <a:noFill/>
            <a:ln w="19050">
              <a:solidFill>
                <a:schemeClr val="accent2"/>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32822" name="Rectangle 27">
              <a:extLst>
                <a:ext uri="{FF2B5EF4-FFF2-40B4-BE49-F238E27FC236}">
                  <a16:creationId xmlns:a16="http://schemas.microsoft.com/office/drawing/2014/main" id="{863BC56D-4A8C-4E7B-B22A-8D4D624BB48A}"/>
                </a:ext>
              </a:extLst>
            </p:cNvPr>
            <p:cNvSpPr>
              <a:spLocks noChangeArrowheads="1"/>
            </p:cNvSpPr>
            <p:nvPr/>
          </p:nvSpPr>
          <p:spPr bwMode="auto">
            <a:xfrm>
              <a:off x="4128" y="2976"/>
              <a:ext cx="576" cy="480"/>
            </a:xfrm>
            <a:prstGeom prst="rect">
              <a:avLst/>
            </a:prstGeom>
            <a:solidFill>
              <a:schemeClr val="bg1"/>
            </a:solidFill>
            <a:ln w="9525">
              <a:solidFill>
                <a:srgbClr val="5C22EC"/>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9B56B4"/>
                  </a:solidFill>
                  <a:latin typeface="黑体" panose="02010609060101010101" pitchFamily="49" charset="-122"/>
                  <a:ea typeface="黑体" panose="02010609060101010101" pitchFamily="49" charset="-122"/>
                </a:rPr>
                <a:t>书库</a:t>
              </a:r>
            </a:p>
            <a:p>
              <a:r>
                <a:rPr lang="zh-CN" altLang="en-US" sz="1800">
                  <a:solidFill>
                    <a:srgbClr val="9B56B4"/>
                  </a:solidFill>
                  <a:latin typeface="黑体" panose="02010609060101010101" pitchFamily="49" charset="-122"/>
                  <a:ea typeface="黑体" panose="02010609060101010101" pitchFamily="49" charset="-122"/>
                </a:rPr>
                <a:t>保管员</a:t>
              </a:r>
            </a:p>
          </p:txBody>
        </p:sp>
        <p:sp>
          <p:nvSpPr>
            <p:cNvPr id="332823" name="Line 28">
              <a:extLst>
                <a:ext uri="{FF2B5EF4-FFF2-40B4-BE49-F238E27FC236}">
                  <a16:creationId xmlns:a16="http://schemas.microsoft.com/office/drawing/2014/main" id="{EABA482A-29DB-4E7A-ACBE-2D72C03EA474}"/>
                </a:ext>
              </a:extLst>
            </p:cNvPr>
            <p:cNvSpPr>
              <a:spLocks noChangeShapeType="1"/>
            </p:cNvSpPr>
            <p:nvPr/>
          </p:nvSpPr>
          <p:spPr bwMode="auto">
            <a:xfrm flipH="1">
              <a:off x="3504" y="3216"/>
              <a:ext cx="624" cy="0"/>
            </a:xfrm>
            <a:prstGeom prst="line">
              <a:avLst/>
            </a:prstGeom>
            <a:noFill/>
            <a:ln w="9525">
              <a:solidFill>
                <a:srgbClr val="F89A6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32824" name="Group 38">
              <a:extLst>
                <a:ext uri="{FF2B5EF4-FFF2-40B4-BE49-F238E27FC236}">
                  <a16:creationId xmlns:a16="http://schemas.microsoft.com/office/drawing/2014/main" id="{45EBF041-6A8D-4FC2-89B6-0C661A030786}"/>
                </a:ext>
              </a:extLst>
            </p:cNvPr>
            <p:cNvGrpSpPr>
              <a:grpSpLocks/>
            </p:cNvGrpSpPr>
            <p:nvPr/>
          </p:nvGrpSpPr>
          <p:grpSpPr bwMode="auto">
            <a:xfrm>
              <a:off x="2592" y="1680"/>
              <a:ext cx="432" cy="192"/>
              <a:chOff x="2592" y="1680"/>
              <a:chExt cx="432" cy="192"/>
            </a:xfrm>
          </p:grpSpPr>
          <p:sp>
            <p:nvSpPr>
              <p:cNvPr id="332841" name="Rectangle 7">
                <a:extLst>
                  <a:ext uri="{FF2B5EF4-FFF2-40B4-BE49-F238E27FC236}">
                    <a16:creationId xmlns:a16="http://schemas.microsoft.com/office/drawing/2014/main" id="{68072B64-20A3-4E79-9407-D83A120F2835}"/>
                  </a:ext>
                </a:extLst>
              </p:cNvPr>
              <p:cNvSpPr>
                <a:spLocks noChangeArrowheads="1"/>
              </p:cNvSpPr>
              <p:nvPr/>
            </p:nvSpPr>
            <p:spPr bwMode="auto">
              <a:xfrm>
                <a:off x="2592" y="1680"/>
                <a:ext cx="43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5C22EC"/>
                    </a:solidFill>
                    <a:latin typeface="Arial" panose="020B0604020202020204" pitchFamily="34" charset="0"/>
                    <a:ea typeface="文鼎细圆" pitchFamily="49" charset="-122"/>
                  </a:rPr>
                  <a:t>F2</a:t>
                </a:r>
              </a:p>
            </p:txBody>
          </p:sp>
          <p:sp>
            <p:nvSpPr>
              <p:cNvPr id="332842" name="Line 35">
                <a:extLst>
                  <a:ext uri="{FF2B5EF4-FFF2-40B4-BE49-F238E27FC236}">
                    <a16:creationId xmlns:a16="http://schemas.microsoft.com/office/drawing/2014/main" id="{481271BB-81D8-4A13-B3AF-02E6B2D15015}"/>
                  </a:ext>
                </a:extLst>
              </p:cNvPr>
              <p:cNvSpPr>
                <a:spLocks noChangeShapeType="1"/>
              </p:cNvSpPr>
              <p:nvPr/>
            </p:nvSpPr>
            <p:spPr bwMode="auto">
              <a:xfrm>
                <a:off x="2640" y="1872"/>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3" name="Line 37">
                <a:extLst>
                  <a:ext uri="{FF2B5EF4-FFF2-40B4-BE49-F238E27FC236}">
                    <a16:creationId xmlns:a16="http://schemas.microsoft.com/office/drawing/2014/main" id="{B0C69A61-2D11-4346-8A16-B3042FCDC119}"/>
                  </a:ext>
                </a:extLst>
              </p:cNvPr>
              <p:cNvSpPr>
                <a:spLocks noChangeShapeType="1"/>
              </p:cNvSpPr>
              <p:nvPr/>
            </p:nvSpPr>
            <p:spPr bwMode="auto">
              <a:xfrm>
                <a:off x="2640" y="1680"/>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2825" name="Group 39">
              <a:extLst>
                <a:ext uri="{FF2B5EF4-FFF2-40B4-BE49-F238E27FC236}">
                  <a16:creationId xmlns:a16="http://schemas.microsoft.com/office/drawing/2014/main" id="{953A34B5-D4D2-4E25-8BB8-794EE39BCBF2}"/>
                </a:ext>
              </a:extLst>
            </p:cNvPr>
            <p:cNvGrpSpPr>
              <a:grpSpLocks/>
            </p:cNvGrpSpPr>
            <p:nvPr/>
          </p:nvGrpSpPr>
          <p:grpSpPr bwMode="auto">
            <a:xfrm>
              <a:off x="2592" y="2592"/>
              <a:ext cx="432" cy="192"/>
              <a:chOff x="2592" y="1680"/>
              <a:chExt cx="432" cy="192"/>
            </a:xfrm>
          </p:grpSpPr>
          <p:sp>
            <p:nvSpPr>
              <p:cNvPr id="332838" name="Rectangle 40">
                <a:extLst>
                  <a:ext uri="{FF2B5EF4-FFF2-40B4-BE49-F238E27FC236}">
                    <a16:creationId xmlns:a16="http://schemas.microsoft.com/office/drawing/2014/main" id="{FAB2BE40-8C6A-4C2C-8DAC-4459463AA862}"/>
                  </a:ext>
                </a:extLst>
              </p:cNvPr>
              <p:cNvSpPr>
                <a:spLocks noChangeArrowheads="1"/>
              </p:cNvSpPr>
              <p:nvPr/>
            </p:nvSpPr>
            <p:spPr bwMode="auto">
              <a:xfrm>
                <a:off x="2592" y="1680"/>
                <a:ext cx="43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5C22EC"/>
                    </a:solidFill>
                    <a:latin typeface="Arial" panose="020B0604020202020204" pitchFamily="34" charset="0"/>
                    <a:ea typeface="文鼎细圆" pitchFamily="49" charset="-122"/>
                  </a:rPr>
                  <a:t>F1</a:t>
                </a:r>
              </a:p>
            </p:txBody>
          </p:sp>
          <p:sp>
            <p:nvSpPr>
              <p:cNvPr id="332839" name="Line 41">
                <a:extLst>
                  <a:ext uri="{FF2B5EF4-FFF2-40B4-BE49-F238E27FC236}">
                    <a16:creationId xmlns:a16="http://schemas.microsoft.com/office/drawing/2014/main" id="{F6A9E5DC-06E0-46D1-83F9-1316D773BE9A}"/>
                  </a:ext>
                </a:extLst>
              </p:cNvPr>
              <p:cNvSpPr>
                <a:spLocks noChangeShapeType="1"/>
              </p:cNvSpPr>
              <p:nvPr/>
            </p:nvSpPr>
            <p:spPr bwMode="auto">
              <a:xfrm>
                <a:off x="2640" y="1872"/>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40" name="Line 42">
                <a:extLst>
                  <a:ext uri="{FF2B5EF4-FFF2-40B4-BE49-F238E27FC236}">
                    <a16:creationId xmlns:a16="http://schemas.microsoft.com/office/drawing/2014/main" id="{4471BF4E-8578-406D-96A1-77D1680CF66B}"/>
                  </a:ext>
                </a:extLst>
              </p:cNvPr>
              <p:cNvSpPr>
                <a:spLocks noChangeShapeType="1"/>
              </p:cNvSpPr>
              <p:nvPr/>
            </p:nvSpPr>
            <p:spPr bwMode="auto">
              <a:xfrm>
                <a:off x="2640" y="1680"/>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2826" name="Group 43">
              <a:extLst>
                <a:ext uri="{FF2B5EF4-FFF2-40B4-BE49-F238E27FC236}">
                  <a16:creationId xmlns:a16="http://schemas.microsoft.com/office/drawing/2014/main" id="{334C7669-A254-4C47-94B6-F9930A9E3056}"/>
                </a:ext>
              </a:extLst>
            </p:cNvPr>
            <p:cNvGrpSpPr>
              <a:grpSpLocks/>
            </p:cNvGrpSpPr>
            <p:nvPr/>
          </p:nvGrpSpPr>
          <p:grpSpPr bwMode="auto">
            <a:xfrm>
              <a:off x="3600" y="2592"/>
              <a:ext cx="432" cy="192"/>
              <a:chOff x="2592" y="1680"/>
              <a:chExt cx="432" cy="192"/>
            </a:xfrm>
          </p:grpSpPr>
          <p:sp>
            <p:nvSpPr>
              <p:cNvPr id="332835" name="Rectangle 44">
                <a:extLst>
                  <a:ext uri="{FF2B5EF4-FFF2-40B4-BE49-F238E27FC236}">
                    <a16:creationId xmlns:a16="http://schemas.microsoft.com/office/drawing/2014/main" id="{7F933C60-002A-47F9-82B7-3E35836DB85B}"/>
                  </a:ext>
                </a:extLst>
              </p:cNvPr>
              <p:cNvSpPr>
                <a:spLocks noChangeArrowheads="1"/>
              </p:cNvSpPr>
              <p:nvPr/>
            </p:nvSpPr>
            <p:spPr bwMode="auto">
              <a:xfrm>
                <a:off x="2592" y="1680"/>
                <a:ext cx="43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5C22EC"/>
                    </a:solidFill>
                    <a:latin typeface="Arial" panose="020B0604020202020204" pitchFamily="34" charset="0"/>
                    <a:ea typeface="文鼎细圆" pitchFamily="49" charset="-122"/>
                  </a:rPr>
                  <a:t>F5</a:t>
                </a:r>
              </a:p>
            </p:txBody>
          </p:sp>
          <p:sp>
            <p:nvSpPr>
              <p:cNvPr id="332836" name="Line 45">
                <a:extLst>
                  <a:ext uri="{FF2B5EF4-FFF2-40B4-BE49-F238E27FC236}">
                    <a16:creationId xmlns:a16="http://schemas.microsoft.com/office/drawing/2014/main" id="{82FDB4AC-6B56-4F27-A6FD-68D9B6D388B0}"/>
                  </a:ext>
                </a:extLst>
              </p:cNvPr>
              <p:cNvSpPr>
                <a:spLocks noChangeShapeType="1"/>
              </p:cNvSpPr>
              <p:nvPr/>
            </p:nvSpPr>
            <p:spPr bwMode="auto">
              <a:xfrm>
                <a:off x="2640" y="1872"/>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7" name="Line 46">
                <a:extLst>
                  <a:ext uri="{FF2B5EF4-FFF2-40B4-BE49-F238E27FC236}">
                    <a16:creationId xmlns:a16="http://schemas.microsoft.com/office/drawing/2014/main" id="{F9E81504-3AF4-43F2-A548-308B3578E321}"/>
                  </a:ext>
                </a:extLst>
              </p:cNvPr>
              <p:cNvSpPr>
                <a:spLocks noChangeShapeType="1"/>
              </p:cNvSpPr>
              <p:nvPr/>
            </p:nvSpPr>
            <p:spPr bwMode="auto">
              <a:xfrm>
                <a:off x="2640" y="1680"/>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2827" name="Group 47">
              <a:extLst>
                <a:ext uri="{FF2B5EF4-FFF2-40B4-BE49-F238E27FC236}">
                  <a16:creationId xmlns:a16="http://schemas.microsoft.com/office/drawing/2014/main" id="{E52BC741-D2A8-4240-BFDA-9374ED17BFF5}"/>
                </a:ext>
              </a:extLst>
            </p:cNvPr>
            <p:cNvGrpSpPr>
              <a:grpSpLocks/>
            </p:cNvGrpSpPr>
            <p:nvPr/>
          </p:nvGrpSpPr>
          <p:grpSpPr bwMode="auto">
            <a:xfrm>
              <a:off x="4752" y="2592"/>
              <a:ext cx="432" cy="192"/>
              <a:chOff x="2592" y="1680"/>
              <a:chExt cx="432" cy="192"/>
            </a:xfrm>
          </p:grpSpPr>
          <p:sp>
            <p:nvSpPr>
              <p:cNvPr id="332832" name="Rectangle 48">
                <a:extLst>
                  <a:ext uri="{FF2B5EF4-FFF2-40B4-BE49-F238E27FC236}">
                    <a16:creationId xmlns:a16="http://schemas.microsoft.com/office/drawing/2014/main" id="{A714AF5C-0735-482D-813A-56C0A92EEDD7}"/>
                  </a:ext>
                </a:extLst>
              </p:cNvPr>
              <p:cNvSpPr>
                <a:spLocks noChangeArrowheads="1"/>
              </p:cNvSpPr>
              <p:nvPr/>
            </p:nvSpPr>
            <p:spPr bwMode="auto">
              <a:xfrm>
                <a:off x="2592" y="1680"/>
                <a:ext cx="43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5C22EC"/>
                    </a:solidFill>
                    <a:latin typeface="Arial" panose="020B0604020202020204" pitchFamily="34" charset="0"/>
                    <a:ea typeface="文鼎细圆" pitchFamily="49" charset="-122"/>
                  </a:rPr>
                  <a:t>F6</a:t>
                </a:r>
              </a:p>
            </p:txBody>
          </p:sp>
          <p:sp>
            <p:nvSpPr>
              <p:cNvPr id="332833" name="Line 49">
                <a:extLst>
                  <a:ext uri="{FF2B5EF4-FFF2-40B4-BE49-F238E27FC236}">
                    <a16:creationId xmlns:a16="http://schemas.microsoft.com/office/drawing/2014/main" id="{4CBAEF78-9606-4E72-B5F3-243382AD2AFC}"/>
                  </a:ext>
                </a:extLst>
              </p:cNvPr>
              <p:cNvSpPr>
                <a:spLocks noChangeShapeType="1"/>
              </p:cNvSpPr>
              <p:nvPr/>
            </p:nvSpPr>
            <p:spPr bwMode="auto">
              <a:xfrm>
                <a:off x="2640" y="1872"/>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4" name="Line 50">
                <a:extLst>
                  <a:ext uri="{FF2B5EF4-FFF2-40B4-BE49-F238E27FC236}">
                    <a16:creationId xmlns:a16="http://schemas.microsoft.com/office/drawing/2014/main" id="{C40FB2BE-6F8E-4087-AF66-1DED72DAA8D4}"/>
                  </a:ext>
                </a:extLst>
              </p:cNvPr>
              <p:cNvSpPr>
                <a:spLocks noChangeShapeType="1"/>
              </p:cNvSpPr>
              <p:nvPr/>
            </p:nvSpPr>
            <p:spPr bwMode="auto">
              <a:xfrm>
                <a:off x="2640" y="1680"/>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32828" name="Group 51">
              <a:extLst>
                <a:ext uri="{FF2B5EF4-FFF2-40B4-BE49-F238E27FC236}">
                  <a16:creationId xmlns:a16="http://schemas.microsoft.com/office/drawing/2014/main" id="{0BC9DA91-796E-4913-ADEE-DCD95804B6D9}"/>
                </a:ext>
              </a:extLst>
            </p:cNvPr>
            <p:cNvGrpSpPr>
              <a:grpSpLocks/>
            </p:cNvGrpSpPr>
            <p:nvPr/>
          </p:nvGrpSpPr>
          <p:grpSpPr bwMode="auto">
            <a:xfrm>
              <a:off x="2496" y="3600"/>
              <a:ext cx="432" cy="192"/>
              <a:chOff x="2592" y="1680"/>
              <a:chExt cx="432" cy="192"/>
            </a:xfrm>
          </p:grpSpPr>
          <p:sp>
            <p:nvSpPr>
              <p:cNvPr id="332829" name="Rectangle 52">
                <a:extLst>
                  <a:ext uri="{FF2B5EF4-FFF2-40B4-BE49-F238E27FC236}">
                    <a16:creationId xmlns:a16="http://schemas.microsoft.com/office/drawing/2014/main" id="{A75EC9CB-BF65-4366-8492-ADF699A9746E}"/>
                  </a:ext>
                </a:extLst>
              </p:cNvPr>
              <p:cNvSpPr>
                <a:spLocks noChangeArrowheads="1"/>
              </p:cNvSpPr>
              <p:nvPr/>
            </p:nvSpPr>
            <p:spPr bwMode="auto">
              <a:xfrm>
                <a:off x="2592" y="1680"/>
                <a:ext cx="432"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solidFill>
                      <a:srgbClr val="5C22EC"/>
                    </a:solidFill>
                    <a:latin typeface="Arial" panose="020B0604020202020204" pitchFamily="34" charset="0"/>
                    <a:ea typeface="文鼎细圆" pitchFamily="49" charset="-122"/>
                  </a:rPr>
                  <a:t>F7</a:t>
                </a:r>
              </a:p>
            </p:txBody>
          </p:sp>
          <p:sp>
            <p:nvSpPr>
              <p:cNvPr id="332830" name="Line 53">
                <a:extLst>
                  <a:ext uri="{FF2B5EF4-FFF2-40B4-BE49-F238E27FC236}">
                    <a16:creationId xmlns:a16="http://schemas.microsoft.com/office/drawing/2014/main" id="{1F5AC64D-DC99-469F-BD42-B3CC349C4C65}"/>
                  </a:ext>
                </a:extLst>
              </p:cNvPr>
              <p:cNvSpPr>
                <a:spLocks noChangeShapeType="1"/>
              </p:cNvSpPr>
              <p:nvPr/>
            </p:nvSpPr>
            <p:spPr bwMode="auto">
              <a:xfrm>
                <a:off x="2640" y="1872"/>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31" name="Line 54">
                <a:extLst>
                  <a:ext uri="{FF2B5EF4-FFF2-40B4-BE49-F238E27FC236}">
                    <a16:creationId xmlns:a16="http://schemas.microsoft.com/office/drawing/2014/main" id="{DBA7D8CE-5DCC-4063-89B6-4229520C26E6}"/>
                  </a:ext>
                </a:extLst>
              </p:cNvPr>
              <p:cNvSpPr>
                <a:spLocks noChangeShapeType="1"/>
              </p:cNvSpPr>
              <p:nvPr/>
            </p:nvSpPr>
            <p:spPr bwMode="auto">
              <a:xfrm>
                <a:off x="2640" y="1680"/>
                <a:ext cx="384" cy="0"/>
              </a:xfrm>
              <a:prstGeom prst="line">
                <a:avLst/>
              </a:prstGeom>
              <a:noFill/>
              <a:ln w="38100" cmpd="dbl">
                <a:solidFill>
                  <a:srgbClr val="116EEB"/>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991711" name="Rectangle 31">
            <a:extLst>
              <a:ext uri="{FF2B5EF4-FFF2-40B4-BE49-F238E27FC236}">
                <a16:creationId xmlns:a16="http://schemas.microsoft.com/office/drawing/2014/main" id="{74455BC7-A594-4116-A911-4E5361C261DA}"/>
              </a:ext>
            </a:extLst>
          </p:cNvPr>
          <p:cNvSpPr>
            <a:spLocks noChangeArrowheads="1"/>
          </p:cNvSpPr>
          <p:nvPr/>
        </p:nvSpPr>
        <p:spPr bwMode="auto">
          <a:xfrm>
            <a:off x="838200" y="2133600"/>
            <a:ext cx="2438400" cy="1828800"/>
          </a:xfrm>
          <a:prstGeom prst="rect">
            <a:avLst/>
          </a:prstGeom>
          <a:noFill/>
          <a:ln w="38100" cmpd="dbl">
            <a:solidFill>
              <a:srgbClr val="F89A60"/>
            </a:solidFill>
            <a:miter lim="800000"/>
            <a:headEnd/>
            <a:tailEnd/>
          </a:ln>
          <a:effectLst/>
        </p:spPr>
        <p:txBody>
          <a:bodyPr wrap="none"/>
          <a:lstStyle/>
          <a:p>
            <a:pPr>
              <a:defRPr/>
            </a:pPr>
            <a:r>
              <a:rPr lang="zh-CN" altLang="en-US" sz="1800" b="1">
                <a:effectLst>
                  <a:outerShdw blurRad="38100" dist="38100" dir="2700000" algn="tl">
                    <a:srgbClr val="000000"/>
                  </a:outerShdw>
                </a:effectLst>
                <a:latin typeface="幼圆" pitchFamily="49" charset="-122"/>
                <a:ea typeface="幼圆" pitchFamily="49" charset="-122"/>
              </a:rPr>
              <a:t>加工名称:</a:t>
            </a:r>
          </a:p>
          <a:p>
            <a:pPr>
              <a:defRPr/>
            </a:pPr>
            <a:r>
              <a:rPr lang="en-US" altLang="zh-CN" sz="2000" b="1">
                <a:effectLst>
                  <a:outerShdw blurRad="38100" dist="38100" dir="2700000" algn="tl">
                    <a:srgbClr val="000000"/>
                  </a:outerShdw>
                </a:effectLst>
                <a:latin typeface="Times New Roman" charset="0"/>
              </a:rPr>
              <a:t>2.1 </a:t>
            </a:r>
            <a:r>
              <a:rPr lang="zh-CN" altLang="en-US" sz="1800" b="1">
                <a:effectLst>
                  <a:outerShdw blurRad="38100" dist="38100" dir="2700000" algn="tl">
                    <a:srgbClr val="000000"/>
                  </a:outerShdw>
                </a:effectLst>
                <a:latin typeface="幼圆" pitchFamily="49" charset="-122"/>
                <a:ea typeface="幼圆" pitchFamily="49" charset="-122"/>
              </a:rPr>
              <a:t>按书号汇总缺书</a:t>
            </a:r>
          </a:p>
          <a:p>
            <a:pPr>
              <a:defRPr/>
            </a:pPr>
            <a:r>
              <a:rPr lang="en-US" altLang="zh-CN" sz="2000" b="1">
                <a:effectLst>
                  <a:outerShdw blurRad="38100" dist="38100" dir="2700000" algn="tl">
                    <a:srgbClr val="000000"/>
                  </a:outerShdw>
                </a:effectLst>
                <a:latin typeface="Times New Roman" charset="0"/>
              </a:rPr>
              <a:t>2.2 </a:t>
            </a:r>
            <a:r>
              <a:rPr lang="zh-CN" altLang="en-US" sz="1800" b="1">
                <a:effectLst>
                  <a:outerShdw blurRad="38100" dist="38100" dir="2700000" algn="tl">
                    <a:srgbClr val="000000"/>
                  </a:outerShdw>
                </a:effectLst>
                <a:latin typeface="幼圆" pitchFamily="49" charset="-122"/>
                <a:ea typeface="幼圆" pitchFamily="49" charset="-122"/>
              </a:rPr>
              <a:t>按出版社汇总缺书</a:t>
            </a:r>
          </a:p>
          <a:p>
            <a:pPr>
              <a:defRPr/>
            </a:pPr>
            <a:r>
              <a:rPr lang="en-US" altLang="zh-CN" sz="2000" b="1">
                <a:effectLst>
                  <a:outerShdw blurRad="38100" dist="38100" dir="2700000" algn="tl">
                    <a:srgbClr val="000000"/>
                  </a:outerShdw>
                </a:effectLst>
                <a:latin typeface="Times New Roman" charset="0"/>
              </a:rPr>
              <a:t>2.3 </a:t>
            </a:r>
            <a:r>
              <a:rPr lang="zh-CN" altLang="en-US" sz="1800" b="1">
                <a:effectLst>
                  <a:outerShdw blurRad="38100" dist="38100" dir="2700000" algn="tl">
                    <a:srgbClr val="000000"/>
                  </a:outerShdw>
                </a:effectLst>
                <a:latin typeface="幼圆" pitchFamily="49" charset="-122"/>
                <a:ea typeface="幼圆" pitchFamily="49" charset="-122"/>
              </a:rPr>
              <a:t>修改教材库存和待</a:t>
            </a:r>
          </a:p>
          <a:p>
            <a:pPr>
              <a:defRPr/>
            </a:pPr>
            <a:r>
              <a:rPr lang="zh-CN" altLang="en-US" sz="1800" b="1">
                <a:effectLst>
                  <a:outerShdw blurRad="38100" dist="38100" dir="2700000" algn="tl">
                    <a:srgbClr val="000000"/>
                  </a:outerShdw>
                </a:effectLst>
                <a:latin typeface="幼圆" pitchFamily="49" charset="-122"/>
                <a:ea typeface="幼圆" pitchFamily="49" charset="-122"/>
              </a:rPr>
              <a:t>   购量</a:t>
            </a:r>
          </a:p>
        </p:txBody>
      </p:sp>
      <p:sp>
        <p:nvSpPr>
          <p:cNvPr id="1991712" name="Rectangle 32">
            <a:extLst>
              <a:ext uri="{FF2B5EF4-FFF2-40B4-BE49-F238E27FC236}">
                <a16:creationId xmlns:a16="http://schemas.microsoft.com/office/drawing/2014/main" id="{ACDF5E7B-0F32-4EFB-8BB7-7FF53F36D7D5}"/>
              </a:ext>
            </a:extLst>
          </p:cNvPr>
          <p:cNvSpPr>
            <a:spLocks noChangeArrowheads="1"/>
          </p:cNvSpPr>
          <p:nvPr/>
        </p:nvSpPr>
        <p:spPr bwMode="auto">
          <a:xfrm>
            <a:off x="838200" y="4038600"/>
            <a:ext cx="1905000" cy="1981200"/>
          </a:xfrm>
          <a:prstGeom prst="rect">
            <a:avLst/>
          </a:prstGeom>
          <a:noFill/>
          <a:ln w="38100" cmpd="dbl">
            <a:solidFill>
              <a:srgbClr val="F89A60"/>
            </a:solidFill>
            <a:miter lim="800000"/>
            <a:headEnd/>
            <a:tailEnd/>
          </a:ln>
          <a:effectLst/>
        </p:spPr>
        <p:txBody>
          <a:bodyPr wrap="none" anchor="ctr"/>
          <a:lstStyle/>
          <a:p>
            <a:pPr>
              <a:defRPr/>
            </a:pPr>
            <a:r>
              <a:rPr lang="zh-CN" altLang="en-US" sz="1800" b="1">
                <a:effectLst>
                  <a:outerShdw blurRad="38100" dist="38100" dir="2700000" algn="tl">
                    <a:srgbClr val="000000"/>
                  </a:outerShdw>
                </a:effectLst>
                <a:latin typeface="幼圆" pitchFamily="49" charset="-122"/>
                <a:ea typeface="幼圆" pitchFamily="49" charset="-122"/>
              </a:rPr>
              <a:t>文件名称:</a:t>
            </a:r>
          </a:p>
          <a:p>
            <a:pPr>
              <a:defRPr/>
            </a:pPr>
            <a:r>
              <a:rPr lang="en-US" altLang="zh-CN" sz="1800" b="1">
                <a:effectLst>
                  <a:outerShdw blurRad="38100" dist="38100" dir="2700000" algn="tl">
                    <a:srgbClr val="000000"/>
                  </a:outerShdw>
                </a:effectLst>
                <a:latin typeface="Arial" charset="0"/>
                <a:ea typeface="文鼎细圆" pitchFamily="49" charset="-122"/>
              </a:rPr>
              <a:t>F1</a:t>
            </a:r>
            <a:r>
              <a:rPr lang="en-US" altLang="zh-CN" sz="1600" b="1">
                <a:effectLst>
                  <a:outerShdw blurRad="38100" dist="38100" dir="2700000" algn="tl">
                    <a:srgbClr val="000000"/>
                  </a:outerShdw>
                </a:effectLst>
                <a:latin typeface="黑体" pitchFamily="2" charset="-122"/>
                <a:ea typeface="黑体" pitchFamily="2" charset="-122"/>
              </a:rPr>
              <a:t> </a:t>
            </a:r>
            <a:r>
              <a:rPr lang="zh-CN" altLang="en-US" sz="1800" b="1">
                <a:effectLst>
                  <a:outerShdw blurRad="38100" dist="38100" dir="2700000" algn="tl">
                    <a:srgbClr val="000000"/>
                  </a:outerShdw>
                </a:effectLst>
                <a:latin typeface="幼圆" pitchFamily="49" charset="-122"/>
                <a:ea typeface="幼圆" pitchFamily="49" charset="-122"/>
              </a:rPr>
              <a:t>教材存量表</a:t>
            </a:r>
          </a:p>
          <a:p>
            <a:pPr>
              <a:defRPr/>
            </a:pPr>
            <a:r>
              <a:rPr lang="en-US" altLang="zh-CN" sz="1800" b="1">
                <a:effectLst>
                  <a:outerShdw blurRad="38100" dist="38100" dir="2700000" algn="tl">
                    <a:srgbClr val="000000"/>
                  </a:outerShdw>
                </a:effectLst>
                <a:latin typeface="Arial" charset="0"/>
                <a:ea typeface="文鼎细圆" pitchFamily="49" charset="-122"/>
              </a:rPr>
              <a:t>F2</a:t>
            </a:r>
            <a:r>
              <a:rPr lang="en-US" altLang="zh-CN" sz="1600" b="1">
                <a:effectLst>
                  <a:outerShdw blurRad="38100" dist="38100" dir="2700000" algn="tl">
                    <a:srgbClr val="000000"/>
                  </a:outerShdw>
                </a:effectLst>
                <a:latin typeface="黑体" pitchFamily="2" charset="-122"/>
                <a:ea typeface="黑体" pitchFamily="2" charset="-122"/>
              </a:rPr>
              <a:t> </a:t>
            </a:r>
            <a:r>
              <a:rPr lang="zh-CN" altLang="en-US" sz="1800" b="1">
                <a:effectLst>
                  <a:outerShdw blurRad="38100" dist="38100" dir="2700000" algn="tl">
                    <a:srgbClr val="000000"/>
                  </a:outerShdw>
                </a:effectLst>
                <a:latin typeface="幼圆" pitchFamily="49" charset="-122"/>
                <a:ea typeface="幼圆" pitchFamily="49" charset="-122"/>
              </a:rPr>
              <a:t>缺书登记表</a:t>
            </a:r>
          </a:p>
          <a:p>
            <a:pPr>
              <a:defRPr/>
            </a:pPr>
            <a:r>
              <a:rPr lang="en-US" altLang="zh-CN" sz="1800" b="1">
                <a:effectLst>
                  <a:outerShdw blurRad="38100" dist="38100" dir="2700000" algn="tl">
                    <a:srgbClr val="000000"/>
                  </a:outerShdw>
                </a:effectLst>
                <a:latin typeface="Arial" charset="0"/>
                <a:ea typeface="文鼎细圆" pitchFamily="49" charset="-122"/>
              </a:rPr>
              <a:t>F5</a:t>
            </a:r>
            <a:r>
              <a:rPr lang="en-US" altLang="zh-CN" sz="1600" b="1">
                <a:effectLst>
                  <a:outerShdw blurRad="38100" dist="38100" dir="2700000" algn="tl">
                    <a:srgbClr val="000000"/>
                  </a:outerShdw>
                </a:effectLst>
                <a:latin typeface="黑体" pitchFamily="2" charset="-122"/>
                <a:ea typeface="黑体" pitchFamily="2" charset="-122"/>
              </a:rPr>
              <a:t> </a:t>
            </a:r>
            <a:r>
              <a:rPr lang="zh-CN" altLang="en-US" sz="1800" b="1">
                <a:effectLst>
                  <a:outerShdw blurRad="38100" dist="38100" dir="2700000" algn="tl">
                    <a:srgbClr val="000000"/>
                  </a:outerShdw>
                </a:effectLst>
                <a:latin typeface="幼圆" pitchFamily="49" charset="-122"/>
                <a:ea typeface="幼圆" pitchFamily="49" charset="-122"/>
              </a:rPr>
              <a:t>待购教材表</a:t>
            </a:r>
          </a:p>
          <a:p>
            <a:pPr>
              <a:defRPr/>
            </a:pPr>
            <a:r>
              <a:rPr lang="en-US" altLang="zh-CN" sz="1800" b="1">
                <a:effectLst>
                  <a:outerShdw blurRad="38100" dist="38100" dir="2700000" algn="tl">
                    <a:srgbClr val="000000"/>
                  </a:outerShdw>
                </a:effectLst>
                <a:latin typeface="Arial" charset="0"/>
                <a:ea typeface="文鼎细圆" pitchFamily="49" charset="-122"/>
              </a:rPr>
              <a:t>F6</a:t>
            </a:r>
            <a:r>
              <a:rPr lang="en-US" altLang="zh-CN" sz="1600" b="1">
                <a:effectLst>
                  <a:outerShdw blurRad="38100" dist="38100" dir="2700000" algn="tl">
                    <a:srgbClr val="000000"/>
                  </a:outerShdw>
                </a:effectLst>
                <a:latin typeface="黑体" pitchFamily="2" charset="-122"/>
                <a:ea typeface="黑体" pitchFamily="2" charset="-122"/>
              </a:rPr>
              <a:t> </a:t>
            </a:r>
            <a:r>
              <a:rPr lang="zh-CN" altLang="en-US" sz="1800" b="1">
                <a:effectLst>
                  <a:outerShdw blurRad="38100" dist="38100" dir="2700000" algn="tl">
                    <a:srgbClr val="000000"/>
                  </a:outerShdw>
                </a:effectLst>
                <a:latin typeface="幼圆" pitchFamily="49" charset="-122"/>
                <a:ea typeface="幼圆" pitchFamily="49" charset="-122"/>
              </a:rPr>
              <a:t>教材一览表</a:t>
            </a:r>
          </a:p>
          <a:p>
            <a:pPr>
              <a:defRPr/>
            </a:pPr>
            <a:r>
              <a:rPr lang="en-US" altLang="zh-CN" sz="1800" b="1">
                <a:effectLst>
                  <a:outerShdw blurRad="38100" dist="38100" dir="2700000" algn="tl">
                    <a:srgbClr val="000000"/>
                  </a:outerShdw>
                </a:effectLst>
                <a:latin typeface="Arial" charset="0"/>
                <a:ea typeface="文鼎细圆" pitchFamily="49" charset="-122"/>
              </a:rPr>
              <a:t>F7</a:t>
            </a:r>
            <a:r>
              <a:rPr lang="en-US" altLang="zh-CN" sz="1600" b="1">
                <a:effectLst>
                  <a:outerShdw blurRad="38100" dist="38100" dir="2700000" algn="tl">
                    <a:srgbClr val="000000"/>
                  </a:outerShdw>
                </a:effectLst>
                <a:latin typeface="黑体" pitchFamily="2" charset="-122"/>
                <a:ea typeface="黑体" pitchFamily="2" charset="-122"/>
              </a:rPr>
              <a:t> </a:t>
            </a:r>
            <a:r>
              <a:rPr lang="zh-CN" altLang="en-US" sz="1800" b="1">
                <a:effectLst>
                  <a:outerShdw blurRad="38100" dist="38100" dir="2700000" algn="tl">
                    <a:srgbClr val="000000"/>
                  </a:outerShdw>
                </a:effectLst>
                <a:latin typeface="幼圆" pitchFamily="49" charset="-122"/>
                <a:ea typeface="幼圆" pitchFamily="49" charset="-122"/>
              </a:rPr>
              <a:t>进书登记表</a:t>
            </a:r>
          </a:p>
        </p:txBody>
      </p:sp>
      <p:sp>
        <p:nvSpPr>
          <p:cNvPr id="332809" name="Line 57">
            <a:extLst>
              <a:ext uri="{FF2B5EF4-FFF2-40B4-BE49-F238E27FC236}">
                <a16:creationId xmlns:a16="http://schemas.microsoft.com/office/drawing/2014/main" id="{5D1022C0-2DFB-4D15-B7C2-47780E1BD4DA}"/>
              </a:ext>
            </a:extLst>
          </p:cNvPr>
          <p:cNvSpPr>
            <a:spLocks noChangeShapeType="1"/>
          </p:cNvSpPr>
          <p:nvPr/>
        </p:nvSpPr>
        <p:spPr bwMode="auto">
          <a:xfrm>
            <a:off x="1219200" y="3810000"/>
            <a:ext cx="0" cy="381000"/>
          </a:xfrm>
          <a:prstGeom prst="line">
            <a:avLst/>
          </a:prstGeom>
          <a:noFill/>
          <a:ln w="38100" cmpd="dbl">
            <a:solidFill>
              <a:srgbClr val="F89A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2810" name="Line 58">
            <a:extLst>
              <a:ext uri="{FF2B5EF4-FFF2-40B4-BE49-F238E27FC236}">
                <a16:creationId xmlns:a16="http://schemas.microsoft.com/office/drawing/2014/main" id="{68871DFB-C6FF-4645-B3F1-A290080FD1C7}"/>
              </a:ext>
            </a:extLst>
          </p:cNvPr>
          <p:cNvSpPr>
            <a:spLocks noChangeShapeType="1"/>
          </p:cNvSpPr>
          <p:nvPr/>
        </p:nvSpPr>
        <p:spPr bwMode="auto">
          <a:xfrm>
            <a:off x="2286000" y="3810000"/>
            <a:ext cx="0" cy="381000"/>
          </a:xfrm>
          <a:prstGeom prst="line">
            <a:avLst/>
          </a:prstGeom>
          <a:noFill/>
          <a:ln w="38100" cmpd="dbl">
            <a:solidFill>
              <a:srgbClr val="F89A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Rectangle 2">
            <a:extLst>
              <a:ext uri="{FF2B5EF4-FFF2-40B4-BE49-F238E27FC236}">
                <a16:creationId xmlns:a16="http://schemas.microsoft.com/office/drawing/2014/main" id="{A3C2110A-B144-4758-B76D-84B4A08093DA}"/>
              </a:ext>
            </a:extLst>
          </p:cNvPr>
          <p:cNvSpPr txBox="1">
            <a:spLocks noChangeArrowheads="1"/>
          </p:cNvSpPr>
          <p:nvPr/>
        </p:nvSpPr>
        <p:spPr>
          <a:xfrm>
            <a:off x="304800" y="122238"/>
            <a:ext cx="7924800" cy="1173162"/>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en-US" altLang="zh-CN" sz="3600" kern="0" dirty="0"/>
              <a:t>1. </a:t>
            </a:r>
            <a:r>
              <a:rPr lang="zh-CN" altLang="en-US" sz="3600" kern="0" dirty="0"/>
              <a:t>结构化方法</a:t>
            </a:r>
            <a:r>
              <a:rPr lang="en-US" altLang="zh-CN" sz="3600" kern="0" dirty="0"/>
              <a:t>-</a:t>
            </a:r>
            <a:r>
              <a:rPr lang="zh-CN" altLang="en-US" sz="3600" kern="0" dirty="0"/>
              <a:t>例题</a:t>
            </a:r>
            <a:endParaRPr lang="en-US" altLang="zh-CN" sz="3600" kern="0" dirty="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日期占位符 1">
            <a:extLst>
              <a:ext uri="{FF2B5EF4-FFF2-40B4-BE49-F238E27FC236}">
                <a16:creationId xmlns:a16="http://schemas.microsoft.com/office/drawing/2014/main" id="{06B1E247-5C4C-47A6-B324-B75D4F920D35}"/>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fld id="{1A08CF4D-468A-4DD8-836C-7572F1D89C45}" type="datetime1">
              <a:rPr lang="zh-CN" altLang="en-US" sz="1400" smtClean="0">
                <a:solidFill>
                  <a:schemeClr val="bg2"/>
                </a:solidFill>
                <a:latin typeface="幼圆" panose="02010509060101010101" pitchFamily="49" charset="-122"/>
                <a:ea typeface="幼圆" panose="02010509060101010101" pitchFamily="49" charset="-122"/>
              </a:rPr>
              <a:pPr algn="l"/>
              <a:t>2026/3/20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1993733" name="Rectangle 5">
            <a:extLst>
              <a:ext uri="{FF2B5EF4-FFF2-40B4-BE49-F238E27FC236}">
                <a16:creationId xmlns:a16="http://schemas.microsoft.com/office/drawing/2014/main" id="{8BA5F515-6416-41C6-A0E0-CC31E6C8E0F3}"/>
              </a:ext>
            </a:extLst>
          </p:cNvPr>
          <p:cNvSpPr>
            <a:spLocks noChangeArrowheads="1"/>
          </p:cNvSpPr>
          <p:nvPr/>
        </p:nvSpPr>
        <p:spPr bwMode="auto">
          <a:xfrm>
            <a:off x="3733800" y="2286000"/>
            <a:ext cx="1524000" cy="4572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采  购</a:t>
            </a:r>
          </a:p>
        </p:txBody>
      </p:sp>
      <p:sp>
        <p:nvSpPr>
          <p:cNvPr id="1993734" name="Rectangle 6">
            <a:extLst>
              <a:ext uri="{FF2B5EF4-FFF2-40B4-BE49-F238E27FC236}">
                <a16:creationId xmlns:a16="http://schemas.microsoft.com/office/drawing/2014/main" id="{C0C88448-C4E6-414C-9DF5-DF81AD67840A}"/>
              </a:ext>
            </a:extLst>
          </p:cNvPr>
          <p:cNvSpPr>
            <a:spLocks noChangeArrowheads="1"/>
          </p:cNvSpPr>
          <p:nvPr/>
        </p:nvSpPr>
        <p:spPr bwMode="auto">
          <a:xfrm>
            <a:off x="1447800" y="4876800"/>
            <a:ext cx="990600" cy="7620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按书号</a:t>
            </a:r>
          </a:p>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汇总</a:t>
            </a:r>
            <a:endParaRPr lang="en-US" altLang="zh-CN" sz="1800" b="1">
              <a:solidFill>
                <a:srgbClr val="046C36"/>
              </a:solidFill>
              <a:effectLst>
                <a:outerShdw blurRad="38100" dist="38100" dir="2700000" algn="tl">
                  <a:srgbClr val="000000"/>
                </a:outerShdw>
              </a:effectLst>
              <a:latin typeface="Times New Roman" charset="0"/>
              <a:ea typeface="华文细黑" pitchFamily="2" charset="-122"/>
            </a:endParaRPr>
          </a:p>
        </p:txBody>
      </p:sp>
      <p:sp>
        <p:nvSpPr>
          <p:cNvPr id="334854" name="Line 7">
            <a:extLst>
              <a:ext uri="{FF2B5EF4-FFF2-40B4-BE49-F238E27FC236}">
                <a16:creationId xmlns:a16="http://schemas.microsoft.com/office/drawing/2014/main" id="{2F1DCF96-D137-4BF0-BE2D-9F87BE75A34F}"/>
              </a:ext>
            </a:extLst>
          </p:cNvPr>
          <p:cNvSpPr>
            <a:spLocks noChangeShapeType="1"/>
          </p:cNvSpPr>
          <p:nvPr/>
        </p:nvSpPr>
        <p:spPr bwMode="auto">
          <a:xfrm>
            <a:off x="4572000" y="2667000"/>
            <a:ext cx="1295400" cy="762000"/>
          </a:xfrm>
          <a:prstGeom prst="line">
            <a:avLst/>
          </a:prstGeom>
          <a:noFill/>
          <a:ln w="9525">
            <a:solidFill>
              <a:srgbClr val="61F79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55" name="Line 8">
            <a:extLst>
              <a:ext uri="{FF2B5EF4-FFF2-40B4-BE49-F238E27FC236}">
                <a16:creationId xmlns:a16="http://schemas.microsoft.com/office/drawing/2014/main" id="{31BBDDDE-2FC5-4A16-9D75-EEBEF5EEA097}"/>
              </a:ext>
            </a:extLst>
          </p:cNvPr>
          <p:cNvSpPr>
            <a:spLocks noChangeShapeType="1"/>
          </p:cNvSpPr>
          <p:nvPr/>
        </p:nvSpPr>
        <p:spPr bwMode="auto">
          <a:xfrm flipH="1">
            <a:off x="3124200" y="2667000"/>
            <a:ext cx="1371600" cy="762000"/>
          </a:xfrm>
          <a:prstGeom prst="line">
            <a:avLst/>
          </a:prstGeom>
          <a:noFill/>
          <a:ln w="9525">
            <a:solidFill>
              <a:srgbClr val="61F793"/>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56" name="AutoShape 9">
            <a:extLst>
              <a:ext uri="{FF2B5EF4-FFF2-40B4-BE49-F238E27FC236}">
                <a16:creationId xmlns:a16="http://schemas.microsoft.com/office/drawing/2014/main" id="{D1B36B2E-A6B2-4047-AA10-AC2081BB8C53}"/>
              </a:ext>
            </a:extLst>
          </p:cNvPr>
          <p:cNvSpPr>
            <a:spLocks noChangeArrowheads="1"/>
          </p:cNvSpPr>
          <p:nvPr/>
        </p:nvSpPr>
        <p:spPr bwMode="auto">
          <a:xfrm>
            <a:off x="4419600" y="2590800"/>
            <a:ext cx="228600" cy="228600"/>
          </a:xfrm>
          <a:prstGeom prst="flowChartDecision">
            <a:avLst/>
          </a:prstGeom>
          <a:solidFill>
            <a:srgbClr val="61F793"/>
          </a:solidFill>
          <a:ln w="9525">
            <a:solidFill>
              <a:srgbClr val="61F793"/>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1993738" name="Text Box 10">
            <a:extLst>
              <a:ext uri="{FF2B5EF4-FFF2-40B4-BE49-F238E27FC236}">
                <a16:creationId xmlns:a16="http://schemas.microsoft.com/office/drawing/2014/main" id="{58B78979-2D92-433C-ACA8-88CAB4B050EF}"/>
              </a:ext>
            </a:extLst>
          </p:cNvPr>
          <p:cNvSpPr txBox="1">
            <a:spLocks noChangeArrowheads="1"/>
          </p:cNvSpPr>
          <p:nvPr/>
        </p:nvSpPr>
        <p:spPr bwMode="auto">
          <a:xfrm>
            <a:off x="1563688" y="3913188"/>
            <a:ext cx="717550" cy="517525"/>
          </a:xfrm>
          <a:prstGeom prst="rect">
            <a:avLst/>
          </a:prstGeom>
          <a:noFill/>
          <a:ln w="9525">
            <a:noFill/>
            <a:miter lim="800000"/>
            <a:headEnd/>
            <a:tailEnd/>
          </a:ln>
          <a:effectLst/>
        </p:spPr>
        <p:txBody>
          <a:bodyPr wrap="none">
            <a:spAutoFit/>
          </a:bodyPr>
          <a:lstStyle/>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缺书</a:t>
            </a:r>
          </a:p>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登记表</a:t>
            </a:r>
          </a:p>
        </p:txBody>
      </p:sp>
      <p:sp>
        <p:nvSpPr>
          <p:cNvPr id="1993739" name="Rectangle 11">
            <a:extLst>
              <a:ext uri="{FF2B5EF4-FFF2-40B4-BE49-F238E27FC236}">
                <a16:creationId xmlns:a16="http://schemas.microsoft.com/office/drawing/2014/main" id="{ED273116-CA9A-48DC-8211-C4FA10778062}"/>
              </a:ext>
            </a:extLst>
          </p:cNvPr>
          <p:cNvSpPr>
            <a:spLocks noChangeArrowheads="1"/>
          </p:cNvSpPr>
          <p:nvPr/>
        </p:nvSpPr>
        <p:spPr bwMode="auto">
          <a:xfrm>
            <a:off x="2514600" y="3429000"/>
            <a:ext cx="1219200" cy="4572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统计缺书</a:t>
            </a:r>
            <a:endParaRPr lang="en-US" altLang="zh-CN" sz="1800" b="1">
              <a:solidFill>
                <a:srgbClr val="046C36"/>
              </a:solidFill>
              <a:effectLst>
                <a:outerShdw blurRad="38100" dist="38100" dir="2700000" algn="tl">
                  <a:srgbClr val="000000"/>
                </a:outerShdw>
              </a:effectLst>
              <a:latin typeface="Times New Roman" charset="0"/>
              <a:ea typeface="华文细黑" pitchFamily="2" charset="-122"/>
            </a:endParaRPr>
          </a:p>
        </p:txBody>
      </p:sp>
      <p:sp>
        <p:nvSpPr>
          <p:cNvPr id="1993740" name="Rectangle 12">
            <a:extLst>
              <a:ext uri="{FF2B5EF4-FFF2-40B4-BE49-F238E27FC236}">
                <a16:creationId xmlns:a16="http://schemas.microsoft.com/office/drawing/2014/main" id="{A3C4C203-4BD4-4C41-AC5D-A30640782622}"/>
              </a:ext>
            </a:extLst>
          </p:cNvPr>
          <p:cNvSpPr>
            <a:spLocks noChangeArrowheads="1"/>
          </p:cNvSpPr>
          <p:nvPr/>
        </p:nvSpPr>
        <p:spPr bwMode="auto">
          <a:xfrm>
            <a:off x="5257800" y="3429000"/>
            <a:ext cx="1219200" cy="4572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登记进书</a:t>
            </a:r>
            <a:endParaRPr lang="en-US" altLang="zh-CN" sz="1800" b="1">
              <a:solidFill>
                <a:srgbClr val="046C36"/>
              </a:solidFill>
              <a:effectLst>
                <a:outerShdw blurRad="38100" dist="38100" dir="2700000" algn="tl">
                  <a:srgbClr val="000000"/>
                </a:outerShdw>
              </a:effectLst>
              <a:latin typeface="Times New Roman" charset="0"/>
              <a:ea typeface="华文细黑" pitchFamily="2" charset="-122"/>
            </a:endParaRPr>
          </a:p>
        </p:txBody>
      </p:sp>
      <p:sp>
        <p:nvSpPr>
          <p:cNvPr id="334860" name="Line 13">
            <a:extLst>
              <a:ext uri="{FF2B5EF4-FFF2-40B4-BE49-F238E27FC236}">
                <a16:creationId xmlns:a16="http://schemas.microsoft.com/office/drawing/2014/main" id="{3BBD00D3-373C-48B4-A418-A50B059B9CF8}"/>
              </a:ext>
            </a:extLst>
          </p:cNvPr>
          <p:cNvSpPr>
            <a:spLocks noChangeShapeType="1"/>
          </p:cNvSpPr>
          <p:nvPr/>
        </p:nvSpPr>
        <p:spPr bwMode="auto">
          <a:xfrm>
            <a:off x="3124200" y="3886200"/>
            <a:ext cx="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3742" name="Rectangle 14">
            <a:extLst>
              <a:ext uri="{FF2B5EF4-FFF2-40B4-BE49-F238E27FC236}">
                <a16:creationId xmlns:a16="http://schemas.microsoft.com/office/drawing/2014/main" id="{5C37F49C-952E-4CBA-A61C-A7A0B7D29C40}"/>
              </a:ext>
            </a:extLst>
          </p:cNvPr>
          <p:cNvSpPr>
            <a:spLocks noChangeArrowheads="1"/>
          </p:cNvSpPr>
          <p:nvPr/>
        </p:nvSpPr>
        <p:spPr bwMode="auto">
          <a:xfrm>
            <a:off x="2514600" y="4876800"/>
            <a:ext cx="1066800" cy="7620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按出版社</a:t>
            </a:r>
          </a:p>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汇总</a:t>
            </a:r>
            <a:endParaRPr lang="en-US" altLang="zh-CN" sz="1800" b="1">
              <a:solidFill>
                <a:srgbClr val="046C36"/>
              </a:solidFill>
              <a:effectLst>
                <a:outerShdw blurRad="38100" dist="38100" dir="2700000" algn="tl">
                  <a:srgbClr val="000000"/>
                </a:outerShdw>
              </a:effectLst>
              <a:latin typeface="Times New Roman" charset="0"/>
              <a:ea typeface="华文细黑" pitchFamily="2" charset="-122"/>
            </a:endParaRPr>
          </a:p>
        </p:txBody>
      </p:sp>
      <p:sp>
        <p:nvSpPr>
          <p:cNvPr id="1993743" name="Rectangle 15">
            <a:extLst>
              <a:ext uri="{FF2B5EF4-FFF2-40B4-BE49-F238E27FC236}">
                <a16:creationId xmlns:a16="http://schemas.microsoft.com/office/drawing/2014/main" id="{0392ED99-9648-443F-9ADA-8ECC8BBCF5AC}"/>
              </a:ext>
            </a:extLst>
          </p:cNvPr>
          <p:cNvSpPr>
            <a:spLocks noChangeArrowheads="1"/>
          </p:cNvSpPr>
          <p:nvPr/>
        </p:nvSpPr>
        <p:spPr bwMode="auto">
          <a:xfrm>
            <a:off x="3657600" y="4876800"/>
            <a:ext cx="990600" cy="7620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打印</a:t>
            </a:r>
          </a:p>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缺书单</a:t>
            </a:r>
            <a:endParaRPr lang="en-US" altLang="zh-CN" sz="1800" b="1">
              <a:solidFill>
                <a:srgbClr val="046C36"/>
              </a:solidFill>
              <a:effectLst>
                <a:outerShdw blurRad="38100" dist="38100" dir="2700000" algn="tl">
                  <a:srgbClr val="000000"/>
                </a:outerShdw>
              </a:effectLst>
              <a:latin typeface="Times New Roman" charset="0"/>
              <a:ea typeface="华文细黑" pitchFamily="2" charset="-122"/>
            </a:endParaRPr>
          </a:p>
        </p:txBody>
      </p:sp>
      <p:sp>
        <p:nvSpPr>
          <p:cNvPr id="1993744" name="Rectangle 16">
            <a:extLst>
              <a:ext uri="{FF2B5EF4-FFF2-40B4-BE49-F238E27FC236}">
                <a16:creationId xmlns:a16="http://schemas.microsoft.com/office/drawing/2014/main" id="{6C2675FB-ACE3-449A-AAE9-179F56A23B35}"/>
              </a:ext>
            </a:extLst>
          </p:cNvPr>
          <p:cNvSpPr>
            <a:spLocks noChangeArrowheads="1"/>
          </p:cNvSpPr>
          <p:nvPr/>
        </p:nvSpPr>
        <p:spPr bwMode="auto">
          <a:xfrm>
            <a:off x="4724400" y="4876800"/>
            <a:ext cx="1295400" cy="7620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修改</a:t>
            </a:r>
          </a:p>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教材存量表</a:t>
            </a:r>
            <a:endParaRPr lang="en-US" altLang="zh-CN" sz="1800" b="1">
              <a:solidFill>
                <a:srgbClr val="046C36"/>
              </a:solidFill>
              <a:effectLst>
                <a:outerShdw blurRad="38100" dist="38100" dir="2700000" algn="tl">
                  <a:srgbClr val="000000"/>
                </a:outerShdw>
              </a:effectLst>
              <a:latin typeface="Times New Roman" charset="0"/>
              <a:ea typeface="华文细黑" pitchFamily="2" charset="-122"/>
            </a:endParaRPr>
          </a:p>
        </p:txBody>
      </p:sp>
      <p:sp>
        <p:nvSpPr>
          <p:cNvPr id="334864" name="Line 17">
            <a:extLst>
              <a:ext uri="{FF2B5EF4-FFF2-40B4-BE49-F238E27FC236}">
                <a16:creationId xmlns:a16="http://schemas.microsoft.com/office/drawing/2014/main" id="{176A0855-411F-46F2-AFD3-EDC20221B022}"/>
              </a:ext>
            </a:extLst>
          </p:cNvPr>
          <p:cNvSpPr>
            <a:spLocks noChangeShapeType="1"/>
          </p:cNvSpPr>
          <p:nvPr/>
        </p:nvSpPr>
        <p:spPr bwMode="auto">
          <a:xfrm>
            <a:off x="3276600" y="3886200"/>
            <a:ext cx="9144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65" name="Line 18">
            <a:extLst>
              <a:ext uri="{FF2B5EF4-FFF2-40B4-BE49-F238E27FC236}">
                <a16:creationId xmlns:a16="http://schemas.microsoft.com/office/drawing/2014/main" id="{57714655-45EA-4BFC-A17D-A94C1079F038}"/>
              </a:ext>
            </a:extLst>
          </p:cNvPr>
          <p:cNvSpPr>
            <a:spLocks noChangeShapeType="1"/>
          </p:cNvSpPr>
          <p:nvPr/>
        </p:nvSpPr>
        <p:spPr bwMode="auto">
          <a:xfrm flipH="1">
            <a:off x="2057400" y="3886200"/>
            <a:ext cx="9144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66" name="Line 19">
            <a:extLst>
              <a:ext uri="{FF2B5EF4-FFF2-40B4-BE49-F238E27FC236}">
                <a16:creationId xmlns:a16="http://schemas.microsoft.com/office/drawing/2014/main" id="{729A1080-7F48-4E77-80AA-D9C328CCA701}"/>
              </a:ext>
            </a:extLst>
          </p:cNvPr>
          <p:cNvSpPr>
            <a:spLocks noChangeShapeType="1"/>
          </p:cNvSpPr>
          <p:nvPr/>
        </p:nvSpPr>
        <p:spPr bwMode="auto">
          <a:xfrm flipH="1">
            <a:off x="5257800" y="3886200"/>
            <a:ext cx="5334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3748" name="Rectangle 20">
            <a:extLst>
              <a:ext uri="{FF2B5EF4-FFF2-40B4-BE49-F238E27FC236}">
                <a16:creationId xmlns:a16="http://schemas.microsoft.com/office/drawing/2014/main" id="{E4E50466-CB03-4798-B248-A273B7A44D79}"/>
              </a:ext>
            </a:extLst>
          </p:cNvPr>
          <p:cNvSpPr>
            <a:spLocks noChangeArrowheads="1"/>
          </p:cNvSpPr>
          <p:nvPr/>
        </p:nvSpPr>
        <p:spPr bwMode="auto">
          <a:xfrm>
            <a:off x="6096000" y="4876800"/>
            <a:ext cx="1371600" cy="762000"/>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修改</a:t>
            </a:r>
          </a:p>
          <a:p>
            <a:pPr algn="ctr">
              <a:defRPr/>
            </a:pPr>
            <a:r>
              <a:rPr lang="zh-CN" altLang="en-US" sz="1800" b="1">
                <a:solidFill>
                  <a:srgbClr val="046C36"/>
                </a:solidFill>
                <a:effectLst>
                  <a:outerShdw blurRad="38100" dist="38100" dir="2700000" algn="tl">
                    <a:srgbClr val="000000"/>
                  </a:outerShdw>
                </a:effectLst>
                <a:latin typeface="Times New Roman" charset="0"/>
                <a:ea typeface="华文细黑" pitchFamily="2" charset="-122"/>
              </a:rPr>
              <a:t>教材待购量</a:t>
            </a:r>
          </a:p>
        </p:txBody>
      </p:sp>
      <p:sp>
        <p:nvSpPr>
          <p:cNvPr id="334868" name="Line 21">
            <a:extLst>
              <a:ext uri="{FF2B5EF4-FFF2-40B4-BE49-F238E27FC236}">
                <a16:creationId xmlns:a16="http://schemas.microsoft.com/office/drawing/2014/main" id="{C5A0388F-9943-44B8-8F60-E76500362F48}"/>
              </a:ext>
            </a:extLst>
          </p:cNvPr>
          <p:cNvSpPr>
            <a:spLocks noChangeShapeType="1"/>
          </p:cNvSpPr>
          <p:nvPr/>
        </p:nvSpPr>
        <p:spPr bwMode="auto">
          <a:xfrm>
            <a:off x="5943600" y="3886200"/>
            <a:ext cx="838200" cy="990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69" name="Line 22">
            <a:extLst>
              <a:ext uri="{FF2B5EF4-FFF2-40B4-BE49-F238E27FC236}">
                <a16:creationId xmlns:a16="http://schemas.microsoft.com/office/drawing/2014/main" id="{320E1612-EE8B-44B3-BB01-62DD5DCCE650}"/>
              </a:ext>
            </a:extLst>
          </p:cNvPr>
          <p:cNvSpPr>
            <a:spLocks noChangeShapeType="1"/>
          </p:cNvSpPr>
          <p:nvPr/>
        </p:nvSpPr>
        <p:spPr bwMode="auto">
          <a:xfrm flipH="1">
            <a:off x="3352800" y="2819400"/>
            <a:ext cx="533400" cy="304800"/>
          </a:xfrm>
          <a:prstGeom prst="line">
            <a:avLst/>
          </a:prstGeom>
          <a:noFill/>
          <a:ln w="9525">
            <a:solidFill>
              <a:srgbClr val="5C22E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3751" name="Text Box 23">
            <a:extLst>
              <a:ext uri="{FF2B5EF4-FFF2-40B4-BE49-F238E27FC236}">
                <a16:creationId xmlns:a16="http://schemas.microsoft.com/office/drawing/2014/main" id="{A8CCA36A-97E1-433F-8D5D-129E3247637A}"/>
              </a:ext>
            </a:extLst>
          </p:cNvPr>
          <p:cNvSpPr txBox="1">
            <a:spLocks noChangeArrowheads="1"/>
          </p:cNvSpPr>
          <p:nvPr/>
        </p:nvSpPr>
        <p:spPr bwMode="auto">
          <a:xfrm>
            <a:off x="2819400" y="2667000"/>
            <a:ext cx="590550" cy="581025"/>
          </a:xfrm>
          <a:prstGeom prst="rect">
            <a:avLst/>
          </a:prstGeom>
          <a:noFill/>
          <a:ln w="9525">
            <a:noFill/>
            <a:miter lim="800000"/>
            <a:headEnd/>
            <a:tailEnd/>
          </a:ln>
          <a:effectLst/>
        </p:spPr>
        <p:txBody>
          <a:bodyPr wrap="none">
            <a:spAutoFit/>
          </a:bodyPr>
          <a:lstStyle/>
          <a:p>
            <a:pPr algn="ctr">
              <a:defRPr/>
            </a:pPr>
            <a:r>
              <a:rPr lang="zh-CN" altLang="en-US" sz="1600" b="1">
                <a:solidFill>
                  <a:srgbClr val="046C36"/>
                </a:solidFill>
                <a:effectLst>
                  <a:outerShdw blurRad="38100" dist="38100" dir="2700000" algn="tl">
                    <a:srgbClr val="000000"/>
                  </a:outerShdw>
                </a:effectLst>
                <a:latin typeface="Times New Roman" charset="0"/>
                <a:ea typeface="幼圆" pitchFamily="49" charset="-122"/>
              </a:rPr>
              <a:t>统计</a:t>
            </a:r>
          </a:p>
          <a:p>
            <a:pPr algn="ctr">
              <a:defRPr/>
            </a:pPr>
            <a:r>
              <a:rPr lang="zh-CN" altLang="en-US" sz="1600" b="1">
                <a:solidFill>
                  <a:srgbClr val="046C36"/>
                </a:solidFill>
                <a:effectLst>
                  <a:outerShdw blurRad="38100" dist="38100" dir="2700000" algn="tl">
                    <a:srgbClr val="000000"/>
                  </a:outerShdw>
                </a:effectLst>
                <a:latin typeface="Times New Roman" charset="0"/>
                <a:ea typeface="幼圆" pitchFamily="49" charset="-122"/>
              </a:rPr>
              <a:t>命令</a:t>
            </a:r>
          </a:p>
        </p:txBody>
      </p:sp>
      <p:sp>
        <p:nvSpPr>
          <p:cNvPr id="334871" name="Line 24">
            <a:extLst>
              <a:ext uri="{FF2B5EF4-FFF2-40B4-BE49-F238E27FC236}">
                <a16:creationId xmlns:a16="http://schemas.microsoft.com/office/drawing/2014/main" id="{F51385E5-67B4-4B98-9401-CBA44F2F6C87}"/>
              </a:ext>
            </a:extLst>
          </p:cNvPr>
          <p:cNvSpPr>
            <a:spLocks noChangeShapeType="1"/>
          </p:cNvSpPr>
          <p:nvPr/>
        </p:nvSpPr>
        <p:spPr bwMode="auto">
          <a:xfrm>
            <a:off x="5181600" y="2895600"/>
            <a:ext cx="533400" cy="304800"/>
          </a:xfrm>
          <a:prstGeom prst="line">
            <a:avLst/>
          </a:prstGeom>
          <a:noFill/>
          <a:ln w="9525">
            <a:solidFill>
              <a:srgbClr val="5C22E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3753" name="Text Box 25">
            <a:extLst>
              <a:ext uri="{FF2B5EF4-FFF2-40B4-BE49-F238E27FC236}">
                <a16:creationId xmlns:a16="http://schemas.microsoft.com/office/drawing/2014/main" id="{81D6DE61-5B8E-45D8-924F-7F73D2D25157}"/>
              </a:ext>
            </a:extLst>
          </p:cNvPr>
          <p:cNvSpPr txBox="1">
            <a:spLocks noChangeArrowheads="1"/>
          </p:cNvSpPr>
          <p:nvPr/>
        </p:nvSpPr>
        <p:spPr bwMode="auto">
          <a:xfrm>
            <a:off x="5715000" y="2667000"/>
            <a:ext cx="593725" cy="581025"/>
          </a:xfrm>
          <a:prstGeom prst="rect">
            <a:avLst/>
          </a:prstGeom>
          <a:noFill/>
          <a:ln w="9525">
            <a:noFill/>
            <a:miter lim="800000"/>
            <a:headEnd/>
            <a:tailEnd/>
          </a:ln>
          <a:effectLst/>
        </p:spPr>
        <p:txBody>
          <a:bodyPr wrap="none">
            <a:spAutoFit/>
          </a:bodyPr>
          <a:lstStyle/>
          <a:p>
            <a:pPr algn="ctr">
              <a:defRPr/>
            </a:pPr>
            <a:r>
              <a:rPr lang="zh-CN" altLang="en-US" sz="1600" b="1">
                <a:solidFill>
                  <a:srgbClr val="046C36"/>
                </a:solidFill>
                <a:effectLst>
                  <a:outerShdw blurRad="38100" dist="38100" dir="2700000" algn="tl">
                    <a:srgbClr val="000000"/>
                  </a:outerShdw>
                </a:effectLst>
                <a:latin typeface="Times New Roman" charset="0"/>
                <a:ea typeface="幼圆" pitchFamily="49" charset="-122"/>
              </a:rPr>
              <a:t>登记</a:t>
            </a:r>
          </a:p>
          <a:p>
            <a:pPr algn="ctr">
              <a:defRPr/>
            </a:pPr>
            <a:r>
              <a:rPr lang="zh-CN" altLang="en-US" sz="1600" b="1">
                <a:solidFill>
                  <a:srgbClr val="046C36"/>
                </a:solidFill>
                <a:effectLst>
                  <a:outerShdw blurRad="38100" dist="38100" dir="2700000" algn="tl">
                    <a:srgbClr val="000000"/>
                  </a:outerShdw>
                </a:effectLst>
                <a:latin typeface="Times New Roman" charset="0"/>
                <a:ea typeface="幼圆" pitchFamily="49" charset="-122"/>
              </a:rPr>
              <a:t>命令</a:t>
            </a:r>
          </a:p>
        </p:txBody>
      </p:sp>
      <p:sp>
        <p:nvSpPr>
          <p:cNvPr id="334873" name="Line 26">
            <a:extLst>
              <a:ext uri="{FF2B5EF4-FFF2-40B4-BE49-F238E27FC236}">
                <a16:creationId xmlns:a16="http://schemas.microsoft.com/office/drawing/2014/main" id="{2ABB5FC4-CC98-4B0C-B592-F3B38E6F5438}"/>
              </a:ext>
            </a:extLst>
          </p:cNvPr>
          <p:cNvSpPr>
            <a:spLocks noChangeShapeType="1"/>
          </p:cNvSpPr>
          <p:nvPr/>
        </p:nvSpPr>
        <p:spPr bwMode="auto">
          <a:xfrm flipH="1">
            <a:off x="2133600" y="4038600"/>
            <a:ext cx="533400" cy="609600"/>
          </a:xfrm>
          <a:prstGeom prst="line">
            <a:avLst/>
          </a:prstGeom>
          <a:noFill/>
          <a:ln w="9525">
            <a:solidFill>
              <a:srgbClr val="5C22E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74" name="Line 27">
            <a:extLst>
              <a:ext uri="{FF2B5EF4-FFF2-40B4-BE49-F238E27FC236}">
                <a16:creationId xmlns:a16="http://schemas.microsoft.com/office/drawing/2014/main" id="{2B76E494-BADF-4B0D-A922-5715824B5CC8}"/>
              </a:ext>
            </a:extLst>
          </p:cNvPr>
          <p:cNvSpPr>
            <a:spLocks noChangeShapeType="1"/>
          </p:cNvSpPr>
          <p:nvPr/>
        </p:nvSpPr>
        <p:spPr bwMode="auto">
          <a:xfrm flipV="1">
            <a:off x="2286000" y="4114800"/>
            <a:ext cx="609600" cy="6858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3756" name="Text Box 28">
            <a:extLst>
              <a:ext uri="{FF2B5EF4-FFF2-40B4-BE49-F238E27FC236}">
                <a16:creationId xmlns:a16="http://schemas.microsoft.com/office/drawing/2014/main" id="{6FA5663E-9396-40EA-94CA-8865DAA9007E}"/>
              </a:ext>
            </a:extLst>
          </p:cNvPr>
          <p:cNvSpPr txBox="1">
            <a:spLocks noChangeArrowheads="1"/>
          </p:cNvSpPr>
          <p:nvPr/>
        </p:nvSpPr>
        <p:spPr bwMode="auto">
          <a:xfrm>
            <a:off x="2476500" y="4370388"/>
            <a:ext cx="641350" cy="457200"/>
          </a:xfrm>
          <a:prstGeom prst="rect">
            <a:avLst/>
          </a:prstGeom>
          <a:noFill/>
          <a:ln w="9525">
            <a:noFill/>
            <a:miter lim="800000"/>
            <a:headEnd/>
            <a:tailEnd/>
          </a:ln>
          <a:effectLst/>
        </p:spPr>
        <p:txBody>
          <a:bodyPr wrap="none">
            <a:spAutoFit/>
          </a:bodyPr>
          <a:lstStyle/>
          <a:p>
            <a:pPr algn="ctr">
              <a:defRPr/>
            </a:pPr>
            <a:r>
              <a:rPr lang="zh-CN" altLang="en-US" sz="1200" b="1">
                <a:solidFill>
                  <a:schemeClr val="accent2"/>
                </a:solidFill>
                <a:effectLst>
                  <a:outerShdw blurRad="38100" dist="38100" dir="2700000" algn="tl">
                    <a:srgbClr val="000000"/>
                  </a:outerShdw>
                </a:effectLst>
                <a:latin typeface="Times New Roman" charset="0"/>
                <a:ea typeface="宋体" pitchFamily="2" charset="-122"/>
              </a:rPr>
              <a:t>待购</a:t>
            </a:r>
          </a:p>
          <a:p>
            <a:pPr algn="ctr">
              <a:defRPr/>
            </a:pPr>
            <a:r>
              <a:rPr lang="zh-CN" altLang="en-US" sz="1200" b="1">
                <a:solidFill>
                  <a:schemeClr val="accent2"/>
                </a:solidFill>
                <a:effectLst>
                  <a:outerShdw blurRad="38100" dist="38100" dir="2700000" algn="tl">
                    <a:srgbClr val="000000"/>
                  </a:outerShdw>
                </a:effectLst>
                <a:latin typeface="Times New Roman" charset="0"/>
                <a:ea typeface="宋体" pitchFamily="2" charset="-122"/>
              </a:rPr>
              <a:t>教材表</a:t>
            </a:r>
          </a:p>
        </p:txBody>
      </p:sp>
      <p:sp>
        <p:nvSpPr>
          <p:cNvPr id="334876" name="Line 29">
            <a:extLst>
              <a:ext uri="{FF2B5EF4-FFF2-40B4-BE49-F238E27FC236}">
                <a16:creationId xmlns:a16="http://schemas.microsoft.com/office/drawing/2014/main" id="{BDA0E612-BCE8-4AFD-8E98-FC30F8181C23}"/>
              </a:ext>
            </a:extLst>
          </p:cNvPr>
          <p:cNvSpPr>
            <a:spLocks noChangeShapeType="1"/>
          </p:cNvSpPr>
          <p:nvPr/>
        </p:nvSpPr>
        <p:spPr bwMode="auto">
          <a:xfrm flipV="1">
            <a:off x="3200400" y="4191000"/>
            <a:ext cx="0" cy="53340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77" name="Line 30">
            <a:extLst>
              <a:ext uri="{FF2B5EF4-FFF2-40B4-BE49-F238E27FC236}">
                <a16:creationId xmlns:a16="http://schemas.microsoft.com/office/drawing/2014/main" id="{8658D756-1B84-4846-99F2-A8AD86DD6D6F}"/>
              </a:ext>
            </a:extLst>
          </p:cNvPr>
          <p:cNvSpPr>
            <a:spLocks noChangeShapeType="1"/>
          </p:cNvSpPr>
          <p:nvPr/>
        </p:nvSpPr>
        <p:spPr bwMode="auto">
          <a:xfrm>
            <a:off x="3048000" y="4038600"/>
            <a:ext cx="0" cy="381000"/>
          </a:xfrm>
          <a:prstGeom prst="line">
            <a:avLst/>
          </a:prstGeom>
          <a:noFill/>
          <a:ln w="9525">
            <a:solidFill>
              <a:srgbClr val="5C22E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78" name="Line 31">
            <a:extLst>
              <a:ext uri="{FF2B5EF4-FFF2-40B4-BE49-F238E27FC236}">
                <a16:creationId xmlns:a16="http://schemas.microsoft.com/office/drawing/2014/main" id="{9A2BC9C1-BA8D-4E76-A69E-58A99B000304}"/>
              </a:ext>
            </a:extLst>
          </p:cNvPr>
          <p:cNvSpPr>
            <a:spLocks noChangeShapeType="1"/>
          </p:cNvSpPr>
          <p:nvPr/>
        </p:nvSpPr>
        <p:spPr bwMode="auto">
          <a:xfrm>
            <a:off x="3657600" y="4114800"/>
            <a:ext cx="381000" cy="381000"/>
          </a:xfrm>
          <a:prstGeom prst="line">
            <a:avLst/>
          </a:prstGeom>
          <a:noFill/>
          <a:ln w="9525">
            <a:solidFill>
              <a:srgbClr val="5C22E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3760" name="Text Box 32">
            <a:extLst>
              <a:ext uri="{FF2B5EF4-FFF2-40B4-BE49-F238E27FC236}">
                <a16:creationId xmlns:a16="http://schemas.microsoft.com/office/drawing/2014/main" id="{1C69833B-2430-40B0-A810-5FB0E9AC5CA8}"/>
              </a:ext>
            </a:extLst>
          </p:cNvPr>
          <p:cNvSpPr txBox="1">
            <a:spLocks noChangeArrowheads="1"/>
          </p:cNvSpPr>
          <p:nvPr/>
        </p:nvSpPr>
        <p:spPr bwMode="auto">
          <a:xfrm>
            <a:off x="3962400" y="3886200"/>
            <a:ext cx="539750" cy="517525"/>
          </a:xfrm>
          <a:prstGeom prst="rect">
            <a:avLst/>
          </a:prstGeom>
          <a:noFill/>
          <a:ln w="9525">
            <a:noFill/>
            <a:miter lim="800000"/>
            <a:headEnd/>
            <a:tailEnd/>
          </a:ln>
          <a:effectLst/>
        </p:spPr>
        <p:txBody>
          <a:bodyPr wrap="none">
            <a:spAutoFit/>
          </a:bodyPr>
          <a:lstStyle/>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暂缺</a:t>
            </a:r>
          </a:p>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书单</a:t>
            </a:r>
          </a:p>
        </p:txBody>
      </p:sp>
      <p:sp>
        <p:nvSpPr>
          <p:cNvPr id="1993761" name="Text Box 33">
            <a:extLst>
              <a:ext uri="{FF2B5EF4-FFF2-40B4-BE49-F238E27FC236}">
                <a16:creationId xmlns:a16="http://schemas.microsoft.com/office/drawing/2014/main" id="{50E00FC5-DA26-4DE5-8725-64D423F91821}"/>
              </a:ext>
            </a:extLst>
          </p:cNvPr>
          <p:cNvSpPr txBox="1">
            <a:spLocks noChangeArrowheads="1"/>
          </p:cNvSpPr>
          <p:nvPr/>
        </p:nvSpPr>
        <p:spPr bwMode="auto">
          <a:xfrm>
            <a:off x="3200400" y="4343400"/>
            <a:ext cx="539750" cy="517525"/>
          </a:xfrm>
          <a:prstGeom prst="rect">
            <a:avLst/>
          </a:prstGeom>
          <a:noFill/>
          <a:ln w="9525">
            <a:noFill/>
            <a:miter lim="800000"/>
            <a:headEnd/>
            <a:tailEnd/>
          </a:ln>
          <a:effectLst/>
        </p:spPr>
        <p:txBody>
          <a:bodyPr wrap="none">
            <a:spAutoFit/>
          </a:bodyPr>
          <a:lstStyle/>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暂缺</a:t>
            </a:r>
          </a:p>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书单</a:t>
            </a:r>
          </a:p>
        </p:txBody>
      </p:sp>
      <p:sp>
        <p:nvSpPr>
          <p:cNvPr id="334881" name="Line 34">
            <a:extLst>
              <a:ext uri="{FF2B5EF4-FFF2-40B4-BE49-F238E27FC236}">
                <a16:creationId xmlns:a16="http://schemas.microsoft.com/office/drawing/2014/main" id="{D9BBEF29-6F89-4BA1-9D1B-04E33EB04833}"/>
              </a:ext>
            </a:extLst>
          </p:cNvPr>
          <p:cNvSpPr>
            <a:spLocks noChangeShapeType="1"/>
          </p:cNvSpPr>
          <p:nvPr/>
        </p:nvSpPr>
        <p:spPr bwMode="auto">
          <a:xfrm flipH="1">
            <a:off x="5334000" y="4114800"/>
            <a:ext cx="228600" cy="457200"/>
          </a:xfrm>
          <a:prstGeom prst="line">
            <a:avLst/>
          </a:prstGeom>
          <a:noFill/>
          <a:ln w="9525">
            <a:solidFill>
              <a:srgbClr val="5C22E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4882" name="Line 35">
            <a:extLst>
              <a:ext uri="{FF2B5EF4-FFF2-40B4-BE49-F238E27FC236}">
                <a16:creationId xmlns:a16="http://schemas.microsoft.com/office/drawing/2014/main" id="{369D2083-5B52-4DCD-9212-F2C7942B2009}"/>
              </a:ext>
            </a:extLst>
          </p:cNvPr>
          <p:cNvSpPr>
            <a:spLocks noChangeShapeType="1"/>
          </p:cNvSpPr>
          <p:nvPr/>
        </p:nvSpPr>
        <p:spPr bwMode="auto">
          <a:xfrm>
            <a:off x="6248400" y="4114800"/>
            <a:ext cx="381000" cy="457200"/>
          </a:xfrm>
          <a:prstGeom prst="line">
            <a:avLst/>
          </a:prstGeom>
          <a:noFill/>
          <a:ln w="9525">
            <a:solidFill>
              <a:srgbClr val="5C22EC"/>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93764" name="Text Box 36">
            <a:extLst>
              <a:ext uri="{FF2B5EF4-FFF2-40B4-BE49-F238E27FC236}">
                <a16:creationId xmlns:a16="http://schemas.microsoft.com/office/drawing/2014/main" id="{F7156832-767C-4D2C-B396-DB42B366A57A}"/>
              </a:ext>
            </a:extLst>
          </p:cNvPr>
          <p:cNvSpPr txBox="1">
            <a:spLocks noChangeArrowheads="1"/>
          </p:cNvSpPr>
          <p:nvPr/>
        </p:nvSpPr>
        <p:spPr bwMode="auto">
          <a:xfrm>
            <a:off x="6553200" y="4038600"/>
            <a:ext cx="539750" cy="517525"/>
          </a:xfrm>
          <a:prstGeom prst="rect">
            <a:avLst/>
          </a:prstGeom>
          <a:noFill/>
          <a:ln w="9525">
            <a:noFill/>
            <a:miter lim="800000"/>
            <a:headEnd/>
            <a:tailEnd/>
          </a:ln>
          <a:effectLst/>
        </p:spPr>
        <p:txBody>
          <a:bodyPr wrap="none">
            <a:spAutoFit/>
          </a:bodyPr>
          <a:lstStyle/>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进书</a:t>
            </a:r>
          </a:p>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通知</a:t>
            </a:r>
          </a:p>
        </p:txBody>
      </p:sp>
      <p:sp>
        <p:nvSpPr>
          <p:cNvPr id="1993765" name="Text Box 37">
            <a:extLst>
              <a:ext uri="{FF2B5EF4-FFF2-40B4-BE49-F238E27FC236}">
                <a16:creationId xmlns:a16="http://schemas.microsoft.com/office/drawing/2014/main" id="{549EA8C9-8AD8-49A8-BC33-424410AC5012}"/>
              </a:ext>
            </a:extLst>
          </p:cNvPr>
          <p:cNvSpPr txBox="1">
            <a:spLocks noChangeArrowheads="1"/>
          </p:cNvSpPr>
          <p:nvPr/>
        </p:nvSpPr>
        <p:spPr bwMode="auto">
          <a:xfrm>
            <a:off x="4800600" y="4114800"/>
            <a:ext cx="539750" cy="517525"/>
          </a:xfrm>
          <a:prstGeom prst="rect">
            <a:avLst/>
          </a:prstGeom>
          <a:noFill/>
          <a:ln w="9525">
            <a:noFill/>
            <a:miter lim="800000"/>
            <a:headEnd/>
            <a:tailEnd/>
          </a:ln>
          <a:effectLst/>
        </p:spPr>
        <p:txBody>
          <a:bodyPr wrap="none">
            <a:spAutoFit/>
          </a:bodyPr>
          <a:lstStyle/>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进书</a:t>
            </a:r>
          </a:p>
          <a:p>
            <a:pPr algn="ctr">
              <a:defRPr/>
            </a:pPr>
            <a:r>
              <a:rPr lang="zh-CN" altLang="en-US" sz="1400" b="1">
                <a:solidFill>
                  <a:schemeClr val="accent2"/>
                </a:solidFill>
                <a:effectLst>
                  <a:outerShdw blurRad="38100" dist="38100" dir="2700000" algn="tl">
                    <a:srgbClr val="000000"/>
                  </a:outerShdw>
                </a:effectLst>
                <a:latin typeface="Times New Roman" charset="0"/>
                <a:ea typeface="宋体" pitchFamily="2" charset="-122"/>
              </a:rPr>
              <a:t>通知</a:t>
            </a:r>
          </a:p>
        </p:txBody>
      </p:sp>
      <p:sp>
        <p:nvSpPr>
          <p:cNvPr id="39" name="Rectangle 2">
            <a:extLst>
              <a:ext uri="{FF2B5EF4-FFF2-40B4-BE49-F238E27FC236}">
                <a16:creationId xmlns:a16="http://schemas.microsoft.com/office/drawing/2014/main" id="{C3198A3A-F96C-4689-B29F-96B3169708C0}"/>
              </a:ext>
            </a:extLst>
          </p:cNvPr>
          <p:cNvSpPr txBox="1">
            <a:spLocks noChangeArrowheads="1"/>
          </p:cNvSpPr>
          <p:nvPr/>
        </p:nvSpPr>
        <p:spPr>
          <a:xfrm>
            <a:off x="304800" y="122238"/>
            <a:ext cx="7924800" cy="1173162"/>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en-US" altLang="zh-CN" sz="3600" kern="0" dirty="0"/>
              <a:t>1. </a:t>
            </a:r>
            <a:r>
              <a:rPr lang="zh-CN" altLang="en-US" sz="3600" kern="0" dirty="0"/>
              <a:t>结构化方法</a:t>
            </a:r>
            <a:r>
              <a:rPr lang="en-US" altLang="zh-CN" sz="3600" kern="0" dirty="0"/>
              <a:t>-</a:t>
            </a:r>
            <a:r>
              <a:rPr lang="zh-CN" altLang="en-US" sz="3600" kern="0" dirty="0"/>
              <a:t>例题</a:t>
            </a:r>
            <a:endParaRPr lang="en-US" altLang="zh-CN" sz="3600" kern="0" dirty="0">
              <a:ea typeface="宋体" panose="02010600030101010101"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42</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14888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a:t>
            </a:r>
            <a:r>
              <a:rPr lang="zh-CN" altLang="en-US" sz="2000" b="1" dirty="0"/>
              <a:t>程序流程图</a:t>
            </a:r>
            <a:endParaRPr lang="en-US" altLang="zh-CN" sz="2000" b="1" dirty="0"/>
          </a:p>
          <a:p>
            <a:pPr indent="0">
              <a:lnSpc>
                <a:spcPct val="125000"/>
              </a:lnSpc>
              <a:spcBef>
                <a:spcPct val="0"/>
              </a:spcBef>
              <a:buNone/>
            </a:pPr>
            <a:r>
              <a:rPr lang="zh-CN" altLang="en-US" sz="1800" i="1" dirty="0"/>
              <a:t>程序流程图</a:t>
            </a:r>
            <a:r>
              <a:rPr lang="zh-CN" altLang="en-US" sz="1800" dirty="0"/>
              <a:t>又称程序框图，是用统一规定的标准符号描述程序运行具体步骤的图形表示。程序框图的设计是在处理流程图的基础上，通过对输入输出数据和处理过程的详细分析，将计算机的主要运行步骤和内容标识出来。</a:t>
            </a:r>
            <a:endParaRPr lang="en-US" altLang="zh-CN" sz="1800" b="1" dirty="0"/>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
        <p:nvSpPr>
          <p:cNvPr id="7" name="Rectangle 4">
            <a:extLst>
              <a:ext uri="{FF2B5EF4-FFF2-40B4-BE49-F238E27FC236}">
                <a16:creationId xmlns:a16="http://schemas.microsoft.com/office/drawing/2014/main" id="{F7F8BE48-9838-46A7-95E6-EE6AB7FE6A12}"/>
              </a:ext>
            </a:extLst>
          </p:cNvPr>
          <p:cNvSpPr>
            <a:spLocks noChangeArrowheads="1"/>
          </p:cNvSpPr>
          <p:nvPr/>
        </p:nvSpPr>
        <p:spPr bwMode="auto">
          <a:xfrm>
            <a:off x="6438900" y="3145631"/>
            <a:ext cx="762000" cy="45720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8" name="Line 5">
            <a:extLst>
              <a:ext uri="{FF2B5EF4-FFF2-40B4-BE49-F238E27FC236}">
                <a16:creationId xmlns:a16="http://schemas.microsoft.com/office/drawing/2014/main" id="{FCD472F7-0C7E-4397-8BF4-9EEF7FECC30B}"/>
              </a:ext>
            </a:extLst>
          </p:cNvPr>
          <p:cNvSpPr>
            <a:spLocks noChangeShapeType="1"/>
          </p:cNvSpPr>
          <p:nvPr/>
        </p:nvSpPr>
        <p:spPr bwMode="auto">
          <a:xfrm>
            <a:off x="6819900" y="2840831"/>
            <a:ext cx="0" cy="30480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37">
            <a:extLst>
              <a:ext uri="{FF2B5EF4-FFF2-40B4-BE49-F238E27FC236}">
                <a16:creationId xmlns:a16="http://schemas.microsoft.com/office/drawing/2014/main" id="{81015F2E-332D-4F45-B704-E82E5A0339EF}"/>
              </a:ext>
            </a:extLst>
          </p:cNvPr>
          <p:cNvSpPr txBox="1">
            <a:spLocks noChangeArrowheads="1"/>
          </p:cNvSpPr>
          <p:nvPr/>
        </p:nvSpPr>
        <p:spPr bwMode="auto">
          <a:xfrm>
            <a:off x="967921" y="3108325"/>
            <a:ext cx="1327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dirty="0">
                <a:latin typeface="黑体" panose="02010609060101010101" pitchFamily="49" charset="-122"/>
                <a:ea typeface="黑体" panose="02010609060101010101" pitchFamily="49" charset="-122"/>
              </a:rPr>
              <a:t>1、顺序型</a:t>
            </a:r>
          </a:p>
        </p:txBody>
      </p:sp>
      <p:sp>
        <p:nvSpPr>
          <p:cNvPr id="10" name="Rectangle 41">
            <a:extLst>
              <a:ext uri="{FF2B5EF4-FFF2-40B4-BE49-F238E27FC236}">
                <a16:creationId xmlns:a16="http://schemas.microsoft.com/office/drawing/2014/main" id="{96F737F8-40FD-424A-B791-6426E4FF3EB1}"/>
              </a:ext>
            </a:extLst>
          </p:cNvPr>
          <p:cNvSpPr>
            <a:spLocks noChangeArrowheads="1"/>
          </p:cNvSpPr>
          <p:nvPr/>
        </p:nvSpPr>
        <p:spPr bwMode="auto">
          <a:xfrm>
            <a:off x="6438900" y="3907631"/>
            <a:ext cx="762000" cy="45720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sp>
        <p:nvSpPr>
          <p:cNvPr id="12" name="Line 42">
            <a:extLst>
              <a:ext uri="{FF2B5EF4-FFF2-40B4-BE49-F238E27FC236}">
                <a16:creationId xmlns:a16="http://schemas.microsoft.com/office/drawing/2014/main" id="{877F8063-4395-481B-8201-B110FD22AC9F}"/>
              </a:ext>
            </a:extLst>
          </p:cNvPr>
          <p:cNvSpPr>
            <a:spLocks noChangeShapeType="1"/>
          </p:cNvSpPr>
          <p:nvPr/>
        </p:nvSpPr>
        <p:spPr bwMode="auto">
          <a:xfrm>
            <a:off x="6819900" y="3602831"/>
            <a:ext cx="0" cy="30480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43">
            <a:extLst>
              <a:ext uri="{FF2B5EF4-FFF2-40B4-BE49-F238E27FC236}">
                <a16:creationId xmlns:a16="http://schemas.microsoft.com/office/drawing/2014/main" id="{0AB0C742-70F6-4B14-BC9B-3AFA98B52E89}"/>
              </a:ext>
            </a:extLst>
          </p:cNvPr>
          <p:cNvSpPr>
            <a:spLocks noChangeShapeType="1"/>
          </p:cNvSpPr>
          <p:nvPr/>
        </p:nvSpPr>
        <p:spPr bwMode="auto">
          <a:xfrm>
            <a:off x="6819900" y="4364831"/>
            <a:ext cx="0" cy="30480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44">
            <a:extLst>
              <a:ext uri="{FF2B5EF4-FFF2-40B4-BE49-F238E27FC236}">
                <a16:creationId xmlns:a16="http://schemas.microsoft.com/office/drawing/2014/main" id="{198DC39B-8261-40FB-8379-C7FE893D6178}"/>
              </a:ext>
            </a:extLst>
          </p:cNvPr>
          <p:cNvSpPr txBox="1">
            <a:spLocks noChangeArrowheads="1"/>
          </p:cNvSpPr>
          <p:nvPr/>
        </p:nvSpPr>
        <p:spPr bwMode="auto">
          <a:xfrm>
            <a:off x="1336221" y="3565525"/>
            <a:ext cx="323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dirty="0">
                <a:latin typeface="黑体" panose="02010609060101010101" pitchFamily="49" charset="-122"/>
                <a:ea typeface="黑体" panose="02010609060101010101" pitchFamily="49" charset="-122"/>
              </a:rPr>
              <a:t>几个连续的加工依次序排列</a:t>
            </a:r>
          </a:p>
        </p:txBody>
      </p:sp>
      <p:sp>
        <p:nvSpPr>
          <p:cNvPr id="15" name="Line 46">
            <a:extLst>
              <a:ext uri="{FF2B5EF4-FFF2-40B4-BE49-F238E27FC236}">
                <a16:creationId xmlns:a16="http://schemas.microsoft.com/office/drawing/2014/main" id="{8461F41F-8851-4485-A72E-84BC54025CFF}"/>
              </a:ext>
            </a:extLst>
          </p:cNvPr>
          <p:cNvSpPr>
            <a:spLocks noChangeShapeType="1"/>
          </p:cNvSpPr>
          <p:nvPr/>
        </p:nvSpPr>
        <p:spPr bwMode="auto">
          <a:xfrm>
            <a:off x="6834139" y="4855368"/>
            <a:ext cx="0" cy="30480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AutoShape 50">
            <a:extLst>
              <a:ext uri="{FF2B5EF4-FFF2-40B4-BE49-F238E27FC236}">
                <a16:creationId xmlns:a16="http://schemas.microsoft.com/office/drawing/2014/main" id="{B315278A-A210-4CCB-B71D-15E1F3D8353E}"/>
              </a:ext>
            </a:extLst>
          </p:cNvPr>
          <p:cNvSpPr>
            <a:spLocks noChangeArrowheads="1"/>
          </p:cNvSpPr>
          <p:nvPr/>
        </p:nvSpPr>
        <p:spPr bwMode="auto">
          <a:xfrm>
            <a:off x="6224539" y="5160168"/>
            <a:ext cx="1219200" cy="457200"/>
          </a:xfrm>
          <a:prstGeom prst="flowChartDecision">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exp</a:t>
            </a:r>
          </a:p>
        </p:txBody>
      </p:sp>
      <p:grpSp>
        <p:nvGrpSpPr>
          <p:cNvPr id="17" name="Group 65">
            <a:extLst>
              <a:ext uri="{FF2B5EF4-FFF2-40B4-BE49-F238E27FC236}">
                <a16:creationId xmlns:a16="http://schemas.microsoft.com/office/drawing/2014/main" id="{8F57B1D9-DC27-4A73-BEFB-525AE7DB3CC2}"/>
              </a:ext>
            </a:extLst>
          </p:cNvPr>
          <p:cNvGrpSpPr>
            <a:grpSpLocks/>
          </p:cNvGrpSpPr>
          <p:nvPr/>
        </p:nvGrpSpPr>
        <p:grpSpPr bwMode="auto">
          <a:xfrm>
            <a:off x="5995939" y="6150768"/>
            <a:ext cx="1676400" cy="609600"/>
            <a:chOff x="3840" y="3456"/>
            <a:chExt cx="1056" cy="384"/>
          </a:xfrm>
        </p:grpSpPr>
        <p:sp>
          <p:nvSpPr>
            <p:cNvPr id="18" name="Line 53">
              <a:extLst>
                <a:ext uri="{FF2B5EF4-FFF2-40B4-BE49-F238E27FC236}">
                  <a16:creationId xmlns:a16="http://schemas.microsoft.com/office/drawing/2014/main" id="{44F4E710-36D4-4028-BC74-174DA1ABE96F}"/>
                </a:ext>
              </a:extLst>
            </p:cNvPr>
            <p:cNvSpPr>
              <a:spLocks noChangeShapeType="1"/>
            </p:cNvSpPr>
            <p:nvPr/>
          </p:nvSpPr>
          <p:spPr bwMode="auto">
            <a:xfrm>
              <a:off x="3840" y="3456"/>
              <a:ext cx="0"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54">
              <a:extLst>
                <a:ext uri="{FF2B5EF4-FFF2-40B4-BE49-F238E27FC236}">
                  <a16:creationId xmlns:a16="http://schemas.microsoft.com/office/drawing/2014/main" id="{F43B2F79-8F2C-462B-909B-25849E98A0B6}"/>
                </a:ext>
              </a:extLst>
            </p:cNvPr>
            <p:cNvSpPr>
              <a:spLocks noChangeShapeType="1"/>
            </p:cNvSpPr>
            <p:nvPr/>
          </p:nvSpPr>
          <p:spPr bwMode="auto">
            <a:xfrm>
              <a:off x="4896" y="3456"/>
              <a:ext cx="0"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55">
              <a:extLst>
                <a:ext uri="{FF2B5EF4-FFF2-40B4-BE49-F238E27FC236}">
                  <a16:creationId xmlns:a16="http://schemas.microsoft.com/office/drawing/2014/main" id="{0532B8DD-A2BE-4E44-A18E-1D591DE2842A}"/>
                </a:ext>
              </a:extLst>
            </p:cNvPr>
            <p:cNvSpPr>
              <a:spLocks noChangeShapeType="1"/>
            </p:cNvSpPr>
            <p:nvPr/>
          </p:nvSpPr>
          <p:spPr bwMode="auto">
            <a:xfrm>
              <a:off x="3840" y="3648"/>
              <a:ext cx="1056"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56">
              <a:extLst>
                <a:ext uri="{FF2B5EF4-FFF2-40B4-BE49-F238E27FC236}">
                  <a16:creationId xmlns:a16="http://schemas.microsoft.com/office/drawing/2014/main" id="{6ADCA15E-F310-4B6E-B077-8A6C0ED9E0DE}"/>
                </a:ext>
              </a:extLst>
            </p:cNvPr>
            <p:cNvSpPr>
              <a:spLocks noChangeShapeType="1"/>
            </p:cNvSpPr>
            <p:nvPr/>
          </p:nvSpPr>
          <p:spPr bwMode="auto">
            <a:xfrm>
              <a:off x="4416" y="3648"/>
              <a:ext cx="0" cy="192"/>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2" name="Group 63">
            <a:extLst>
              <a:ext uri="{FF2B5EF4-FFF2-40B4-BE49-F238E27FC236}">
                <a16:creationId xmlns:a16="http://schemas.microsoft.com/office/drawing/2014/main" id="{8E34A717-0B9E-47AC-9D26-B1AAEF4A8F09}"/>
              </a:ext>
            </a:extLst>
          </p:cNvPr>
          <p:cNvGrpSpPr>
            <a:grpSpLocks/>
          </p:cNvGrpSpPr>
          <p:nvPr/>
        </p:nvGrpSpPr>
        <p:grpSpPr bwMode="auto">
          <a:xfrm>
            <a:off x="5834014" y="4969668"/>
            <a:ext cx="390525" cy="723900"/>
            <a:chOff x="3738" y="2712"/>
            <a:chExt cx="246" cy="456"/>
          </a:xfrm>
        </p:grpSpPr>
        <p:sp>
          <p:nvSpPr>
            <p:cNvPr id="23" name="Line 47">
              <a:extLst>
                <a:ext uri="{FF2B5EF4-FFF2-40B4-BE49-F238E27FC236}">
                  <a16:creationId xmlns:a16="http://schemas.microsoft.com/office/drawing/2014/main" id="{5696879F-64F6-46A1-8628-98CDAF4CC840}"/>
                </a:ext>
              </a:extLst>
            </p:cNvPr>
            <p:cNvSpPr>
              <a:spLocks noChangeShapeType="1"/>
            </p:cNvSpPr>
            <p:nvPr/>
          </p:nvSpPr>
          <p:spPr bwMode="auto">
            <a:xfrm>
              <a:off x="3840" y="2976"/>
              <a:ext cx="0" cy="192"/>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51">
              <a:extLst>
                <a:ext uri="{FF2B5EF4-FFF2-40B4-BE49-F238E27FC236}">
                  <a16:creationId xmlns:a16="http://schemas.microsoft.com/office/drawing/2014/main" id="{641D536D-C97F-4C8C-A556-F19A0824F58B}"/>
                </a:ext>
              </a:extLst>
            </p:cNvPr>
            <p:cNvSpPr>
              <a:spLocks noChangeShapeType="1"/>
            </p:cNvSpPr>
            <p:nvPr/>
          </p:nvSpPr>
          <p:spPr bwMode="auto">
            <a:xfrm>
              <a:off x="3840" y="2976"/>
              <a:ext cx="14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Text Box 57">
              <a:extLst>
                <a:ext uri="{FF2B5EF4-FFF2-40B4-BE49-F238E27FC236}">
                  <a16:creationId xmlns:a16="http://schemas.microsoft.com/office/drawing/2014/main" id="{D4F9189F-2849-4EDA-80EA-F0177D2BF3B0}"/>
                </a:ext>
              </a:extLst>
            </p:cNvPr>
            <p:cNvSpPr txBox="1">
              <a:spLocks noChangeArrowheads="1"/>
            </p:cNvSpPr>
            <p:nvPr/>
          </p:nvSpPr>
          <p:spPr bwMode="auto">
            <a:xfrm>
              <a:off x="3738" y="2712"/>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grpSp>
      <p:grpSp>
        <p:nvGrpSpPr>
          <p:cNvPr id="26" name="Group 64">
            <a:extLst>
              <a:ext uri="{FF2B5EF4-FFF2-40B4-BE49-F238E27FC236}">
                <a16:creationId xmlns:a16="http://schemas.microsoft.com/office/drawing/2014/main" id="{47CE8BFF-C9D1-42BC-AF17-DEE84D3954EA}"/>
              </a:ext>
            </a:extLst>
          </p:cNvPr>
          <p:cNvGrpSpPr>
            <a:grpSpLocks/>
          </p:cNvGrpSpPr>
          <p:nvPr/>
        </p:nvGrpSpPr>
        <p:grpSpPr bwMode="auto">
          <a:xfrm>
            <a:off x="7443739" y="5007768"/>
            <a:ext cx="476250" cy="687388"/>
            <a:chOff x="4704" y="2735"/>
            <a:chExt cx="300" cy="433"/>
          </a:xfrm>
        </p:grpSpPr>
        <p:sp>
          <p:nvSpPr>
            <p:cNvPr id="27" name="Line 49">
              <a:extLst>
                <a:ext uri="{FF2B5EF4-FFF2-40B4-BE49-F238E27FC236}">
                  <a16:creationId xmlns:a16="http://schemas.microsoft.com/office/drawing/2014/main" id="{221A6715-BFEA-46B9-BC06-DC7EFB35BDF2}"/>
                </a:ext>
              </a:extLst>
            </p:cNvPr>
            <p:cNvSpPr>
              <a:spLocks noChangeShapeType="1"/>
            </p:cNvSpPr>
            <p:nvPr/>
          </p:nvSpPr>
          <p:spPr bwMode="auto">
            <a:xfrm>
              <a:off x="4896" y="2976"/>
              <a:ext cx="0" cy="192"/>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52">
              <a:extLst>
                <a:ext uri="{FF2B5EF4-FFF2-40B4-BE49-F238E27FC236}">
                  <a16:creationId xmlns:a16="http://schemas.microsoft.com/office/drawing/2014/main" id="{5C179BCF-EBE4-4B7E-9037-9E0D97C9ED18}"/>
                </a:ext>
              </a:extLst>
            </p:cNvPr>
            <p:cNvSpPr>
              <a:spLocks noChangeShapeType="1"/>
            </p:cNvSpPr>
            <p:nvPr/>
          </p:nvSpPr>
          <p:spPr bwMode="auto">
            <a:xfrm>
              <a:off x="4704" y="2976"/>
              <a:ext cx="192"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58">
              <a:extLst>
                <a:ext uri="{FF2B5EF4-FFF2-40B4-BE49-F238E27FC236}">
                  <a16:creationId xmlns:a16="http://schemas.microsoft.com/office/drawing/2014/main" id="{FACFD8EB-1146-465F-A528-0CD5DCD24048}"/>
                </a:ext>
              </a:extLst>
            </p:cNvPr>
            <p:cNvSpPr txBox="1">
              <a:spLocks noChangeArrowheads="1"/>
            </p:cNvSpPr>
            <p:nvPr/>
          </p:nvSpPr>
          <p:spPr bwMode="auto">
            <a:xfrm>
              <a:off x="4800" y="2735"/>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grpSp>
      <p:sp>
        <p:nvSpPr>
          <p:cNvPr id="30" name="Rectangle 59">
            <a:extLst>
              <a:ext uri="{FF2B5EF4-FFF2-40B4-BE49-F238E27FC236}">
                <a16:creationId xmlns:a16="http://schemas.microsoft.com/office/drawing/2014/main" id="{B4C8DB1E-55A1-4EE0-B5EF-7ABF63FCEBA3}"/>
              </a:ext>
            </a:extLst>
          </p:cNvPr>
          <p:cNvSpPr>
            <a:spLocks noChangeArrowheads="1"/>
          </p:cNvSpPr>
          <p:nvPr/>
        </p:nvSpPr>
        <p:spPr bwMode="auto">
          <a:xfrm>
            <a:off x="5614939" y="5693568"/>
            <a:ext cx="762000" cy="45720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1" name="Rectangle 60">
            <a:extLst>
              <a:ext uri="{FF2B5EF4-FFF2-40B4-BE49-F238E27FC236}">
                <a16:creationId xmlns:a16="http://schemas.microsoft.com/office/drawing/2014/main" id="{C236C161-C463-4710-8514-F18DFF380E8B}"/>
              </a:ext>
            </a:extLst>
          </p:cNvPr>
          <p:cNvSpPr>
            <a:spLocks noChangeArrowheads="1"/>
          </p:cNvSpPr>
          <p:nvPr/>
        </p:nvSpPr>
        <p:spPr bwMode="auto">
          <a:xfrm>
            <a:off x="7367539" y="5693568"/>
            <a:ext cx="762000" cy="45720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sp>
        <p:nvSpPr>
          <p:cNvPr id="32" name="Text Box 61">
            <a:extLst>
              <a:ext uri="{FF2B5EF4-FFF2-40B4-BE49-F238E27FC236}">
                <a16:creationId xmlns:a16="http://schemas.microsoft.com/office/drawing/2014/main" id="{FEC49C4A-C51F-4EE0-B7D1-45E7A807A92B}"/>
              </a:ext>
            </a:extLst>
          </p:cNvPr>
          <p:cNvSpPr txBox="1">
            <a:spLocks noChangeArrowheads="1"/>
          </p:cNvSpPr>
          <p:nvPr/>
        </p:nvSpPr>
        <p:spPr bwMode="auto">
          <a:xfrm>
            <a:off x="1010832" y="4809608"/>
            <a:ext cx="1327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2、选择型</a:t>
            </a:r>
          </a:p>
        </p:txBody>
      </p:sp>
      <p:sp>
        <p:nvSpPr>
          <p:cNvPr id="33" name="Text Box 62">
            <a:extLst>
              <a:ext uri="{FF2B5EF4-FFF2-40B4-BE49-F238E27FC236}">
                <a16:creationId xmlns:a16="http://schemas.microsoft.com/office/drawing/2014/main" id="{FAA32D7D-F64B-4B5F-AE45-FC5E5FD40104}"/>
              </a:ext>
            </a:extLst>
          </p:cNvPr>
          <p:cNvSpPr txBox="1">
            <a:spLocks noChangeArrowheads="1"/>
          </p:cNvSpPr>
          <p:nvPr/>
        </p:nvSpPr>
        <p:spPr bwMode="auto">
          <a:xfrm>
            <a:off x="1302932" y="5266808"/>
            <a:ext cx="3124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2000">
                <a:latin typeface="黑体" panose="02010609060101010101" pitchFamily="49" charset="-122"/>
                <a:ea typeface="黑体" panose="02010609060101010101" pitchFamily="49" charset="-122"/>
              </a:rPr>
              <a:t>    由某个判断式的取值</a:t>
            </a:r>
          </a:p>
          <a:p>
            <a:pPr algn="l"/>
            <a:r>
              <a:rPr lang="zh-CN" altLang="en-US" sz="2000">
                <a:latin typeface="黑体" panose="02010609060101010101" pitchFamily="49" charset="-122"/>
                <a:ea typeface="黑体" panose="02010609060101010101" pitchFamily="49" charset="-122"/>
              </a:rPr>
              <a:t>决定选择两个加工中的一</a:t>
            </a:r>
          </a:p>
          <a:p>
            <a:pPr algn="l"/>
            <a:r>
              <a:rPr lang="zh-CN" altLang="en-US" sz="2000">
                <a:latin typeface="黑体" panose="02010609060101010101" pitchFamily="49" charset="-122"/>
                <a:ea typeface="黑体" panose="02010609060101010101" pitchFamily="49" charset="-122"/>
              </a:rPr>
              <a:t>个。</a:t>
            </a:r>
          </a:p>
        </p:txBody>
      </p:sp>
    </p:spTree>
    <p:extLst>
      <p:ext uri="{BB962C8B-B14F-4D97-AF65-F5344CB8AC3E}">
        <p14:creationId xmlns:p14="http://schemas.microsoft.com/office/powerpoint/2010/main" val="200541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lide(fromTo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slide(fromTop)">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lide(fromTop)">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dissolv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dissolve">
                                      <p:cBhvr>
                                        <p:cTn id="47" dur="500"/>
                                        <p:tgtEl>
                                          <p:spTgt spid="33"/>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slide(fromTop)">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dissolv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randombar(horizontal)">
                                      <p:cBhvr>
                                        <p:cTn id="62" dur="500"/>
                                        <p:tgtEl>
                                          <p:spTgt spid="22"/>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dissolve">
                                      <p:cBhvr>
                                        <p:cTn id="67" dur="500"/>
                                        <p:tgtEl>
                                          <p:spTgt spid="30"/>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randombar(horizontal)">
                                      <p:cBhvr>
                                        <p:cTn id="72" dur="5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dissolve">
                                      <p:cBhvr>
                                        <p:cTn id="77" dur="5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randombar(horizontal)">
                                      <p:cBhvr>
                                        <p:cTn id="8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9" grpId="0" autoUpdateAnimBg="0"/>
      <p:bldP spid="10" grpId="0" animBg="1" autoUpdateAnimBg="0"/>
      <p:bldP spid="14" grpId="0" autoUpdateAnimBg="0"/>
      <p:bldP spid="16" grpId="0" animBg="1" autoUpdateAnimBg="0"/>
      <p:bldP spid="30" grpId="0" animBg="1" autoUpdateAnimBg="0"/>
      <p:bldP spid="31" grpId="0" animBg="1" autoUpdateAnimBg="0"/>
      <p:bldP spid="32" grpId="0" autoUpdateAnimBg="0"/>
      <p:bldP spid="33"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43</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447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a:t>
            </a:r>
            <a:r>
              <a:rPr lang="zh-CN" altLang="en-US" sz="2000" b="1" dirty="0"/>
              <a:t>程序流程图</a:t>
            </a:r>
            <a:endParaRPr lang="en-US" altLang="zh-CN" sz="2000" b="1" dirty="0"/>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
        <p:nvSpPr>
          <p:cNvPr id="34" name="Text Box 4">
            <a:extLst>
              <a:ext uri="{FF2B5EF4-FFF2-40B4-BE49-F238E27FC236}">
                <a16:creationId xmlns:a16="http://schemas.microsoft.com/office/drawing/2014/main" id="{C53AD70A-981A-4F36-A0D3-DB6F2615714E}"/>
              </a:ext>
            </a:extLst>
          </p:cNvPr>
          <p:cNvSpPr txBox="1">
            <a:spLocks noChangeArrowheads="1"/>
          </p:cNvSpPr>
          <p:nvPr/>
        </p:nvSpPr>
        <p:spPr bwMode="auto">
          <a:xfrm>
            <a:off x="762000" y="2401363"/>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3、当型循环型</a:t>
            </a:r>
          </a:p>
        </p:txBody>
      </p:sp>
      <p:sp>
        <p:nvSpPr>
          <p:cNvPr id="35" name="Text Box 9">
            <a:extLst>
              <a:ext uri="{FF2B5EF4-FFF2-40B4-BE49-F238E27FC236}">
                <a16:creationId xmlns:a16="http://schemas.microsoft.com/office/drawing/2014/main" id="{58950206-08C1-49C0-9D7A-ECE32216547A}"/>
              </a:ext>
            </a:extLst>
          </p:cNvPr>
          <p:cNvSpPr txBox="1">
            <a:spLocks noChangeArrowheads="1"/>
          </p:cNvSpPr>
          <p:nvPr/>
        </p:nvSpPr>
        <p:spPr bwMode="auto">
          <a:xfrm>
            <a:off x="1066800" y="2782363"/>
            <a:ext cx="3352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2000">
                <a:latin typeface="黑体" panose="02010609060101010101" pitchFamily="49" charset="-122"/>
                <a:ea typeface="黑体" panose="02010609060101010101" pitchFamily="49" charset="-122"/>
              </a:rPr>
              <a:t>    当循环控制条件成立时，重复执行特定的加工。</a:t>
            </a:r>
          </a:p>
        </p:txBody>
      </p:sp>
      <p:grpSp>
        <p:nvGrpSpPr>
          <p:cNvPr id="36" name="Group 41">
            <a:extLst>
              <a:ext uri="{FF2B5EF4-FFF2-40B4-BE49-F238E27FC236}">
                <a16:creationId xmlns:a16="http://schemas.microsoft.com/office/drawing/2014/main" id="{9EEFE462-58D4-4019-9EE4-C7EEFF7C2C28}"/>
              </a:ext>
            </a:extLst>
          </p:cNvPr>
          <p:cNvGrpSpPr>
            <a:grpSpLocks/>
          </p:cNvGrpSpPr>
          <p:nvPr/>
        </p:nvGrpSpPr>
        <p:grpSpPr bwMode="auto">
          <a:xfrm>
            <a:off x="5334000" y="2172763"/>
            <a:ext cx="1695450" cy="1905000"/>
            <a:chOff x="3984" y="1008"/>
            <a:chExt cx="1068" cy="1200"/>
          </a:xfrm>
        </p:grpSpPr>
        <p:sp>
          <p:nvSpPr>
            <p:cNvPr id="37" name="AutoShape 27">
              <a:extLst>
                <a:ext uri="{FF2B5EF4-FFF2-40B4-BE49-F238E27FC236}">
                  <a16:creationId xmlns:a16="http://schemas.microsoft.com/office/drawing/2014/main" id="{4FF4C633-1A23-4128-86EE-A6A230894DFB}"/>
                </a:ext>
              </a:extLst>
            </p:cNvPr>
            <p:cNvSpPr>
              <a:spLocks noChangeArrowheads="1"/>
            </p:cNvSpPr>
            <p:nvPr/>
          </p:nvSpPr>
          <p:spPr bwMode="auto">
            <a:xfrm>
              <a:off x="4128" y="1296"/>
              <a:ext cx="768" cy="288"/>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Arial" charset="0"/>
                  <a:ea typeface="文鼎细圆" pitchFamily="49" charset="-122"/>
                </a:rPr>
                <a:t>exp</a:t>
              </a:r>
            </a:p>
          </p:txBody>
        </p:sp>
        <p:sp>
          <p:nvSpPr>
            <p:cNvPr id="38" name="Line 28">
              <a:extLst>
                <a:ext uri="{FF2B5EF4-FFF2-40B4-BE49-F238E27FC236}">
                  <a16:creationId xmlns:a16="http://schemas.microsoft.com/office/drawing/2014/main" id="{02F68C44-33B8-4088-8435-30118FB8446B}"/>
                </a:ext>
              </a:extLst>
            </p:cNvPr>
            <p:cNvSpPr>
              <a:spLocks noChangeShapeType="1"/>
            </p:cNvSpPr>
            <p:nvPr/>
          </p:nvSpPr>
          <p:spPr bwMode="auto">
            <a:xfrm>
              <a:off x="4512" y="1008"/>
              <a:ext cx="0" cy="288"/>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29">
              <a:extLst>
                <a:ext uri="{FF2B5EF4-FFF2-40B4-BE49-F238E27FC236}">
                  <a16:creationId xmlns:a16="http://schemas.microsoft.com/office/drawing/2014/main" id="{366B4559-75EC-429A-9710-37629BE4A467}"/>
                </a:ext>
              </a:extLst>
            </p:cNvPr>
            <p:cNvSpPr>
              <a:spLocks noChangeShapeType="1"/>
            </p:cNvSpPr>
            <p:nvPr/>
          </p:nvSpPr>
          <p:spPr bwMode="auto">
            <a:xfrm>
              <a:off x="4512" y="1584"/>
              <a:ext cx="0" cy="192"/>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30">
              <a:extLst>
                <a:ext uri="{FF2B5EF4-FFF2-40B4-BE49-F238E27FC236}">
                  <a16:creationId xmlns:a16="http://schemas.microsoft.com/office/drawing/2014/main" id="{D15DD220-32BD-4602-B906-AEC1F9FB4776}"/>
                </a:ext>
              </a:extLst>
            </p:cNvPr>
            <p:cNvSpPr>
              <a:spLocks noChangeShapeType="1"/>
            </p:cNvSpPr>
            <p:nvPr/>
          </p:nvSpPr>
          <p:spPr bwMode="auto">
            <a:xfrm>
              <a:off x="4512" y="2064"/>
              <a:ext cx="0" cy="144"/>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1">
              <a:extLst>
                <a:ext uri="{FF2B5EF4-FFF2-40B4-BE49-F238E27FC236}">
                  <a16:creationId xmlns:a16="http://schemas.microsoft.com/office/drawing/2014/main" id="{B4240002-0C7A-48C7-8CEB-BF5EEF8E6622}"/>
                </a:ext>
              </a:extLst>
            </p:cNvPr>
            <p:cNvSpPr>
              <a:spLocks noChangeShapeType="1"/>
            </p:cNvSpPr>
            <p:nvPr/>
          </p:nvSpPr>
          <p:spPr bwMode="auto">
            <a:xfrm>
              <a:off x="3984" y="2208"/>
              <a:ext cx="528"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2">
              <a:extLst>
                <a:ext uri="{FF2B5EF4-FFF2-40B4-BE49-F238E27FC236}">
                  <a16:creationId xmlns:a16="http://schemas.microsoft.com/office/drawing/2014/main" id="{C7B6F1AB-8221-4EE5-AC60-B9790C5ABBC3}"/>
                </a:ext>
              </a:extLst>
            </p:cNvPr>
            <p:cNvSpPr>
              <a:spLocks noChangeShapeType="1"/>
            </p:cNvSpPr>
            <p:nvPr/>
          </p:nvSpPr>
          <p:spPr bwMode="auto">
            <a:xfrm>
              <a:off x="3984" y="1152"/>
              <a:ext cx="0" cy="1056"/>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33">
              <a:extLst>
                <a:ext uri="{FF2B5EF4-FFF2-40B4-BE49-F238E27FC236}">
                  <a16:creationId xmlns:a16="http://schemas.microsoft.com/office/drawing/2014/main" id="{5326629F-A271-4635-847F-DD66369C6A24}"/>
                </a:ext>
              </a:extLst>
            </p:cNvPr>
            <p:cNvSpPr>
              <a:spLocks noChangeShapeType="1"/>
            </p:cNvSpPr>
            <p:nvPr/>
          </p:nvSpPr>
          <p:spPr bwMode="auto">
            <a:xfrm>
              <a:off x="3984" y="1152"/>
              <a:ext cx="528" cy="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 name="Line 34">
              <a:extLst>
                <a:ext uri="{FF2B5EF4-FFF2-40B4-BE49-F238E27FC236}">
                  <a16:creationId xmlns:a16="http://schemas.microsoft.com/office/drawing/2014/main" id="{39574ED2-0EFC-48C6-9B22-BEA06DF0A6A5}"/>
                </a:ext>
              </a:extLst>
            </p:cNvPr>
            <p:cNvSpPr>
              <a:spLocks noChangeShapeType="1"/>
            </p:cNvSpPr>
            <p:nvPr/>
          </p:nvSpPr>
          <p:spPr bwMode="auto">
            <a:xfrm>
              <a:off x="5040" y="1440"/>
              <a:ext cx="0" cy="768"/>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35">
              <a:extLst>
                <a:ext uri="{FF2B5EF4-FFF2-40B4-BE49-F238E27FC236}">
                  <a16:creationId xmlns:a16="http://schemas.microsoft.com/office/drawing/2014/main" id="{FD61BDF4-41EC-42B9-BAFE-799A1422A8AF}"/>
                </a:ext>
              </a:extLst>
            </p:cNvPr>
            <p:cNvSpPr>
              <a:spLocks noChangeShapeType="1"/>
            </p:cNvSpPr>
            <p:nvPr/>
          </p:nvSpPr>
          <p:spPr bwMode="auto">
            <a:xfrm>
              <a:off x="4896" y="1440"/>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Text Box 38">
              <a:extLst>
                <a:ext uri="{FF2B5EF4-FFF2-40B4-BE49-F238E27FC236}">
                  <a16:creationId xmlns:a16="http://schemas.microsoft.com/office/drawing/2014/main" id="{2F969008-F666-4912-8D74-A7B59471F692}"/>
                </a:ext>
              </a:extLst>
            </p:cNvPr>
            <p:cNvSpPr txBox="1">
              <a:spLocks noChangeArrowheads="1"/>
            </p:cNvSpPr>
            <p:nvPr/>
          </p:nvSpPr>
          <p:spPr bwMode="auto">
            <a:xfrm>
              <a:off x="4848" y="1200"/>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47" name="Text Box 39">
              <a:extLst>
                <a:ext uri="{FF2B5EF4-FFF2-40B4-BE49-F238E27FC236}">
                  <a16:creationId xmlns:a16="http://schemas.microsoft.com/office/drawing/2014/main" id="{B5213ACD-0045-4A6F-A81A-2A00F0E87987}"/>
                </a:ext>
              </a:extLst>
            </p:cNvPr>
            <p:cNvSpPr txBox="1">
              <a:spLocks noChangeArrowheads="1"/>
            </p:cNvSpPr>
            <p:nvPr/>
          </p:nvSpPr>
          <p:spPr bwMode="auto">
            <a:xfrm>
              <a:off x="4560" y="153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48" name="Rectangle 40">
              <a:extLst>
                <a:ext uri="{FF2B5EF4-FFF2-40B4-BE49-F238E27FC236}">
                  <a16:creationId xmlns:a16="http://schemas.microsoft.com/office/drawing/2014/main" id="{82CBFE06-B6D4-4577-B11A-96C971F163D7}"/>
                </a:ext>
              </a:extLst>
            </p:cNvPr>
            <p:cNvSpPr>
              <a:spLocks noChangeArrowheads="1"/>
            </p:cNvSpPr>
            <p:nvPr/>
          </p:nvSpPr>
          <p:spPr bwMode="auto">
            <a:xfrm>
              <a:off x="4272" y="1776"/>
              <a:ext cx="480" cy="288"/>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2000" b="1">
                  <a:effectLst>
                    <a:outerShdw blurRad="38100" dist="38100" dir="2700000" algn="tl">
                      <a:srgbClr val="000000"/>
                    </a:outerShdw>
                  </a:effectLst>
                  <a:latin typeface="Times New Roman" charset="0"/>
                  <a:ea typeface="文鼎细圆" pitchFamily="49" charset="-122"/>
                </a:rPr>
                <a:t>S</a:t>
              </a:r>
            </a:p>
          </p:txBody>
        </p:sp>
      </p:grpSp>
      <p:sp>
        <p:nvSpPr>
          <p:cNvPr id="49" name="Text Box 42">
            <a:extLst>
              <a:ext uri="{FF2B5EF4-FFF2-40B4-BE49-F238E27FC236}">
                <a16:creationId xmlns:a16="http://schemas.microsoft.com/office/drawing/2014/main" id="{33C8D826-CC92-4203-AD51-A360AA808AA2}"/>
              </a:ext>
            </a:extLst>
          </p:cNvPr>
          <p:cNvSpPr txBox="1">
            <a:spLocks noChangeArrowheads="1"/>
          </p:cNvSpPr>
          <p:nvPr/>
        </p:nvSpPr>
        <p:spPr bwMode="auto">
          <a:xfrm>
            <a:off x="762000" y="4534963"/>
            <a:ext cx="208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4、直到型循环型</a:t>
            </a:r>
          </a:p>
        </p:txBody>
      </p:sp>
      <p:sp>
        <p:nvSpPr>
          <p:cNvPr id="50" name="Text Box 43">
            <a:extLst>
              <a:ext uri="{FF2B5EF4-FFF2-40B4-BE49-F238E27FC236}">
                <a16:creationId xmlns:a16="http://schemas.microsoft.com/office/drawing/2014/main" id="{1B61E7C2-4CD7-415C-B7E3-ADC9871B9C80}"/>
              </a:ext>
            </a:extLst>
          </p:cNvPr>
          <p:cNvSpPr txBox="1">
            <a:spLocks noChangeArrowheads="1"/>
          </p:cNvSpPr>
          <p:nvPr/>
        </p:nvSpPr>
        <p:spPr bwMode="auto">
          <a:xfrm>
            <a:off x="1066800" y="4915963"/>
            <a:ext cx="3352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2000">
                <a:latin typeface="黑体" panose="02010609060101010101" pitchFamily="49" charset="-122"/>
                <a:ea typeface="黑体" panose="02010609060101010101" pitchFamily="49" charset="-122"/>
              </a:rPr>
              <a:t>    重复执行特定的加工，直到循环控制条件成立时。 </a:t>
            </a:r>
          </a:p>
        </p:txBody>
      </p:sp>
      <p:grpSp>
        <p:nvGrpSpPr>
          <p:cNvPr id="51" name="Group 57">
            <a:extLst>
              <a:ext uri="{FF2B5EF4-FFF2-40B4-BE49-F238E27FC236}">
                <a16:creationId xmlns:a16="http://schemas.microsoft.com/office/drawing/2014/main" id="{36638B3C-49CF-448F-8124-FBC5CDABD396}"/>
              </a:ext>
            </a:extLst>
          </p:cNvPr>
          <p:cNvGrpSpPr>
            <a:grpSpLocks/>
          </p:cNvGrpSpPr>
          <p:nvPr/>
        </p:nvGrpSpPr>
        <p:grpSpPr bwMode="auto">
          <a:xfrm>
            <a:off x="5562600" y="4382563"/>
            <a:ext cx="1466850" cy="1966913"/>
            <a:chOff x="4176" y="2592"/>
            <a:chExt cx="924" cy="1239"/>
          </a:xfrm>
        </p:grpSpPr>
        <p:sp>
          <p:nvSpPr>
            <p:cNvPr id="52" name="AutoShape 45">
              <a:extLst>
                <a:ext uri="{FF2B5EF4-FFF2-40B4-BE49-F238E27FC236}">
                  <a16:creationId xmlns:a16="http://schemas.microsoft.com/office/drawing/2014/main" id="{55285499-1C9E-4317-A364-19ECE3E96E6C}"/>
                </a:ext>
              </a:extLst>
            </p:cNvPr>
            <p:cNvSpPr>
              <a:spLocks noChangeArrowheads="1"/>
            </p:cNvSpPr>
            <p:nvPr/>
          </p:nvSpPr>
          <p:spPr bwMode="auto">
            <a:xfrm>
              <a:off x="4176" y="3360"/>
              <a:ext cx="768" cy="288"/>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Arial" charset="0"/>
                  <a:ea typeface="文鼎细圆" pitchFamily="49" charset="-122"/>
                </a:rPr>
                <a:t>exp</a:t>
              </a:r>
            </a:p>
          </p:txBody>
        </p:sp>
        <p:sp>
          <p:nvSpPr>
            <p:cNvPr id="53" name="Line 46">
              <a:extLst>
                <a:ext uri="{FF2B5EF4-FFF2-40B4-BE49-F238E27FC236}">
                  <a16:creationId xmlns:a16="http://schemas.microsoft.com/office/drawing/2014/main" id="{8E0B0636-F063-4D3F-94E7-CAA8665024E1}"/>
                </a:ext>
              </a:extLst>
            </p:cNvPr>
            <p:cNvSpPr>
              <a:spLocks noChangeShapeType="1"/>
            </p:cNvSpPr>
            <p:nvPr/>
          </p:nvSpPr>
          <p:spPr bwMode="auto">
            <a:xfrm>
              <a:off x="4560" y="2592"/>
              <a:ext cx="0" cy="288"/>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47">
              <a:extLst>
                <a:ext uri="{FF2B5EF4-FFF2-40B4-BE49-F238E27FC236}">
                  <a16:creationId xmlns:a16="http://schemas.microsoft.com/office/drawing/2014/main" id="{2DCBC76F-C6FC-4B2E-928A-593AB2078B21}"/>
                </a:ext>
              </a:extLst>
            </p:cNvPr>
            <p:cNvSpPr>
              <a:spLocks noChangeShapeType="1"/>
            </p:cNvSpPr>
            <p:nvPr/>
          </p:nvSpPr>
          <p:spPr bwMode="auto">
            <a:xfrm>
              <a:off x="4560" y="3168"/>
              <a:ext cx="0" cy="192"/>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 name="Line 48">
              <a:extLst>
                <a:ext uri="{FF2B5EF4-FFF2-40B4-BE49-F238E27FC236}">
                  <a16:creationId xmlns:a16="http://schemas.microsoft.com/office/drawing/2014/main" id="{71D69376-9F8E-434B-AA69-488B8FF5D11B}"/>
                </a:ext>
              </a:extLst>
            </p:cNvPr>
            <p:cNvSpPr>
              <a:spLocks noChangeShapeType="1"/>
            </p:cNvSpPr>
            <p:nvPr/>
          </p:nvSpPr>
          <p:spPr bwMode="auto">
            <a:xfrm>
              <a:off x="4560" y="3648"/>
              <a:ext cx="0" cy="144"/>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1">
              <a:extLst>
                <a:ext uri="{FF2B5EF4-FFF2-40B4-BE49-F238E27FC236}">
                  <a16:creationId xmlns:a16="http://schemas.microsoft.com/office/drawing/2014/main" id="{3B3BE460-BE78-4ABA-AB5F-1D8CB6928427}"/>
                </a:ext>
              </a:extLst>
            </p:cNvPr>
            <p:cNvSpPr>
              <a:spLocks noChangeShapeType="1"/>
            </p:cNvSpPr>
            <p:nvPr/>
          </p:nvSpPr>
          <p:spPr bwMode="auto">
            <a:xfrm>
              <a:off x="4560" y="2736"/>
              <a:ext cx="528" cy="0"/>
            </a:xfrm>
            <a:prstGeom prst="line">
              <a:avLst/>
            </a:prstGeom>
            <a:noFill/>
            <a:ln w="19050">
              <a:solidFill>
                <a:srgbClr val="32B828"/>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52">
              <a:extLst>
                <a:ext uri="{FF2B5EF4-FFF2-40B4-BE49-F238E27FC236}">
                  <a16:creationId xmlns:a16="http://schemas.microsoft.com/office/drawing/2014/main" id="{2BC8D775-4DB8-43C7-B13E-AB7CA37224B6}"/>
                </a:ext>
              </a:extLst>
            </p:cNvPr>
            <p:cNvSpPr>
              <a:spLocks noChangeShapeType="1"/>
            </p:cNvSpPr>
            <p:nvPr/>
          </p:nvSpPr>
          <p:spPr bwMode="auto">
            <a:xfrm>
              <a:off x="5088" y="2736"/>
              <a:ext cx="0" cy="768"/>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3">
              <a:extLst>
                <a:ext uri="{FF2B5EF4-FFF2-40B4-BE49-F238E27FC236}">
                  <a16:creationId xmlns:a16="http://schemas.microsoft.com/office/drawing/2014/main" id="{F08C1106-C8BB-4464-A06A-BC74C0ED9220}"/>
                </a:ext>
              </a:extLst>
            </p:cNvPr>
            <p:cNvSpPr>
              <a:spLocks noChangeShapeType="1"/>
            </p:cNvSpPr>
            <p:nvPr/>
          </p:nvSpPr>
          <p:spPr bwMode="auto">
            <a:xfrm>
              <a:off x="4944" y="3504"/>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Text Box 54">
              <a:extLst>
                <a:ext uri="{FF2B5EF4-FFF2-40B4-BE49-F238E27FC236}">
                  <a16:creationId xmlns:a16="http://schemas.microsoft.com/office/drawing/2014/main" id="{B0FCADF0-2C72-4543-936B-55212990B871}"/>
                </a:ext>
              </a:extLst>
            </p:cNvPr>
            <p:cNvSpPr txBox="1">
              <a:spLocks noChangeArrowheads="1"/>
            </p:cNvSpPr>
            <p:nvPr/>
          </p:nvSpPr>
          <p:spPr bwMode="auto">
            <a:xfrm>
              <a:off x="4896" y="326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60" name="Text Box 55">
              <a:extLst>
                <a:ext uri="{FF2B5EF4-FFF2-40B4-BE49-F238E27FC236}">
                  <a16:creationId xmlns:a16="http://schemas.microsoft.com/office/drawing/2014/main" id="{63743D70-5B88-4263-AE12-52EF2E416A6B}"/>
                </a:ext>
              </a:extLst>
            </p:cNvPr>
            <p:cNvSpPr txBox="1">
              <a:spLocks noChangeArrowheads="1"/>
            </p:cNvSpPr>
            <p:nvPr/>
          </p:nvSpPr>
          <p:spPr bwMode="auto">
            <a:xfrm>
              <a:off x="4608" y="3600"/>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61" name="Rectangle 56">
              <a:extLst>
                <a:ext uri="{FF2B5EF4-FFF2-40B4-BE49-F238E27FC236}">
                  <a16:creationId xmlns:a16="http://schemas.microsoft.com/office/drawing/2014/main" id="{1E067BED-701B-45C2-8A84-5B242AF18B86}"/>
                </a:ext>
              </a:extLst>
            </p:cNvPr>
            <p:cNvSpPr>
              <a:spLocks noChangeArrowheads="1"/>
            </p:cNvSpPr>
            <p:nvPr/>
          </p:nvSpPr>
          <p:spPr bwMode="auto">
            <a:xfrm>
              <a:off x="4320" y="2880"/>
              <a:ext cx="480" cy="288"/>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2000" b="1">
                  <a:effectLst>
                    <a:outerShdw blurRad="38100" dist="38100" dir="2700000" algn="tl">
                      <a:srgbClr val="000000"/>
                    </a:outerShdw>
                  </a:effectLst>
                  <a:latin typeface="Times New Roman" charset="0"/>
                  <a:ea typeface="文鼎细圆" pitchFamily="49" charset="-122"/>
                </a:rPr>
                <a:t>S</a:t>
              </a:r>
            </a:p>
          </p:txBody>
        </p:sp>
      </p:grpSp>
    </p:spTree>
    <p:extLst>
      <p:ext uri="{BB962C8B-B14F-4D97-AF65-F5344CB8AC3E}">
        <p14:creationId xmlns:p14="http://schemas.microsoft.com/office/powerpoint/2010/main" val="383107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randombar(horizontal)">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randombar(horizontal)">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randombar(horizontal)">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randombar(horizontal)">
                                      <p:cBhvr>
                                        <p:cTn id="27" dur="500"/>
                                        <p:tgtEl>
                                          <p:spTgt spid="5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randombar(horizontal)">
                                      <p:cBhvr>
                                        <p:cTn id="3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35" grpId="0" autoUpdateAnimBg="0"/>
      <p:bldP spid="49" grpId="0" autoUpdateAnimBg="0"/>
      <p:bldP spid="50"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44</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447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a:t>
            </a:r>
            <a:r>
              <a:rPr lang="zh-CN" altLang="en-US" sz="2000" b="1" dirty="0"/>
              <a:t>程序流程图</a:t>
            </a:r>
            <a:endParaRPr lang="en-US" altLang="zh-CN" sz="2000" b="1" dirty="0"/>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
        <p:nvSpPr>
          <p:cNvPr id="33" name="Text Box 2">
            <a:extLst>
              <a:ext uri="{FF2B5EF4-FFF2-40B4-BE49-F238E27FC236}">
                <a16:creationId xmlns:a16="http://schemas.microsoft.com/office/drawing/2014/main" id="{F0358785-5886-4345-A82C-43DCA8C5C6CF}"/>
              </a:ext>
            </a:extLst>
          </p:cNvPr>
          <p:cNvSpPr txBox="1">
            <a:spLocks noChangeArrowheads="1"/>
          </p:cNvSpPr>
          <p:nvPr/>
        </p:nvSpPr>
        <p:spPr bwMode="auto">
          <a:xfrm>
            <a:off x="990600" y="2811462"/>
            <a:ext cx="208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5、多情况选择型</a:t>
            </a:r>
          </a:p>
        </p:txBody>
      </p:sp>
      <p:sp>
        <p:nvSpPr>
          <p:cNvPr id="62" name="Text Box 3">
            <a:extLst>
              <a:ext uri="{FF2B5EF4-FFF2-40B4-BE49-F238E27FC236}">
                <a16:creationId xmlns:a16="http://schemas.microsoft.com/office/drawing/2014/main" id="{3B8D4BFE-1B56-4B5D-BB84-FE16DA4CA9E1}"/>
              </a:ext>
            </a:extLst>
          </p:cNvPr>
          <p:cNvSpPr txBox="1">
            <a:spLocks noChangeArrowheads="1"/>
          </p:cNvSpPr>
          <p:nvPr/>
        </p:nvSpPr>
        <p:spPr bwMode="auto">
          <a:xfrm>
            <a:off x="1219200" y="3421062"/>
            <a:ext cx="2286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2000">
                <a:latin typeface="黑体" panose="02010609060101010101" pitchFamily="49" charset="-122"/>
                <a:ea typeface="黑体" panose="02010609060101010101" pitchFamily="49" charset="-122"/>
              </a:rPr>
              <a:t>    列出多种加工</a:t>
            </a:r>
          </a:p>
          <a:p>
            <a:pPr algn="l"/>
            <a:r>
              <a:rPr lang="zh-CN" altLang="en-US" sz="2000">
                <a:latin typeface="黑体" panose="02010609060101010101" pitchFamily="49" charset="-122"/>
                <a:ea typeface="黑体" panose="02010609060101010101" pitchFamily="49" charset="-122"/>
              </a:rPr>
              <a:t>情况，根据控制变</a:t>
            </a:r>
          </a:p>
          <a:p>
            <a:pPr algn="l"/>
            <a:r>
              <a:rPr lang="zh-CN" altLang="en-US" sz="2000">
                <a:latin typeface="黑体" panose="02010609060101010101" pitchFamily="49" charset="-122"/>
                <a:ea typeface="黑体" panose="02010609060101010101" pitchFamily="49" charset="-122"/>
              </a:rPr>
              <a:t>量的取值，选择执</a:t>
            </a:r>
          </a:p>
          <a:p>
            <a:pPr algn="l"/>
            <a:r>
              <a:rPr lang="zh-CN" altLang="en-US" sz="2000">
                <a:latin typeface="黑体" panose="02010609060101010101" pitchFamily="49" charset="-122"/>
                <a:ea typeface="黑体" panose="02010609060101010101" pitchFamily="49" charset="-122"/>
              </a:rPr>
              <a:t>行其一。</a:t>
            </a:r>
          </a:p>
        </p:txBody>
      </p:sp>
      <p:grpSp>
        <p:nvGrpSpPr>
          <p:cNvPr id="63" name="Group 52">
            <a:extLst>
              <a:ext uri="{FF2B5EF4-FFF2-40B4-BE49-F238E27FC236}">
                <a16:creationId xmlns:a16="http://schemas.microsoft.com/office/drawing/2014/main" id="{AE09E65B-FCD4-4200-9236-D683CA06F340}"/>
              </a:ext>
            </a:extLst>
          </p:cNvPr>
          <p:cNvGrpSpPr>
            <a:grpSpLocks/>
          </p:cNvGrpSpPr>
          <p:nvPr/>
        </p:nvGrpSpPr>
        <p:grpSpPr bwMode="auto">
          <a:xfrm>
            <a:off x="4267200" y="2201862"/>
            <a:ext cx="2438400" cy="3124200"/>
            <a:chOff x="3408" y="1872"/>
            <a:chExt cx="1536" cy="1968"/>
          </a:xfrm>
        </p:grpSpPr>
        <p:sp>
          <p:nvSpPr>
            <p:cNvPr id="64" name="AutoShape 5">
              <a:extLst>
                <a:ext uri="{FF2B5EF4-FFF2-40B4-BE49-F238E27FC236}">
                  <a16:creationId xmlns:a16="http://schemas.microsoft.com/office/drawing/2014/main" id="{5E14829B-B1BD-4E1E-BFE0-39A77E2B683D}"/>
                </a:ext>
              </a:extLst>
            </p:cNvPr>
            <p:cNvSpPr>
              <a:spLocks noChangeArrowheads="1"/>
            </p:cNvSpPr>
            <p:nvPr/>
          </p:nvSpPr>
          <p:spPr bwMode="auto">
            <a:xfrm>
              <a:off x="3408" y="2064"/>
              <a:ext cx="768" cy="288"/>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exp=1</a:t>
              </a:r>
            </a:p>
          </p:txBody>
        </p:sp>
        <p:sp>
          <p:nvSpPr>
            <p:cNvPr id="65" name="Line 6">
              <a:extLst>
                <a:ext uri="{FF2B5EF4-FFF2-40B4-BE49-F238E27FC236}">
                  <a16:creationId xmlns:a16="http://schemas.microsoft.com/office/drawing/2014/main" id="{0863FB60-A6DE-4374-8A46-FBDA29DD0113}"/>
                </a:ext>
              </a:extLst>
            </p:cNvPr>
            <p:cNvSpPr>
              <a:spLocks noChangeShapeType="1"/>
            </p:cNvSpPr>
            <p:nvPr/>
          </p:nvSpPr>
          <p:spPr bwMode="auto">
            <a:xfrm>
              <a:off x="3792" y="1872"/>
              <a:ext cx="0" cy="192"/>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Line 7">
              <a:extLst>
                <a:ext uri="{FF2B5EF4-FFF2-40B4-BE49-F238E27FC236}">
                  <a16:creationId xmlns:a16="http://schemas.microsoft.com/office/drawing/2014/main" id="{C8944AB3-5D50-4839-938E-0D4B1CA53597}"/>
                </a:ext>
              </a:extLst>
            </p:cNvPr>
            <p:cNvSpPr>
              <a:spLocks noChangeShapeType="1"/>
            </p:cNvSpPr>
            <p:nvPr/>
          </p:nvSpPr>
          <p:spPr bwMode="auto">
            <a:xfrm>
              <a:off x="3792" y="2352"/>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12">
              <a:extLst>
                <a:ext uri="{FF2B5EF4-FFF2-40B4-BE49-F238E27FC236}">
                  <a16:creationId xmlns:a16="http://schemas.microsoft.com/office/drawing/2014/main" id="{CCF980D3-29C5-4A3C-A540-F8B509CDCD75}"/>
                </a:ext>
              </a:extLst>
            </p:cNvPr>
            <p:cNvSpPr>
              <a:spLocks noChangeShapeType="1"/>
            </p:cNvSpPr>
            <p:nvPr/>
          </p:nvSpPr>
          <p:spPr bwMode="auto">
            <a:xfrm>
              <a:off x="4944" y="2208"/>
              <a:ext cx="0" cy="1488"/>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13">
              <a:extLst>
                <a:ext uri="{FF2B5EF4-FFF2-40B4-BE49-F238E27FC236}">
                  <a16:creationId xmlns:a16="http://schemas.microsoft.com/office/drawing/2014/main" id="{931D0E64-A186-454A-8686-47A479A8F7F1}"/>
                </a:ext>
              </a:extLst>
            </p:cNvPr>
            <p:cNvSpPr>
              <a:spLocks noChangeShapeType="1"/>
            </p:cNvSpPr>
            <p:nvPr/>
          </p:nvSpPr>
          <p:spPr bwMode="auto">
            <a:xfrm>
              <a:off x="4176" y="2208"/>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Text Box 14">
              <a:extLst>
                <a:ext uri="{FF2B5EF4-FFF2-40B4-BE49-F238E27FC236}">
                  <a16:creationId xmlns:a16="http://schemas.microsoft.com/office/drawing/2014/main" id="{50DFD637-EE25-4616-9396-FFE15D0A91D3}"/>
                </a:ext>
              </a:extLst>
            </p:cNvPr>
            <p:cNvSpPr txBox="1">
              <a:spLocks noChangeArrowheads="1"/>
            </p:cNvSpPr>
            <p:nvPr/>
          </p:nvSpPr>
          <p:spPr bwMode="auto">
            <a:xfrm>
              <a:off x="3552" y="230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70" name="Text Box 15">
              <a:extLst>
                <a:ext uri="{FF2B5EF4-FFF2-40B4-BE49-F238E27FC236}">
                  <a16:creationId xmlns:a16="http://schemas.microsoft.com/office/drawing/2014/main" id="{80A1B3E9-5C31-4F66-B578-70EE4060460C}"/>
                </a:ext>
              </a:extLst>
            </p:cNvPr>
            <p:cNvSpPr txBox="1">
              <a:spLocks noChangeArrowheads="1"/>
            </p:cNvSpPr>
            <p:nvPr/>
          </p:nvSpPr>
          <p:spPr bwMode="auto">
            <a:xfrm>
              <a:off x="4128" y="19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71" name="Rectangle 16">
              <a:extLst>
                <a:ext uri="{FF2B5EF4-FFF2-40B4-BE49-F238E27FC236}">
                  <a16:creationId xmlns:a16="http://schemas.microsoft.com/office/drawing/2014/main" id="{B7EB6763-C309-4F02-B88B-D69B50F1B867}"/>
                </a:ext>
              </a:extLst>
            </p:cNvPr>
            <p:cNvSpPr>
              <a:spLocks noChangeArrowheads="1"/>
            </p:cNvSpPr>
            <p:nvPr/>
          </p:nvSpPr>
          <p:spPr bwMode="auto">
            <a:xfrm>
              <a:off x="4320" y="2112"/>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S1</a:t>
              </a:r>
            </a:p>
          </p:txBody>
        </p:sp>
        <p:sp>
          <p:nvSpPr>
            <p:cNvPr id="72" name="AutoShape 30">
              <a:extLst>
                <a:ext uri="{FF2B5EF4-FFF2-40B4-BE49-F238E27FC236}">
                  <a16:creationId xmlns:a16="http://schemas.microsoft.com/office/drawing/2014/main" id="{45135DC5-E846-43B2-8B2A-BD30E0F0A785}"/>
                </a:ext>
              </a:extLst>
            </p:cNvPr>
            <p:cNvSpPr>
              <a:spLocks noChangeArrowheads="1"/>
            </p:cNvSpPr>
            <p:nvPr/>
          </p:nvSpPr>
          <p:spPr bwMode="auto">
            <a:xfrm>
              <a:off x="3408" y="2496"/>
              <a:ext cx="768" cy="288"/>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exp=2</a:t>
              </a:r>
            </a:p>
          </p:txBody>
        </p:sp>
        <p:sp>
          <p:nvSpPr>
            <p:cNvPr id="73" name="Line 32">
              <a:extLst>
                <a:ext uri="{FF2B5EF4-FFF2-40B4-BE49-F238E27FC236}">
                  <a16:creationId xmlns:a16="http://schemas.microsoft.com/office/drawing/2014/main" id="{647895FE-77DF-4C17-B06C-5E886B828CE0}"/>
                </a:ext>
              </a:extLst>
            </p:cNvPr>
            <p:cNvSpPr>
              <a:spLocks noChangeShapeType="1"/>
            </p:cNvSpPr>
            <p:nvPr/>
          </p:nvSpPr>
          <p:spPr bwMode="auto">
            <a:xfrm>
              <a:off x="3792" y="2784"/>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 name="Line 33">
              <a:extLst>
                <a:ext uri="{FF2B5EF4-FFF2-40B4-BE49-F238E27FC236}">
                  <a16:creationId xmlns:a16="http://schemas.microsoft.com/office/drawing/2014/main" id="{BBFC989E-92ED-45EA-A299-A3483F4E36E6}"/>
                </a:ext>
              </a:extLst>
            </p:cNvPr>
            <p:cNvSpPr>
              <a:spLocks noChangeShapeType="1"/>
            </p:cNvSpPr>
            <p:nvPr/>
          </p:nvSpPr>
          <p:spPr bwMode="auto">
            <a:xfrm>
              <a:off x="3792" y="2976"/>
              <a:ext cx="0" cy="144"/>
            </a:xfrm>
            <a:prstGeom prst="line">
              <a:avLst/>
            </a:prstGeom>
            <a:noFill/>
            <a:ln w="28575">
              <a:solidFill>
                <a:srgbClr val="32B828"/>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34">
              <a:extLst>
                <a:ext uri="{FF2B5EF4-FFF2-40B4-BE49-F238E27FC236}">
                  <a16:creationId xmlns:a16="http://schemas.microsoft.com/office/drawing/2014/main" id="{75B6BF07-505D-4770-8CE9-406E716EF152}"/>
                </a:ext>
              </a:extLst>
            </p:cNvPr>
            <p:cNvSpPr>
              <a:spLocks noChangeShapeType="1"/>
            </p:cNvSpPr>
            <p:nvPr/>
          </p:nvSpPr>
          <p:spPr bwMode="auto">
            <a:xfrm>
              <a:off x="3792" y="3168"/>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 name="AutoShape 35">
              <a:extLst>
                <a:ext uri="{FF2B5EF4-FFF2-40B4-BE49-F238E27FC236}">
                  <a16:creationId xmlns:a16="http://schemas.microsoft.com/office/drawing/2014/main" id="{196CBB49-1875-43AE-98FA-1FDD37DD9C47}"/>
                </a:ext>
              </a:extLst>
            </p:cNvPr>
            <p:cNvSpPr>
              <a:spLocks noChangeArrowheads="1"/>
            </p:cNvSpPr>
            <p:nvPr/>
          </p:nvSpPr>
          <p:spPr bwMode="auto">
            <a:xfrm>
              <a:off x="3408" y="3312"/>
              <a:ext cx="768" cy="288"/>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exp=n</a:t>
              </a:r>
            </a:p>
          </p:txBody>
        </p:sp>
        <p:sp>
          <p:nvSpPr>
            <p:cNvPr id="77" name="Line 36">
              <a:extLst>
                <a:ext uri="{FF2B5EF4-FFF2-40B4-BE49-F238E27FC236}">
                  <a16:creationId xmlns:a16="http://schemas.microsoft.com/office/drawing/2014/main" id="{98F6327D-D50E-424D-94E8-71762579E694}"/>
                </a:ext>
              </a:extLst>
            </p:cNvPr>
            <p:cNvSpPr>
              <a:spLocks noChangeShapeType="1"/>
            </p:cNvSpPr>
            <p:nvPr/>
          </p:nvSpPr>
          <p:spPr bwMode="auto">
            <a:xfrm>
              <a:off x="3792" y="3600"/>
              <a:ext cx="0" cy="24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Line 37">
              <a:extLst>
                <a:ext uri="{FF2B5EF4-FFF2-40B4-BE49-F238E27FC236}">
                  <a16:creationId xmlns:a16="http://schemas.microsoft.com/office/drawing/2014/main" id="{36D68E88-C69F-487B-9A86-B5FFCBB7C97E}"/>
                </a:ext>
              </a:extLst>
            </p:cNvPr>
            <p:cNvSpPr>
              <a:spLocks noChangeShapeType="1"/>
            </p:cNvSpPr>
            <p:nvPr/>
          </p:nvSpPr>
          <p:spPr bwMode="auto">
            <a:xfrm>
              <a:off x="4800" y="2208"/>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38">
              <a:extLst>
                <a:ext uri="{FF2B5EF4-FFF2-40B4-BE49-F238E27FC236}">
                  <a16:creationId xmlns:a16="http://schemas.microsoft.com/office/drawing/2014/main" id="{B394545E-AA55-4AB8-AE20-A5D977E79A62}"/>
                </a:ext>
              </a:extLst>
            </p:cNvPr>
            <p:cNvSpPr>
              <a:spLocks noChangeShapeType="1"/>
            </p:cNvSpPr>
            <p:nvPr/>
          </p:nvSpPr>
          <p:spPr bwMode="auto">
            <a:xfrm>
              <a:off x="4176" y="2640"/>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Rectangle 39">
              <a:extLst>
                <a:ext uri="{FF2B5EF4-FFF2-40B4-BE49-F238E27FC236}">
                  <a16:creationId xmlns:a16="http://schemas.microsoft.com/office/drawing/2014/main" id="{EAC49121-FF1B-41F5-878F-504F457C4201}"/>
                </a:ext>
              </a:extLst>
            </p:cNvPr>
            <p:cNvSpPr>
              <a:spLocks noChangeArrowheads="1"/>
            </p:cNvSpPr>
            <p:nvPr/>
          </p:nvSpPr>
          <p:spPr bwMode="auto">
            <a:xfrm>
              <a:off x="4320" y="2544"/>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S2</a:t>
              </a:r>
            </a:p>
          </p:txBody>
        </p:sp>
        <p:sp>
          <p:nvSpPr>
            <p:cNvPr id="81" name="Line 40">
              <a:extLst>
                <a:ext uri="{FF2B5EF4-FFF2-40B4-BE49-F238E27FC236}">
                  <a16:creationId xmlns:a16="http://schemas.microsoft.com/office/drawing/2014/main" id="{AEAE0CC2-D445-4B4D-B79A-C36AFC846B46}"/>
                </a:ext>
              </a:extLst>
            </p:cNvPr>
            <p:cNvSpPr>
              <a:spLocks noChangeShapeType="1"/>
            </p:cNvSpPr>
            <p:nvPr/>
          </p:nvSpPr>
          <p:spPr bwMode="auto">
            <a:xfrm>
              <a:off x="4800" y="2640"/>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Text Box 44">
              <a:extLst>
                <a:ext uri="{FF2B5EF4-FFF2-40B4-BE49-F238E27FC236}">
                  <a16:creationId xmlns:a16="http://schemas.microsoft.com/office/drawing/2014/main" id="{19EEE2DB-127C-477A-828D-58FFB06401CA}"/>
                </a:ext>
              </a:extLst>
            </p:cNvPr>
            <p:cNvSpPr txBox="1">
              <a:spLocks noChangeArrowheads="1"/>
            </p:cNvSpPr>
            <p:nvPr/>
          </p:nvSpPr>
          <p:spPr bwMode="auto">
            <a:xfrm>
              <a:off x="4128" y="2400"/>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83" name="Line 45">
              <a:extLst>
                <a:ext uri="{FF2B5EF4-FFF2-40B4-BE49-F238E27FC236}">
                  <a16:creationId xmlns:a16="http://schemas.microsoft.com/office/drawing/2014/main" id="{851A659E-BCD8-4EB2-906F-6E6F3C820496}"/>
                </a:ext>
              </a:extLst>
            </p:cNvPr>
            <p:cNvSpPr>
              <a:spLocks noChangeShapeType="1"/>
            </p:cNvSpPr>
            <p:nvPr/>
          </p:nvSpPr>
          <p:spPr bwMode="auto">
            <a:xfrm>
              <a:off x="4176" y="3456"/>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Rectangle 46">
              <a:extLst>
                <a:ext uri="{FF2B5EF4-FFF2-40B4-BE49-F238E27FC236}">
                  <a16:creationId xmlns:a16="http://schemas.microsoft.com/office/drawing/2014/main" id="{A1FAE668-42BC-4884-9678-8756D3D76B2A}"/>
                </a:ext>
              </a:extLst>
            </p:cNvPr>
            <p:cNvSpPr>
              <a:spLocks noChangeArrowheads="1"/>
            </p:cNvSpPr>
            <p:nvPr/>
          </p:nvSpPr>
          <p:spPr bwMode="auto">
            <a:xfrm>
              <a:off x="4320" y="336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Sn</a:t>
              </a:r>
            </a:p>
          </p:txBody>
        </p:sp>
        <p:sp>
          <p:nvSpPr>
            <p:cNvPr id="85" name="Line 47">
              <a:extLst>
                <a:ext uri="{FF2B5EF4-FFF2-40B4-BE49-F238E27FC236}">
                  <a16:creationId xmlns:a16="http://schemas.microsoft.com/office/drawing/2014/main" id="{22A6A886-49ED-4544-B171-E6CEC2298BDC}"/>
                </a:ext>
              </a:extLst>
            </p:cNvPr>
            <p:cNvSpPr>
              <a:spLocks noChangeShapeType="1"/>
            </p:cNvSpPr>
            <p:nvPr/>
          </p:nvSpPr>
          <p:spPr bwMode="auto">
            <a:xfrm>
              <a:off x="4800" y="3456"/>
              <a:ext cx="14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Text Box 48">
              <a:extLst>
                <a:ext uri="{FF2B5EF4-FFF2-40B4-BE49-F238E27FC236}">
                  <a16:creationId xmlns:a16="http://schemas.microsoft.com/office/drawing/2014/main" id="{F5B095D4-F518-44B6-B3BD-3D5769C24228}"/>
                </a:ext>
              </a:extLst>
            </p:cNvPr>
            <p:cNvSpPr txBox="1">
              <a:spLocks noChangeArrowheads="1"/>
            </p:cNvSpPr>
            <p:nvPr/>
          </p:nvSpPr>
          <p:spPr bwMode="auto">
            <a:xfrm>
              <a:off x="4128" y="321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87" name="Text Box 49">
              <a:extLst>
                <a:ext uri="{FF2B5EF4-FFF2-40B4-BE49-F238E27FC236}">
                  <a16:creationId xmlns:a16="http://schemas.microsoft.com/office/drawing/2014/main" id="{09620B1B-AD7D-4216-BEB6-BC979A102892}"/>
                </a:ext>
              </a:extLst>
            </p:cNvPr>
            <p:cNvSpPr txBox="1">
              <a:spLocks noChangeArrowheads="1"/>
            </p:cNvSpPr>
            <p:nvPr/>
          </p:nvSpPr>
          <p:spPr bwMode="auto">
            <a:xfrm>
              <a:off x="3552" y="273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88" name="Text Box 50">
              <a:extLst>
                <a:ext uri="{FF2B5EF4-FFF2-40B4-BE49-F238E27FC236}">
                  <a16:creationId xmlns:a16="http://schemas.microsoft.com/office/drawing/2014/main" id="{43CC69F4-6167-4912-9A17-BD08956F2B3B}"/>
                </a:ext>
              </a:extLst>
            </p:cNvPr>
            <p:cNvSpPr txBox="1">
              <a:spLocks noChangeArrowheads="1"/>
            </p:cNvSpPr>
            <p:nvPr/>
          </p:nvSpPr>
          <p:spPr bwMode="auto">
            <a:xfrm>
              <a:off x="3552" y="3552"/>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89" name="Line 51">
              <a:extLst>
                <a:ext uri="{FF2B5EF4-FFF2-40B4-BE49-F238E27FC236}">
                  <a16:creationId xmlns:a16="http://schemas.microsoft.com/office/drawing/2014/main" id="{CEF5EE67-0BF9-49A1-9CF2-D47F45946DCF}"/>
                </a:ext>
              </a:extLst>
            </p:cNvPr>
            <p:cNvSpPr>
              <a:spLocks noChangeShapeType="1"/>
            </p:cNvSpPr>
            <p:nvPr/>
          </p:nvSpPr>
          <p:spPr bwMode="auto">
            <a:xfrm>
              <a:off x="3792" y="3696"/>
              <a:ext cx="1152" cy="0"/>
            </a:xfrm>
            <a:prstGeom prst="line">
              <a:avLst/>
            </a:prstGeom>
            <a:noFill/>
            <a:ln w="19050">
              <a:solidFill>
                <a:srgbClr val="32B828"/>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717646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randombar(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randombar(horizontal)">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randombar(horizontal)">
                                      <p:cBhvr>
                                        <p:cTn id="1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utoUpdateAnimBg="0"/>
      <p:bldP spid="62"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83">
            <a:extLst>
              <a:ext uri="{FF2B5EF4-FFF2-40B4-BE49-F238E27FC236}">
                <a16:creationId xmlns:a16="http://schemas.microsoft.com/office/drawing/2014/main" id="{98D3A9B5-17F7-4DB2-A348-21545191050F}"/>
              </a:ext>
            </a:extLst>
          </p:cNvPr>
          <p:cNvGrpSpPr>
            <a:grpSpLocks/>
          </p:cNvGrpSpPr>
          <p:nvPr/>
        </p:nvGrpSpPr>
        <p:grpSpPr bwMode="auto">
          <a:xfrm>
            <a:off x="1447800" y="304800"/>
            <a:ext cx="7315200" cy="6172200"/>
            <a:chOff x="912" y="192"/>
            <a:chExt cx="4608" cy="3888"/>
          </a:xfrm>
        </p:grpSpPr>
        <p:sp>
          <p:nvSpPr>
            <p:cNvPr id="35" name="Rectangle 32">
              <a:extLst>
                <a:ext uri="{FF2B5EF4-FFF2-40B4-BE49-F238E27FC236}">
                  <a16:creationId xmlns:a16="http://schemas.microsoft.com/office/drawing/2014/main" id="{9AE8F187-ABE1-4BF1-BD6B-C7993321EC78}"/>
                </a:ext>
              </a:extLst>
            </p:cNvPr>
            <p:cNvSpPr>
              <a:spLocks noChangeArrowheads="1"/>
            </p:cNvSpPr>
            <p:nvPr/>
          </p:nvSpPr>
          <p:spPr bwMode="auto">
            <a:xfrm>
              <a:off x="912" y="528"/>
              <a:ext cx="4608" cy="7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sp>
          <p:nvSpPr>
            <p:cNvPr id="37" name="AutoShape 5">
              <a:extLst>
                <a:ext uri="{FF2B5EF4-FFF2-40B4-BE49-F238E27FC236}">
                  <a16:creationId xmlns:a16="http://schemas.microsoft.com/office/drawing/2014/main" id="{39620692-EDB7-42AF-A393-680A9FFCEECA}"/>
                </a:ext>
              </a:extLst>
            </p:cNvPr>
            <p:cNvSpPr>
              <a:spLocks noChangeArrowheads="1"/>
            </p:cNvSpPr>
            <p:nvPr/>
          </p:nvSpPr>
          <p:spPr bwMode="auto">
            <a:xfrm>
              <a:off x="2544" y="1296"/>
              <a:ext cx="768" cy="288"/>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X1</a:t>
              </a:r>
            </a:p>
          </p:txBody>
        </p:sp>
        <p:sp>
          <p:nvSpPr>
            <p:cNvPr id="38" name="Line 6">
              <a:extLst>
                <a:ext uri="{FF2B5EF4-FFF2-40B4-BE49-F238E27FC236}">
                  <a16:creationId xmlns:a16="http://schemas.microsoft.com/office/drawing/2014/main" id="{021CEA26-9375-4C25-8A39-6B0F39BFB400}"/>
                </a:ext>
              </a:extLst>
            </p:cNvPr>
            <p:cNvSpPr>
              <a:spLocks noChangeShapeType="1"/>
            </p:cNvSpPr>
            <p:nvPr/>
          </p:nvSpPr>
          <p:spPr bwMode="auto">
            <a:xfrm>
              <a:off x="2928" y="480"/>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Line 7">
              <a:extLst>
                <a:ext uri="{FF2B5EF4-FFF2-40B4-BE49-F238E27FC236}">
                  <a16:creationId xmlns:a16="http://schemas.microsoft.com/office/drawing/2014/main" id="{6CE02405-5E7A-4A40-BBBF-091D51BBB5D0}"/>
                </a:ext>
              </a:extLst>
            </p:cNvPr>
            <p:cNvSpPr>
              <a:spLocks noChangeShapeType="1"/>
            </p:cNvSpPr>
            <p:nvPr/>
          </p:nvSpPr>
          <p:spPr bwMode="auto">
            <a:xfrm>
              <a:off x="1584" y="1440"/>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8">
              <a:extLst>
                <a:ext uri="{FF2B5EF4-FFF2-40B4-BE49-F238E27FC236}">
                  <a16:creationId xmlns:a16="http://schemas.microsoft.com/office/drawing/2014/main" id="{3E7157AD-218F-43EF-8608-ADC6456C5728}"/>
                </a:ext>
              </a:extLst>
            </p:cNvPr>
            <p:cNvSpPr>
              <a:spLocks noChangeShapeType="1"/>
            </p:cNvSpPr>
            <p:nvPr/>
          </p:nvSpPr>
          <p:spPr bwMode="auto">
            <a:xfrm>
              <a:off x="1584" y="1824"/>
              <a:ext cx="0" cy="13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9">
              <a:extLst>
                <a:ext uri="{FF2B5EF4-FFF2-40B4-BE49-F238E27FC236}">
                  <a16:creationId xmlns:a16="http://schemas.microsoft.com/office/drawing/2014/main" id="{B4F09840-8665-4929-BB5C-9DA8711EEC31}"/>
                </a:ext>
              </a:extLst>
            </p:cNvPr>
            <p:cNvSpPr>
              <a:spLocks noChangeShapeType="1"/>
            </p:cNvSpPr>
            <p:nvPr/>
          </p:nvSpPr>
          <p:spPr bwMode="auto">
            <a:xfrm>
              <a:off x="1584" y="1440"/>
              <a:ext cx="96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Text Box 10">
              <a:extLst>
                <a:ext uri="{FF2B5EF4-FFF2-40B4-BE49-F238E27FC236}">
                  <a16:creationId xmlns:a16="http://schemas.microsoft.com/office/drawing/2014/main" id="{C08F2D9C-2B36-40A7-9D05-49657DC893A8}"/>
                </a:ext>
              </a:extLst>
            </p:cNvPr>
            <p:cNvSpPr txBox="1">
              <a:spLocks noChangeArrowheads="1"/>
            </p:cNvSpPr>
            <p:nvPr/>
          </p:nvSpPr>
          <p:spPr bwMode="auto">
            <a:xfrm>
              <a:off x="3216" y="19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43" name="Text Box 11">
              <a:extLst>
                <a:ext uri="{FF2B5EF4-FFF2-40B4-BE49-F238E27FC236}">
                  <a16:creationId xmlns:a16="http://schemas.microsoft.com/office/drawing/2014/main" id="{28848C8E-C3AC-4C12-865C-5CD58E0765AE}"/>
                </a:ext>
              </a:extLst>
            </p:cNvPr>
            <p:cNvSpPr txBox="1">
              <a:spLocks noChangeArrowheads="1"/>
            </p:cNvSpPr>
            <p:nvPr/>
          </p:nvSpPr>
          <p:spPr bwMode="auto">
            <a:xfrm>
              <a:off x="3312" y="124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44" name="Rectangle 12">
              <a:extLst>
                <a:ext uri="{FF2B5EF4-FFF2-40B4-BE49-F238E27FC236}">
                  <a16:creationId xmlns:a16="http://schemas.microsoft.com/office/drawing/2014/main" id="{6E3A440D-CCD3-4F26-9196-8F5C529CCB9A}"/>
                </a:ext>
              </a:extLst>
            </p:cNvPr>
            <p:cNvSpPr>
              <a:spLocks noChangeArrowheads="1"/>
            </p:cNvSpPr>
            <p:nvPr/>
          </p:nvSpPr>
          <p:spPr bwMode="auto">
            <a:xfrm>
              <a:off x="2688" y="624"/>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Arial" charset="0"/>
                  <a:ea typeface="文鼎细圆" pitchFamily="49" charset="-122"/>
                </a:rPr>
                <a:t>a</a:t>
              </a:r>
            </a:p>
          </p:txBody>
        </p:sp>
        <p:sp>
          <p:nvSpPr>
            <p:cNvPr id="45" name="AutoShape 13">
              <a:extLst>
                <a:ext uri="{FF2B5EF4-FFF2-40B4-BE49-F238E27FC236}">
                  <a16:creationId xmlns:a16="http://schemas.microsoft.com/office/drawing/2014/main" id="{FD10643B-5448-4D16-8358-AF05229F705C}"/>
                </a:ext>
              </a:extLst>
            </p:cNvPr>
            <p:cNvSpPr>
              <a:spLocks noChangeArrowheads="1"/>
            </p:cNvSpPr>
            <p:nvPr/>
          </p:nvSpPr>
          <p:spPr bwMode="auto">
            <a:xfrm>
              <a:off x="3360" y="2016"/>
              <a:ext cx="768" cy="288"/>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X4</a:t>
              </a:r>
            </a:p>
          </p:txBody>
        </p:sp>
        <p:sp>
          <p:nvSpPr>
            <p:cNvPr id="46" name="Line 14">
              <a:extLst>
                <a:ext uri="{FF2B5EF4-FFF2-40B4-BE49-F238E27FC236}">
                  <a16:creationId xmlns:a16="http://schemas.microsoft.com/office/drawing/2014/main" id="{8AE1525C-982B-4141-A754-D00E0CE28681}"/>
                </a:ext>
              </a:extLst>
            </p:cNvPr>
            <p:cNvSpPr>
              <a:spLocks noChangeShapeType="1"/>
            </p:cNvSpPr>
            <p:nvPr/>
          </p:nvSpPr>
          <p:spPr bwMode="auto">
            <a:xfrm>
              <a:off x="2256" y="1920"/>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Line 15">
              <a:extLst>
                <a:ext uri="{FF2B5EF4-FFF2-40B4-BE49-F238E27FC236}">
                  <a16:creationId xmlns:a16="http://schemas.microsoft.com/office/drawing/2014/main" id="{8549C239-5D5F-4653-8AB8-16A34DD2BD6A}"/>
                </a:ext>
              </a:extLst>
            </p:cNvPr>
            <p:cNvSpPr>
              <a:spLocks noChangeShapeType="1"/>
            </p:cNvSpPr>
            <p:nvPr/>
          </p:nvSpPr>
          <p:spPr bwMode="auto">
            <a:xfrm>
              <a:off x="2976" y="3888"/>
              <a:ext cx="0" cy="192"/>
            </a:xfrm>
            <a:prstGeom prst="line">
              <a:avLst/>
            </a:prstGeom>
            <a:noFill/>
            <a:ln w="28575">
              <a:solidFill>
                <a:srgbClr val="32B828"/>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16">
              <a:extLst>
                <a:ext uri="{FF2B5EF4-FFF2-40B4-BE49-F238E27FC236}">
                  <a16:creationId xmlns:a16="http://schemas.microsoft.com/office/drawing/2014/main" id="{81B5B2F8-8B6A-4175-83B2-6A09C462947D}"/>
                </a:ext>
              </a:extLst>
            </p:cNvPr>
            <p:cNvSpPr>
              <a:spLocks noChangeShapeType="1"/>
            </p:cNvSpPr>
            <p:nvPr/>
          </p:nvSpPr>
          <p:spPr bwMode="auto">
            <a:xfrm>
              <a:off x="2256" y="2256"/>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 name="Line 18">
              <a:extLst>
                <a:ext uri="{FF2B5EF4-FFF2-40B4-BE49-F238E27FC236}">
                  <a16:creationId xmlns:a16="http://schemas.microsoft.com/office/drawing/2014/main" id="{9FA893FD-3B55-44E3-B93F-C02B5A3545EB}"/>
                </a:ext>
              </a:extLst>
            </p:cNvPr>
            <p:cNvSpPr>
              <a:spLocks noChangeShapeType="1"/>
            </p:cNvSpPr>
            <p:nvPr/>
          </p:nvSpPr>
          <p:spPr bwMode="auto">
            <a:xfrm>
              <a:off x="1824" y="1920"/>
              <a:ext cx="0" cy="576"/>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19">
              <a:extLst>
                <a:ext uri="{FF2B5EF4-FFF2-40B4-BE49-F238E27FC236}">
                  <a16:creationId xmlns:a16="http://schemas.microsoft.com/office/drawing/2014/main" id="{32DE0C46-A9E1-4C80-9342-201B33D1B392}"/>
                </a:ext>
              </a:extLst>
            </p:cNvPr>
            <p:cNvSpPr>
              <a:spLocks noChangeShapeType="1"/>
            </p:cNvSpPr>
            <p:nvPr/>
          </p:nvSpPr>
          <p:spPr bwMode="auto">
            <a:xfrm>
              <a:off x="3312" y="1440"/>
              <a:ext cx="432" cy="0"/>
            </a:xfrm>
            <a:prstGeom prst="line">
              <a:avLst/>
            </a:prstGeom>
            <a:noFill/>
            <a:ln w="317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20">
              <a:extLst>
                <a:ext uri="{FF2B5EF4-FFF2-40B4-BE49-F238E27FC236}">
                  <a16:creationId xmlns:a16="http://schemas.microsoft.com/office/drawing/2014/main" id="{5A21FF0F-5F25-43E0-925A-583AB80A3D2B}"/>
                </a:ext>
              </a:extLst>
            </p:cNvPr>
            <p:cNvSpPr>
              <a:spLocks noChangeShapeType="1"/>
            </p:cNvSpPr>
            <p:nvPr/>
          </p:nvSpPr>
          <p:spPr bwMode="auto">
            <a:xfrm>
              <a:off x="1584" y="1920"/>
              <a:ext cx="67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Rectangle 21">
              <a:extLst>
                <a:ext uri="{FF2B5EF4-FFF2-40B4-BE49-F238E27FC236}">
                  <a16:creationId xmlns:a16="http://schemas.microsoft.com/office/drawing/2014/main" id="{3C43BF75-816E-4ADF-8C57-B7782992E8ED}"/>
                </a:ext>
              </a:extLst>
            </p:cNvPr>
            <p:cNvSpPr>
              <a:spLocks noChangeArrowheads="1"/>
            </p:cNvSpPr>
            <p:nvPr/>
          </p:nvSpPr>
          <p:spPr bwMode="auto">
            <a:xfrm>
              <a:off x="2016" y="2400"/>
              <a:ext cx="480" cy="192"/>
            </a:xfrm>
            <a:prstGeom prst="rect">
              <a:avLst/>
            </a:prstGeom>
            <a:solidFill>
              <a:schemeClr val="bg1"/>
            </a:solidFill>
            <a:ln w="9525">
              <a:solidFill>
                <a:srgbClr val="F761DA"/>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c</a:t>
              </a:r>
            </a:p>
          </p:txBody>
        </p:sp>
        <p:sp>
          <p:nvSpPr>
            <p:cNvPr id="53" name="Line 22">
              <a:extLst>
                <a:ext uri="{FF2B5EF4-FFF2-40B4-BE49-F238E27FC236}">
                  <a16:creationId xmlns:a16="http://schemas.microsoft.com/office/drawing/2014/main" id="{B1B902CC-27BF-49E2-AE12-DC2F9273A69E}"/>
                </a:ext>
              </a:extLst>
            </p:cNvPr>
            <p:cNvSpPr>
              <a:spLocks noChangeShapeType="1"/>
            </p:cNvSpPr>
            <p:nvPr/>
          </p:nvSpPr>
          <p:spPr bwMode="auto">
            <a:xfrm>
              <a:off x="2592" y="2160"/>
              <a:ext cx="144"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Text Box 23">
              <a:extLst>
                <a:ext uri="{FF2B5EF4-FFF2-40B4-BE49-F238E27FC236}">
                  <a16:creationId xmlns:a16="http://schemas.microsoft.com/office/drawing/2014/main" id="{89AAAE89-9593-423F-BEAD-53551E4FED63}"/>
                </a:ext>
              </a:extLst>
            </p:cNvPr>
            <p:cNvSpPr txBox="1">
              <a:spLocks noChangeArrowheads="1"/>
            </p:cNvSpPr>
            <p:nvPr/>
          </p:nvSpPr>
          <p:spPr bwMode="auto">
            <a:xfrm>
              <a:off x="4128" y="19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55" name="Line 24">
              <a:extLst>
                <a:ext uri="{FF2B5EF4-FFF2-40B4-BE49-F238E27FC236}">
                  <a16:creationId xmlns:a16="http://schemas.microsoft.com/office/drawing/2014/main" id="{28C59CE7-2BF1-4629-A5CB-94A2BF37153F}"/>
                </a:ext>
              </a:extLst>
            </p:cNvPr>
            <p:cNvSpPr>
              <a:spLocks noChangeShapeType="1"/>
            </p:cNvSpPr>
            <p:nvPr/>
          </p:nvSpPr>
          <p:spPr bwMode="auto">
            <a:xfrm>
              <a:off x="1824" y="2496"/>
              <a:ext cx="192"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Rectangle 25">
              <a:extLst>
                <a:ext uri="{FF2B5EF4-FFF2-40B4-BE49-F238E27FC236}">
                  <a16:creationId xmlns:a16="http://schemas.microsoft.com/office/drawing/2014/main" id="{934321CF-89C1-48E5-85B1-B657FE962243}"/>
                </a:ext>
              </a:extLst>
            </p:cNvPr>
            <p:cNvSpPr>
              <a:spLocks noChangeArrowheads="1"/>
            </p:cNvSpPr>
            <p:nvPr/>
          </p:nvSpPr>
          <p:spPr bwMode="auto">
            <a:xfrm>
              <a:off x="3504" y="168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f</a:t>
              </a:r>
            </a:p>
          </p:txBody>
        </p:sp>
        <p:sp>
          <p:nvSpPr>
            <p:cNvPr id="57" name="Line 26">
              <a:extLst>
                <a:ext uri="{FF2B5EF4-FFF2-40B4-BE49-F238E27FC236}">
                  <a16:creationId xmlns:a16="http://schemas.microsoft.com/office/drawing/2014/main" id="{41AC7DB5-E038-4C41-8875-67742EDE5620}"/>
                </a:ext>
              </a:extLst>
            </p:cNvPr>
            <p:cNvSpPr>
              <a:spLocks noChangeShapeType="1"/>
            </p:cNvSpPr>
            <p:nvPr/>
          </p:nvSpPr>
          <p:spPr bwMode="auto">
            <a:xfrm>
              <a:off x="3888" y="2928"/>
              <a:ext cx="144"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Text Box 27">
              <a:extLst>
                <a:ext uri="{FF2B5EF4-FFF2-40B4-BE49-F238E27FC236}">
                  <a16:creationId xmlns:a16="http://schemas.microsoft.com/office/drawing/2014/main" id="{189BFDD5-17E4-4D4D-8608-F0ACA9BEA844}"/>
                </a:ext>
              </a:extLst>
            </p:cNvPr>
            <p:cNvSpPr txBox="1">
              <a:spLocks noChangeArrowheads="1"/>
            </p:cNvSpPr>
            <p:nvPr/>
          </p:nvSpPr>
          <p:spPr bwMode="auto">
            <a:xfrm>
              <a:off x="2304" y="220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59" name="Text Box 28">
              <a:extLst>
                <a:ext uri="{FF2B5EF4-FFF2-40B4-BE49-F238E27FC236}">
                  <a16:creationId xmlns:a16="http://schemas.microsoft.com/office/drawing/2014/main" id="{CE06423E-6FAA-480F-ADA0-B0090360CF77}"/>
                </a:ext>
              </a:extLst>
            </p:cNvPr>
            <p:cNvSpPr txBox="1">
              <a:spLocks noChangeArrowheads="1"/>
            </p:cNvSpPr>
            <p:nvPr/>
          </p:nvSpPr>
          <p:spPr bwMode="auto">
            <a:xfrm>
              <a:off x="2400" y="124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60" name="Text Box 29">
              <a:extLst>
                <a:ext uri="{FF2B5EF4-FFF2-40B4-BE49-F238E27FC236}">
                  <a16:creationId xmlns:a16="http://schemas.microsoft.com/office/drawing/2014/main" id="{81708209-6094-4216-B872-A469690889EB}"/>
                </a:ext>
              </a:extLst>
            </p:cNvPr>
            <p:cNvSpPr txBox="1">
              <a:spLocks noChangeArrowheads="1"/>
            </p:cNvSpPr>
            <p:nvPr/>
          </p:nvSpPr>
          <p:spPr bwMode="auto">
            <a:xfrm>
              <a:off x="2544" y="19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61" name="Line 30">
              <a:extLst>
                <a:ext uri="{FF2B5EF4-FFF2-40B4-BE49-F238E27FC236}">
                  <a16:creationId xmlns:a16="http://schemas.microsoft.com/office/drawing/2014/main" id="{9DE36EDD-B669-4788-85EA-68BAC1A3D68F}"/>
                </a:ext>
              </a:extLst>
            </p:cNvPr>
            <p:cNvSpPr>
              <a:spLocks noChangeShapeType="1"/>
            </p:cNvSpPr>
            <p:nvPr/>
          </p:nvSpPr>
          <p:spPr bwMode="auto">
            <a:xfrm flipV="1">
              <a:off x="2736" y="2160"/>
              <a:ext cx="0" cy="1008"/>
            </a:xfrm>
            <a:prstGeom prst="line">
              <a:avLst/>
            </a:prstGeom>
            <a:noFill/>
            <a:ln w="19050">
              <a:solidFill>
                <a:srgbClr val="32B828"/>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90" name="Oval 33">
              <a:extLst>
                <a:ext uri="{FF2B5EF4-FFF2-40B4-BE49-F238E27FC236}">
                  <a16:creationId xmlns:a16="http://schemas.microsoft.com/office/drawing/2014/main" id="{4C92553A-C768-42AC-B35B-AC1CFF210D13}"/>
                </a:ext>
              </a:extLst>
            </p:cNvPr>
            <p:cNvSpPr>
              <a:spLocks noChangeArrowheads="1"/>
            </p:cNvSpPr>
            <p:nvPr/>
          </p:nvSpPr>
          <p:spPr bwMode="auto">
            <a:xfrm>
              <a:off x="2784" y="192"/>
              <a:ext cx="288" cy="288"/>
            </a:xfrm>
            <a:prstGeom prst="ellipse">
              <a:avLst/>
            </a:prstGeom>
            <a:noFill/>
            <a:ln w="9525">
              <a:solidFill>
                <a:srgbClr val="F761DA"/>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600">
                  <a:ea typeface="黑体" panose="02010609060101010101" pitchFamily="49" charset="-122"/>
                </a:rPr>
                <a:t>入口</a:t>
              </a:r>
            </a:p>
          </p:txBody>
        </p:sp>
        <p:sp>
          <p:nvSpPr>
            <p:cNvPr id="91" name="Line 34">
              <a:extLst>
                <a:ext uri="{FF2B5EF4-FFF2-40B4-BE49-F238E27FC236}">
                  <a16:creationId xmlns:a16="http://schemas.microsoft.com/office/drawing/2014/main" id="{40FB3389-9A64-430B-894A-089D38B38C43}"/>
                </a:ext>
              </a:extLst>
            </p:cNvPr>
            <p:cNvSpPr>
              <a:spLocks noChangeShapeType="1"/>
            </p:cNvSpPr>
            <p:nvPr/>
          </p:nvSpPr>
          <p:spPr bwMode="auto">
            <a:xfrm>
              <a:off x="2928" y="816"/>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 name="Rectangle 35">
              <a:extLst>
                <a:ext uri="{FF2B5EF4-FFF2-40B4-BE49-F238E27FC236}">
                  <a16:creationId xmlns:a16="http://schemas.microsoft.com/office/drawing/2014/main" id="{6917C500-9C0D-434F-B484-F37825EB127F}"/>
                </a:ext>
              </a:extLst>
            </p:cNvPr>
            <p:cNvSpPr>
              <a:spLocks noChangeArrowheads="1"/>
            </p:cNvSpPr>
            <p:nvPr/>
          </p:nvSpPr>
          <p:spPr bwMode="auto">
            <a:xfrm>
              <a:off x="2688" y="960"/>
              <a:ext cx="480" cy="192"/>
            </a:xfrm>
            <a:prstGeom prst="rect">
              <a:avLst/>
            </a:prstGeom>
            <a:solidFill>
              <a:schemeClr val="bg1"/>
            </a:solidFill>
            <a:ln w="9525">
              <a:solidFill>
                <a:srgbClr val="F761DA"/>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Arial" charset="0"/>
                  <a:ea typeface="文鼎细圆" pitchFamily="49" charset="-122"/>
                </a:rPr>
                <a:t>b</a:t>
              </a:r>
            </a:p>
          </p:txBody>
        </p:sp>
        <p:sp>
          <p:nvSpPr>
            <p:cNvPr id="93" name="Line 36">
              <a:extLst>
                <a:ext uri="{FF2B5EF4-FFF2-40B4-BE49-F238E27FC236}">
                  <a16:creationId xmlns:a16="http://schemas.microsoft.com/office/drawing/2014/main" id="{0DF8FCD2-173B-4A32-92DF-74AF4F0FE627}"/>
                </a:ext>
              </a:extLst>
            </p:cNvPr>
            <p:cNvSpPr>
              <a:spLocks noChangeShapeType="1"/>
            </p:cNvSpPr>
            <p:nvPr/>
          </p:nvSpPr>
          <p:spPr bwMode="auto">
            <a:xfrm>
              <a:off x="2928" y="1152"/>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 name="AutoShape 37">
              <a:extLst>
                <a:ext uri="{FF2B5EF4-FFF2-40B4-BE49-F238E27FC236}">
                  <a16:creationId xmlns:a16="http://schemas.microsoft.com/office/drawing/2014/main" id="{1D2BAA65-AF5B-4413-9401-A784C93AA63A}"/>
                </a:ext>
              </a:extLst>
            </p:cNvPr>
            <p:cNvSpPr>
              <a:spLocks noChangeArrowheads="1"/>
            </p:cNvSpPr>
            <p:nvPr/>
          </p:nvSpPr>
          <p:spPr bwMode="auto">
            <a:xfrm>
              <a:off x="1248" y="1584"/>
              <a:ext cx="672" cy="240"/>
            </a:xfrm>
            <a:prstGeom prst="flowChartDecision">
              <a:avLst/>
            </a:prstGeom>
            <a:solidFill>
              <a:schemeClr val="bg1"/>
            </a:solidFill>
            <a:ln w="9525">
              <a:solidFill>
                <a:srgbClr val="32B828"/>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X2</a:t>
              </a:r>
            </a:p>
          </p:txBody>
        </p:sp>
        <p:sp>
          <p:nvSpPr>
            <p:cNvPr id="95" name="AutoShape 38">
              <a:extLst>
                <a:ext uri="{FF2B5EF4-FFF2-40B4-BE49-F238E27FC236}">
                  <a16:creationId xmlns:a16="http://schemas.microsoft.com/office/drawing/2014/main" id="{AB87F256-0BFC-4915-8714-32222D2EE80B}"/>
                </a:ext>
              </a:extLst>
            </p:cNvPr>
            <p:cNvSpPr>
              <a:spLocks noChangeArrowheads="1"/>
            </p:cNvSpPr>
            <p:nvPr/>
          </p:nvSpPr>
          <p:spPr bwMode="auto">
            <a:xfrm>
              <a:off x="1920" y="2064"/>
              <a:ext cx="672" cy="192"/>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dirty="0">
                  <a:effectLst>
                    <a:outerShdw blurRad="38100" dist="38100" dir="2700000" algn="tl">
                      <a:srgbClr val="000000"/>
                    </a:outerShdw>
                  </a:effectLst>
                  <a:latin typeface="Arial" charset="0"/>
                  <a:ea typeface="文鼎细圆" pitchFamily="49" charset="-122"/>
                </a:rPr>
                <a:t>X3</a:t>
              </a:r>
            </a:p>
          </p:txBody>
        </p:sp>
        <p:sp>
          <p:nvSpPr>
            <p:cNvPr id="96" name="Rectangle 39">
              <a:extLst>
                <a:ext uri="{FF2B5EF4-FFF2-40B4-BE49-F238E27FC236}">
                  <a16:creationId xmlns:a16="http://schemas.microsoft.com/office/drawing/2014/main" id="{5F814A36-7170-4885-9ACB-C63E9C83A658}"/>
                </a:ext>
              </a:extLst>
            </p:cNvPr>
            <p:cNvSpPr>
              <a:spLocks noChangeArrowheads="1"/>
            </p:cNvSpPr>
            <p:nvPr/>
          </p:nvSpPr>
          <p:spPr bwMode="auto">
            <a:xfrm>
              <a:off x="2016" y="264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d</a:t>
              </a:r>
            </a:p>
          </p:txBody>
        </p:sp>
        <p:sp>
          <p:nvSpPr>
            <p:cNvPr id="97" name="Rectangle 40">
              <a:extLst>
                <a:ext uri="{FF2B5EF4-FFF2-40B4-BE49-F238E27FC236}">
                  <a16:creationId xmlns:a16="http://schemas.microsoft.com/office/drawing/2014/main" id="{E04C00D4-D710-4937-9370-6C5F8B5036FA}"/>
                </a:ext>
              </a:extLst>
            </p:cNvPr>
            <p:cNvSpPr>
              <a:spLocks noChangeArrowheads="1"/>
            </p:cNvSpPr>
            <p:nvPr/>
          </p:nvSpPr>
          <p:spPr bwMode="auto">
            <a:xfrm>
              <a:off x="2016" y="288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e</a:t>
              </a:r>
            </a:p>
          </p:txBody>
        </p:sp>
        <p:sp>
          <p:nvSpPr>
            <p:cNvPr id="98" name="Line 41">
              <a:extLst>
                <a:ext uri="{FF2B5EF4-FFF2-40B4-BE49-F238E27FC236}">
                  <a16:creationId xmlns:a16="http://schemas.microsoft.com/office/drawing/2014/main" id="{4382C916-4ADF-4FD6-BED6-73C31FF76E5F}"/>
                </a:ext>
              </a:extLst>
            </p:cNvPr>
            <p:cNvSpPr>
              <a:spLocks noChangeShapeType="1"/>
            </p:cNvSpPr>
            <p:nvPr/>
          </p:nvSpPr>
          <p:spPr bwMode="auto">
            <a:xfrm>
              <a:off x="1584" y="2736"/>
              <a:ext cx="43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Line 42">
              <a:extLst>
                <a:ext uri="{FF2B5EF4-FFF2-40B4-BE49-F238E27FC236}">
                  <a16:creationId xmlns:a16="http://schemas.microsoft.com/office/drawing/2014/main" id="{C15A020D-EA54-4613-9CB6-F0CD98FADBAB}"/>
                </a:ext>
              </a:extLst>
            </p:cNvPr>
            <p:cNvSpPr>
              <a:spLocks noChangeShapeType="1"/>
            </p:cNvSpPr>
            <p:nvPr/>
          </p:nvSpPr>
          <p:spPr bwMode="auto">
            <a:xfrm>
              <a:off x="1584" y="2976"/>
              <a:ext cx="43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43">
              <a:extLst>
                <a:ext uri="{FF2B5EF4-FFF2-40B4-BE49-F238E27FC236}">
                  <a16:creationId xmlns:a16="http://schemas.microsoft.com/office/drawing/2014/main" id="{C7CC4315-3419-40D9-9A82-A80AA99D59B5}"/>
                </a:ext>
              </a:extLst>
            </p:cNvPr>
            <p:cNvSpPr>
              <a:spLocks noChangeShapeType="1"/>
            </p:cNvSpPr>
            <p:nvPr/>
          </p:nvSpPr>
          <p:spPr bwMode="auto">
            <a:xfrm>
              <a:off x="3744" y="1440"/>
              <a:ext cx="0" cy="24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Line 44">
              <a:extLst>
                <a:ext uri="{FF2B5EF4-FFF2-40B4-BE49-F238E27FC236}">
                  <a16:creationId xmlns:a16="http://schemas.microsoft.com/office/drawing/2014/main" id="{E1D03F06-4096-4A1C-BFD7-F4D4E7475AF1}"/>
                </a:ext>
              </a:extLst>
            </p:cNvPr>
            <p:cNvSpPr>
              <a:spLocks noChangeShapeType="1"/>
            </p:cNvSpPr>
            <p:nvPr/>
          </p:nvSpPr>
          <p:spPr bwMode="auto">
            <a:xfrm>
              <a:off x="3744" y="1872"/>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 name="Line 45">
              <a:extLst>
                <a:ext uri="{FF2B5EF4-FFF2-40B4-BE49-F238E27FC236}">
                  <a16:creationId xmlns:a16="http://schemas.microsoft.com/office/drawing/2014/main" id="{E9D01F29-0B31-477D-B84C-507792182C43}"/>
                </a:ext>
              </a:extLst>
            </p:cNvPr>
            <p:cNvSpPr>
              <a:spLocks noChangeShapeType="1"/>
            </p:cNvSpPr>
            <p:nvPr/>
          </p:nvSpPr>
          <p:spPr bwMode="auto">
            <a:xfrm>
              <a:off x="3168" y="2160"/>
              <a:ext cx="19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46">
              <a:extLst>
                <a:ext uri="{FF2B5EF4-FFF2-40B4-BE49-F238E27FC236}">
                  <a16:creationId xmlns:a16="http://schemas.microsoft.com/office/drawing/2014/main" id="{7D0C8F04-9A79-4CD7-8C94-E010C9F47264}"/>
                </a:ext>
              </a:extLst>
            </p:cNvPr>
            <p:cNvSpPr>
              <a:spLocks noChangeShapeType="1"/>
            </p:cNvSpPr>
            <p:nvPr/>
          </p:nvSpPr>
          <p:spPr bwMode="auto">
            <a:xfrm>
              <a:off x="3168" y="2160"/>
              <a:ext cx="0" cy="24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Rectangle 47">
              <a:extLst>
                <a:ext uri="{FF2B5EF4-FFF2-40B4-BE49-F238E27FC236}">
                  <a16:creationId xmlns:a16="http://schemas.microsoft.com/office/drawing/2014/main" id="{FD3DC226-FF66-4E8B-B6A9-C50F3FE20582}"/>
                </a:ext>
              </a:extLst>
            </p:cNvPr>
            <p:cNvSpPr>
              <a:spLocks noChangeArrowheads="1"/>
            </p:cNvSpPr>
            <p:nvPr/>
          </p:nvSpPr>
          <p:spPr bwMode="auto">
            <a:xfrm>
              <a:off x="2928" y="2400"/>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g</a:t>
              </a:r>
            </a:p>
          </p:txBody>
        </p:sp>
        <p:sp>
          <p:nvSpPr>
            <p:cNvPr id="105" name="Line 48">
              <a:extLst>
                <a:ext uri="{FF2B5EF4-FFF2-40B4-BE49-F238E27FC236}">
                  <a16:creationId xmlns:a16="http://schemas.microsoft.com/office/drawing/2014/main" id="{D8E1D804-3DEC-419E-991A-DBF96DEAD170}"/>
                </a:ext>
              </a:extLst>
            </p:cNvPr>
            <p:cNvSpPr>
              <a:spLocks noChangeShapeType="1"/>
            </p:cNvSpPr>
            <p:nvPr/>
          </p:nvSpPr>
          <p:spPr bwMode="auto">
            <a:xfrm>
              <a:off x="3168" y="2592"/>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Rectangle 49">
              <a:extLst>
                <a:ext uri="{FF2B5EF4-FFF2-40B4-BE49-F238E27FC236}">
                  <a16:creationId xmlns:a16="http://schemas.microsoft.com/office/drawing/2014/main" id="{F42CB96D-82CA-461C-93E8-30A384EE92CA}"/>
                </a:ext>
              </a:extLst>
            </p:cNvPr>
            <p:cNvSpPr>
              <a:spLocks noChangeArrowheads="1"/>
            </p:cNvSpPr>
            <p:nvPr/>
          </p:nvSpPr>
          <p:spPr bwMode="auto">
            <a:xfrm>
              <a:off x="2928" y="2736"/>
              <a:ext cx="480" cy="192"/>
            </a:xfrm>
            <a:prstGeom prst="rect">
              <a:avLst/>
            </a:prstGeom>
            <a:solidFill>
              <a:schemeClr val="bg1"/>
            </a:solidFill>
            <a:ln w="9525">
              <a:solidFill>
                <a:srgbClr val="32B828"/>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h</a:t>
              </a:r>
            </a:p>
          </p:txBody>
        </p:sp>
        <p:sp>
          <p:nvSpPr>
            <p:cNvPr id="107" name="Line 50">
              <a:extLst>
                <a:ext uri="{FF2B5EF4-FFF2-40B4-BE49-F238E27FC236}">
                  <a16:creationId xmlns:a16="http://schemas.microsoft.com/office/drawing/2014/main" id="{BA0598A2-C97D-48AF-9370-5DDE9CE31675}"/>
                </a:ext>
              </a:extLst>
            </p:cNvPr>
            <p:cNvSpPr>
              <a:spLocks noChangeShapeType="1"/>
            </p:cNvSpPr>
            <p:nvPr/>
          </p:nvSpPr>
          <p:spPr bwMode="auto">
            <a:xfrm>
              <a:off x="3168" y="2928"/>
              <a:ext cx="0" cy="240"/>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51">
              <a:extLst>
                <a:ext uri="{FF2B5EF4-FFF2-40B4-BE49-F238E27FC236}">
                  <a16:creationId xmlns:a16="http://schemas.microsoft.com/office/drawing/2014/main" id="{6584DD60-E030-4D96-8543-31D0CF5BBB8F}"/>
                </a:ext>
              </a:extLst>
            </p:cNvPr>
            <p:cNvSpPr>
              <a:spLocks noChangeShapeType="1"/>
            </p:cNvSpPr>
            <p:nvPr/>
          </p:nvSpPr>
          <p:spPr bwMode="auto">
            <a:xfrm>
              <a:off x="4128" y="2160"/>
              <a:ext cx="24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52">
              <a:extLst>
                <a:ext uri="{FF2B5EF4-FFF2-40B4-BE49-F238E27FC236}">
                  <a16:creationId xmlns:a16="http://schemas.microsoft.com/office/drawing/2014/main" id="{177A028C-4F03-4631-AA14-A30667247679}"/>
                </a:ext>
              </a:extLst>
            </p:cNvPr>
            <p:cNvSpPr>
              <a:spLocks noChangeShapeType="1"/>
            </p:cNvSpPr>
            <p:nvPr/>
          </p:nvSpPr>
          <p:spPr bwMode="auto">
            <a:xfrm>
              <a:off x="4368" y="2160"/>
              <a:ext cx="0" cy="336"/>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0" name="Rectangle 53">
              <a:extLst>
                <a:ext uri="{FF2B5EF4-FFF2-40B4-BE49-F238E27FC236}">
                  <a16:creationId xmlns:a16="http://schemas.microsoft.com/office/drawing/2014/main" id="{5F46C62F-750F-4C5D-A94E-81A01770353C}"/>
                </a:ext>
              </a:extLst>
            </p:cNvPr>
            <p:cNvSpPr>
              <a:spLocks noChangeArrowheads="1"/>
            </p:cNvSpPr>
            <p:nvPr/>
          </p:nvSpPr>
          <p:spPr bwMode="auto">
            <a:xfrm>
              <a:off x="4128" y="2496"/>
              <a:ext cx="480" cy="192"/>
            </a:xfrm>
            <a:prstGeom prst="rect">
              <a:avLst/>
            </a:prstGeom>
            <a:solidFill>
              <a:schemeClr val="bg1"/>
            </a:solidFill>
            <a:ln w="9525">
              <a:solidFill>
                <a:srgbClr val="F761DA"/>
              </a:solidFill>
              <a:miter lim="800000"/>
              <a:headEnd/>
              <a:tailEnd/>
            </a:ln>
            <a:effectLst/>
          </p:spPr>
          <p:txBody>
            <a:bodyPr wrap="none" anchor="ctr"/>
            <a:lstStyle/>
            <a:p>
              <a:pPr algn="ctr">
                <a:defRPr/>
              </a:pPr>
              <a:r>
                <a:rPr lang="en-US" altLang="zh-CN" sz="1800" b="1">
                  <a:effectLst>
                    <a:outerShdw blurRad="38100" dist="38100" dir="2700000" algn="tl">
                      <a:srgbClr val="000000"/>
                    </a:outerShdw>
                  </a:effectLst>
                  <a:latin typeface="Times New Roman" charset="0"/>
                  <a:ea typeface="文鼎细圆" pitchFamily="49" charset="-122"/>
                </a:rPr>
                <a:t>i</a:t>
              </a:r>
            </a:p>
          </p:txBody>
        </p:sp>
        <p:sp>
          <p:nvSpPr>
            <p:cNvPr id="111" name="AutoShape 54">
              <a:extLst>
                <a:ext uri="{FF2B5EF4-FFF2-40B4-BE49-F238E27FC236}">
                  <a16:creationId xmlns:a16="http://schemas.microsoft.com/office/drawing/2014/main" id="{7DBB370F-DAB5-425E-9B22-CD5794F9431F}"/>
                </a:ext>
              </a:extLst>
            </p:cNvPr>
            <p:cNvSpPr>
              <a:spLocks noChangeArrowheads="1"/>
            </p:cNvSpPr>
            <p:nvPr/>
          </p:nvSpPr>
          <p:spPr bwMode="auto">
            <a:xfrm>
              <a:off x="4032" y="2832"/>
              <a:ext cx="672" cy="192"/>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X5</a:t>
              </a:r>
            </a:p>
          </p:txBody>
        </p:sp>
        <p:sp>
          <p:nvSpPr>
            <p:cNvPr id="112" name="Line 55">
              <a:extLst>
                <a:ext uri="{FF2B5EF4-FFF2-40B4-BE49-F238E27FC236}">
                  <a16:creationId xmlns:a16="http://schemas.microsoft.com/office/drawing/2014/main" id="{471005DC-9ABF-41FD-BF58-69E30E0873CA}"/>
                </a:ext>
              </a:extLst>
            </p:cNvPr>
            <p:cNvSpPr>
              <a:spLocks noChangeShapeType="1"/>
            </p:cNvSpPr>
            <p:nvPr/>
          </p:nvSpPr>
          <p:spPr bwMode="auto">
            <a:xfrm>
              <a:off x="4368" y="2688"/>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Line 56">
              <a:extLst>
                <a:ext uri="{FF2B5EF4-FFF2-40B4-BE49-F238E27FC236}">
                  <a16:creationId xmlns:a16="http://schemas.microsoft.com/office/drawing/2014/main" id="{2BFFA1B9-238F-4F58-AC99-FB1E4E1EE3D3}"/>
                </a:ext>
              </a:extLst>
            </p:cNvPr>
            <p:cNvSpPr>
              <a:spLocks noChangeShapeType="1"/>
            </p:cNvSpPr>
            <p:nvPr/>
          </p:nvSpPr>
          <p:spPr bwMode="auto">
            <a:xfrm>
              <a:off x="3888" y="2352"/>
              <a:ext cx="0" cy="576"/>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4" name="Line 57">
              <a:extLst>
                <a:ext uri="{FF2B5EF4-FFF2-40B4-BE49-F238E27FC236}">
                  <a16:creationId xmlns:a16="http://schemas.microsoft.com/office/drawing/2014/main" id="{E9C49D5E-FB11-404E-AEE7-3C85FF9715A1}"/>
                </a:ext>
              </a:extLst>
            </p:cNvPr>
            <p:cNvSpPr>
              <a:spLocks noChangeShapeType="1"/>
            </p:cNvSpPr>
            <p:nvPr/>
          </p:nvSpPr>
          <p:spPr bwMode="auto">
            <a:xfrm>
              <a:off x="3888" y="2352"/>
              <a:ext cx="480" cy="0"/>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 name="Line 58">
              <a:extLst>
                <a:ext uri="{FF2B5EF4-FFF2-40B4-BE49-F238E27FC236}">
                  <a16:creationId xmlns:a16="http://schemas.microsoft.com/office/drawing/2014/main" id="{40F9F02F-B020-4667-9D35-3A33C8CD4100}"/>
                </a:ext>
              </a:extLst>
            </p:cNvPr>
            <p:cNvSpPr>
              <a:spLocks noChangeShapeType="1"/>
            </p:cNvSpPr>
            <p:nvPr/>
          </p:nvSpPr>
          <p:spPr bwMode="auto">
            <a:xfrm>
              <a:off x="4368" y="3024"/>
              <a:ext cx="0" cy="144"/>
            </a:xfrm>
            <a:prstGeom prst="line">
              <a:avLst/>
            </a:prstGeom>
            <a:noFill/>
            <a:ln w="19050">
              <a:solidFill>
                <a:srgbClr val="32B828"/>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6" name="Line 59">
              <a:extLst>
                <a:ext uri="{FF2B5EF4-FFF2-40B4-BE49-F238E27FC236}">
                  <a16:creationId xmlns:a16="http://schemas.microsoft.com/office/drawing/2014/main" id="{5606C75A-D0AD-4206-A0A3-4F6D39F85E57}"/>
                </a:ext>
              </a:extLst>
            </p:cNvPr>
            <p:cNvSpPr>
              <a:spLocks noChangeShapeType="1"/>
            </p:cNvSpPr>
            <p:nvPr/>
          </p:nvSpPr>
          <p:spPr bwMode="auto">
            <a:xfrm>
              <a:off x="1584" y="3168"/>
              <a:ext cx="1152"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7" name="Line 60">
              <a:extLst>
                <a:ext uri="{FF2B5EF4-FFF2-40B4-BE49-F238E27FC236}">
                  <a16:creationId xmlns:a16="http://schemas.microsoft.com/office/drawing/2014/main" id="{DF3EB018-E43A-46BB-9867-FF30B150B227}"/>
                </a:ext>
              </a:extLst>
            </p:cNvPr>
            <p:cNvSpPr>
              <a:spLocks noChangeShapeType="1"/>
            </p:cNvSpPr>
            <p:nvPr/>
          </p:nvSpPr>
          <p:spPr bwMode="auto">
            <a:xfrm>
              <a:off x="3168" y="3168"/>
              <a:ext cx="120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8" name="Line 61">
              <a:extLst>
                <a:ext uri="{FF2B5EF4-FFF2-40B4-BE49-F238E27FC236}">
                  <a16:creationId xmlns:a16="http://schemas.microsoft.com/office/drawing/2014/main" id="{74342062-0BE3-4D88-9D49-1C677CBD7103}"/>
                </a:ext>
              </a:extLst>
            </p:cNvPr>
            <p:cNvSpPr>
              <a:spLocks noChangeShapeType="1"/>
            </p:cNvSpPr>
            <p:nvPr/>
          </p:nvSpPr>
          <p:spPr bwMode="auto">
            <a:xfrm>
              <a:off x="2160" y="3312"/>
              <a:ext cx="1584"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9" name="Line 62">
              <a:extLst>
                <a:ext uri="{FF2B5EF4-FFF2-40B4-BE49-F238E27FC236}">
                  <a16:creationId xmlns:a16="http://schemas.microsoft.com/office/drawing/2014/main" id="{E3D31359-9073-48EF-9109-4AD23FF9FB93}"/>
                </a:ext>
              </a:extLst>
            </p:cNvPr>
            <p:cNvSpPr>
              <a:spLocks noChangeShapeType="1"/>
            </p:cNvSpPr>
            <p:nvPr/>
          </p:nvSpPr>
          <p:spPr bwMode="auto">
            <a:xfrm>
              <a:off x="3744" y="3168"/>
              <a:ext cx="0" cy="144"/>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0" name="Line 63">
              <a:extLst>
                <a:ext uri="{FF2B5EF4-FFF2-40B4-BE49-F238E27FC236}">
                  <a16:creationId xmlns:a16="http://schemas.microsoft.com/office/drawing/2014/main" id="{152190F4-38A0-4D18-8740-E2AB6F71D879}"/>
                </a:ext>
              </a:extLst>
            </p:cNvPr>
            <p:cNvSpPr>
              <a:spLocks noChangeShapeType="1"/>
            </p:cNvSpPr>
            <p:nvPr/>
          </p:nvSpPr>
          <p:spPr bwMode="auto">
            <a:xfrm>
              <a:off x="2160" y="3168"/>
              <a:ext cx="0" cy="144"/>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1" name="Line 64">
              <a:extLst>
                <a:ext uri="{FF2B5EF4-FFF2-40B4-BE49-F238E27FC236}">
                  <a16:creationId xmlns:a16="http://schemas.microsoft.com/office/drawing/2014/main" id="{A01ADCA5-1BEC-4F14-8C4D-90DA78B80F9C}"/>
                </a:ext>
              </a:extLst>
            </p:cNvPr>
            <p:cNvSpPr>
              <a:spLocks noChangeShapeType="1"/>
            </p:cNvSpPr>
            <p:nvPr/>
          </p:nvSpPr>
          <p:spPr bwMode="auto">
            <a:xfrm>
              <a:off x="2976" y="3312"/>
              <a:ext cx="0" cy="144"/>
            </a:xfrm>
            <a:prstGeom prst="line">
              <a:avLst/>
            </a:prstGeom>
            <a:noFill/>
            <a:ln w="19050">
              <a:solidFill>
                <a:srgbClr val="F761DA"/>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2" name="AutoShape 65">
              <a:extLst>
                <a:ext uri="{FF2B5EF4-FFF2-40B4-BE49-F238E27FC236}">
                  <a16:creationId xmlns:a16="http://schemas.microsoft.com/office/drawing/2014/main" id="{3D78E480-1BEC-42AE-9499-828647CD0025}"/>
                </a:ext>
              </a:extLst>
            </p:cNvPr>
            <p:cNvSpPr>
              <a:spLocks noChangeArrowheads="1"/>
            </p:cNvSpPr>
            <p:nvPr/>
          </p:nvSpPr>
          <p:spPr bwMode="auto">
            <a:xfrm>
              <a:off x="2640" y="3456"/>
              <a:ext cx="672" cy="288"/>
            </a:xfrm>
            <a:prstGeom prst="flowChartDecision">
              <a:avLst/>
            </a:prstGeom>
            <a:solidFill>
              <a:schemeClr val="bg1"/>
            </a:solidFill>
            <a:ln w="9525">
              <a:solidFill>
                <a:srgbClr val="F761DA"/>
              </a:solidFill>
              <a:miter lim="800000"/>
              <a:headEnd/>
              <a:tailEnd/>
            </a:ln>
            <a:effectLst/>
          </p:spPr>
          <p:txBody>
            <a:bodyPr wrap="none" anchor="ctr"/>
            <a:lstStyle/>
            <a:p>
              <a:pPr algn="ctr">
                <a:defRPr/>
              </a:pPr>
              <a:r>
                <a:rPr lang="en-US" altLang="zh-CN" sz="1600" b="1">
                  <a:effectLst>
                    <a:outerShdw blurRad="38100" dist="38100" dir="2700000" algn="tl">
                      <a:srgbClr val="000000"/>
                    </a:outerShdw>
                  </a:effectLst>
                  <a:latin typeface="Arial" charset="0"/>
                  <a:ea typeface="文鼎细圆" pitchFamily="49" charset="-122"/>
                </a:rPr>
                <a:t>X6</a:t>
              </a:r>
            </a:p>
          </p:txBody>
        </p:sp>
        <p:sp>
          <p:nvSpPr>
            <p:cNvPr id="123" name="Line 66">
              <a:extLst>
                <a:ext uri="{FF2B5EF4-FFF2-40B4-BE49-F238E27FC236}">
                  <a16:creationId xmlns:a16="http://schemas.microsoft.com/office/drawing/2014/main" id="{19175A9F-CB7A-4022-8B43-0000BDC2102B}"/>
                </a:ext>
              </a:extLst>
            </p:cNvPr>
            <p:cNvSpPr>
              <a:spLocks noChangeShapeType="1"/>
            </p:cNvSpPr>
            <p:nvPr/>
          </p:nvSpPr>
          <p:spPr bwMode="auto">
            <a:xfrm>
              <a:off x="2976" y="3744"/>
              <a:ext cx="0"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4" name="Text Box 68">
              <a:extLst>
                <a:ext uri="{FF2B5EF4-FFF2-40B4-BE49-F238E27FC236}">
                  <a16:creationId xmlns:a16="http://schemas.microsoft.com/office/drawing/2014/main" id="{BE9F0AE6-8E68-4FF7-8582-83445B9E9F1F}"/>
                </a:ext>
              </a:extLst>
            </p:cNvPr>
            <p:cNvSpPr txBox="1">
              <a:spLocks noChangeArrowheads="1"/>
            </p:cNvSpPr>
            <p:nvPr/>
          </p:nvSpPr>
          <p:spPr bwMode="auto">
            <a:xfrm>
              <a:off x="3312" y="3360"/>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125" name="Text Box 69">
              <a:extLst>
                <a:ext uri="{FF2B5EF4-FFF2-40B4-BE49-F238E27FC236}">
                  <a16:creationId xmlns:a16="http://schemas.microsoft.com/office/drawing/2014/main" id="{07440E74-8C71-4F18-9141-1D037EE9AC1C}"/>
                </a:ext>
              </a:extLst>
            </p:cNvPr>
            <p:cNvSpPr txBox="1">
              <a:spLocks noChangeArrowheads="1"/>
            </p:cNvSpPr>
            <p:nvPr/>
          </p:nvSpPr>
          <p:spPr bwMode="auto">
            <a:xfrm>
              <a:off x="3072" y="369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126" name="Line 70">
              <a:extLst>
                <a:ext uri="{FF2B5EF4-FFF2-40B4-BE49-F238E27FC236}">
                  <a16:creationId xmlns:a16="http://schemas.microsoft.com/office/drawing/2014/main" id="{7D871784-4E72-4112-A568-F782E3D25796}"/>
                </a:ext>
              </a:extLst>
            </p:cNvPr>
            <p:cNvSpPr>
              <a:spLocks noChangeShapeType="1"/>
            </p:cNvSpPr>
            <p:nvPr/>
          </p:nvSpPr>
          <p:spPr bwMode="auto">
            <a:xfrm>
              <a:off x="3312" y="3600"/>
              <a:ext cx="1584" cy="0"/>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7" name="Line 71">
              <a:extLst>
                <a:ext uri="{FF2B5EF4-FFF2-40B4-BE49-F238E27FC236}">
                  <a16:creationId xmlns:a16="http://schemas.microsoft.com/office/drawing/2014/main" id="{B3307BC9-33EF-41A3-A10D-9F693271E3DC}"/>
                </a:ext>
              </a:extLst>
            </p:cNvPr>
            <p:cNvSpPr>
              <a:spLocks noChangeShapeType="1"/>
            </p:cNvSpPr>
            <p:nvPr/>
          </p:nvSpPr>
          <p:spPr bwMode="auto">
            <a:xfrm>
              <a:off x="4896" y="864"/>
              <a:ext cx="0" cy="2736"/>
            </a:xfrm>
            <a:prstGeom prst="line">
              <a:avLst/>
            </a:prstGeom>
            <a:noFill/>
            <a:ln w="19050">
              <a:solidFill>
                <a:srgbClr val="F761D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 name="Line 72">
              <a:extLst>
                <a:ext uri="{FF2B5EF4-FFF2-40B4-BE49-F238E27FC236}">
                  <a16:creationId xmlns:a16="http://schemas.microsoft.com/office/drawing/2014/main" id="{670DFEEE-4E71-410F-B274-97AD2D8257FE}"/>
                </a:ext>
              </a:extLst>
            </p:cNvPr>
            <p:cNvSpPr>
              <a:spLocks noChangeShapeType="1"/>
            </p:cNvSpPr>
            <p:nvPr/>
          </p:nvSpPr>
          <p:spPr bwMode="auto">
            <a:xfrm>
              <a:off x="2928" y="864"/>
              <a:ext cx="1968" cy="0"/>
            </a:xfrm>
            <a:prstGeom prst="line">
              <a:avLst/>
            </a:prstGeom>
            <a:noFill/>
            <a:ln w="19050">
              <a:solidFill>
                <a:srgbClr val="F761DA"/>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29" name="Text Box 73">
              <a:extLst>
                <a:ext uri="{FF2B5EF4-FFF2-40B4-BE49-F238E27FC236}">
                  <a16:creationId xmlns:a16="http://schemas.microsoft.com/office/drawing/2014/main" id="{D2FB79B1-BAB1-482A-8F31-4665EA79C0D8}"/>
                </a:ext>
              </a:extLst>
            </p:cNvPr>
            <p:cNvSpPr txBox="1">
              <a:spLocks noChangeArrowheads="1"/>
            </p:cNvSpPr>
            <p:nvPr/>
          </p:nvSpPr>
          <p:spPr bwMode="auto">
            <a:xfrm>
              <a:off x="3936" y="273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130" name="Text Box 74">
              <a:extLst>
                <a:ext uri="{FF2B5EF4-FFF2-40B4-BE49-F238E27FC236}">
                  <a16:creationId xmlns:a16="http://schemas.microsoft.com/office/drawing/2014/main" id="{956D4F70-571F-4C86-B66E-F0B13BE82F36}"/>
                </a:ext>
              </a:extLst>
            </p:cNvPr>
            <p:cNvSpPr txBox="1">
              <a:spLocks noChangeArrowheads="1"/>
            </p:cNvSpPr>
            <p:nvPr/>
          </p:nvSpPr>
          <p:spPr bwMode="auto">
            <a:xfrm>
              <a:off x="4368" y="297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131" name="Text Box 75">
              <a:extLst>
                <a:ext uri="{FF2B5EF4-FFF2-40B4-BE49-F238E27FC236}">
                  <a16:creationId xmlns:a16="http://schemas.microsoft.com/office/drawing/2014/main" id="{161A8418-4ABF-4CB5-961C-50930BD6CD68}"/>
                </a:ext>
              </a:extLst>
            </p:cNvPr>
            <p:cNvSpPr txBox="1">
              <a:spLocks noChangeArrowheads="1"/>
            </p:cNvSpPr>
            <p:nvPr/>
          </p:nvSpPr>
          <p:spPr bwMode="auto">
            <a:xfrm>
              <a:off x="1584" y="1920"/>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=1</a:t>
              </a:r>
            </a:p>
          </p:txBody>
        </p:sp>
        <p:sp>
          <p:nvSpPr>
            <p:cNvPr id="132" name="Text Box 76">
              <a:extLst>
                <a:ext uri="{FF2B5EF4-FFF2-40B4-BE49-F238E27FC236}">
                  <a16:creationId xmlns:a16="http://schemas.microsoft.com/office/drawing/2014/main" id="{BC13AE5B-11C5-484C-B1FE-13E91CB1DCBB}"/>
                </a:ext>
              </a:extLst>
            </p:cNvPr>
            <p:cNvSpPr txBox="1">
              <a:spLocks noChangeArrowheads="1"/>
            </p:cNvSpPr>
            <p:nvPr/>
          </p:nvSpPr>
          <p:spPr bwMode="auto">
            <a:xfrm>
              <a:off x="1584" y="2496"/>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=2</a:t>
              </a:r>
            </a:p>
          </p:txBody>
        </p:sp>
        <p:sp>
          <p:nvSpPr>
            <p:cNvPr id="133" name="Text Box 77">
              <a:extLst>
                <a:ext uri="{FF2B5EF4-FFF2-40B4-BE49-F238E27FC236}">
                  <a16:creationId xmlns:a16="http://schemas.microsoft.com/office/drawing/2014/main" id="{8BC5DA82-53BF-4902-B44B-CF8B254758AE}"/>
                </a:ext>
              </a:extLst>
            </p:cNvPr>
            <p:cNvSpPr txBox="1">
              <a:spLocks noChangeArrowheads="1"/>
            </p:cNvSpPr>
            <p:nvPr/>
          </p:nvSpPr>
          <p:spPr bwMode="auto">
            <a:xfrm>
              <a:off x="1584" y="2736"/>
              <a:ext cx="2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=3</a:t>
              </a:r>
            </a:p>
          </p:txBody>
        </p:sp>
        <p:sp>
          <p:nvSpPr>
            <p:cNvPr id="134" name="Line 80">
              <a:extLst>
                <a:ext uri="{FF2B5EF4-FFF2-40B4-BE49-F238E27FC236}">
                  <a16:creationId xmlns:a16="http://schemas.microsoft.com/office/drawing/2014/main" id="{C5DC4580-EB38-46BF-A687-622FFADDCC8E}"/>
                </a:ext>
              </a:extLst>
            </p:cNvPr>
            <p:cNvSpPr>
              <a:spLocks noChangeShapeType="1"/>
            </p:cNvSpPr>
            <p:nvPr/>
          </p:nvSpPr>
          <p:spPr bwMode="auto">
            <a:xfrm>
              <a:off x="2496" y="2736"/>
              <a:ext cx="24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 name="Line 81">
              <a:extLst>
                <a:ext uri="{FF2B5EF4-FFF2-40B4-BE49-F238E27FC236}">
                  <a16:creationId xmlns:a16="http://schemas.microsoft.com/office/drawing/2014/main" id="{3351DE27-AAF8-44F6-9DDF-1D29579ECD0C}"/>
                </a:ext>
              </a:extLst>
            </p:cNvPr>
            <p:cNvSpPr>
              <a:spLocks noChangeShapeType="1"/>
            </p:cNvSpPr>
            <p:nvPr/>
          </p:nvSpPr>
          <p:spPr bwMode="auto">
            <a:xfrm>
              <a:off x="2496" y="2976"/>
              <a:ext cx="240" cy="0"/>
            </a:xfrm>
            <a:prstGeom prst="line">
              <a:avLst/>
            </a:prstGeom>
            <a:noFill/>
            <a:ln w="19050">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 name="灯片编号占位符 4">
            <a:extLst>
              <a:ext uri="{FF2B5EF4-FFF2-40B4-BE49-F238E27FC236}">
                <a16:creationId xmlns:a16="http://schemas.microsoft.com/office/drawing/2014/main" id="{60059D98-262F-4D9F-B8A7-6F11A38A823B}"/>
              </a:ext>
            </a:extLst>
          </p:cNvPr>
          <p:cNvSpPr>
            <a:spLocks noGrp="1"/>
          </p:cNvSpPr>
          <p:nvPr>
            <p:ph type="sldNum" sz="quarter" idx="12"/>
          </p:nvPr>
        </p:nvSpPr>
        <p:spPr/>
        <p:txBody>
          <a:bodyPr/>
          <a:lstStyle/>
          <a:p>
            <a:fld id="{BA3BC865-3899-417B-859C-FB705549A12A}" type="slidenum">
              <a:rPr lang="en-US" altLang="en-US" smtClean="0"/>
              <a:pPr/>
              <a:t>45</a:t>
            </a:fld>
            <a:endParaRPr lang="en-US" altLang="en-US"/>
          </a:p>
        </p:txBody>
      </p:sp>
      <p:sp>
        <p:nvSpPr>
          <p:cNvPr id="6" name="TextBox 7">
            <a:extLst>
              <a:ext uri="{FF2B5EF4-FFF2-40B4-BE49-F238E27FC236}">
                <a16:creationId xmlns:a16="http://schemas.microsoft.com/office/drawing/2014/main" id="{CE6C6303-42EE-47C2-ACBA-0DA86B83C3BA}"/>
              </a:ext>
            </a:extLst>
          </p:cNvPr>
          <p:cNvSpPr>
            <a:spLocks noChangeArrowheads="1"/>
          </p:cNvSpPr>
          <p:nvPr/>
        </p:nvSpPr>
        <p:spPr bwMode="auto">
          <a:xfrm>
            <a:off x="377825" y="1506538"/>
            <a:ext cx="8299450" cy="447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a:t>
            </a:r>
            <a:r>
              <a:rPr lang="zh-CN" altLang="en-US" sz="2000" b="1" dirty="0"/>
              <a:t>程序流程图</a:t>
            </a:r>
            <a:endParaRPr lang="en-US" altLang="zh-CN" sz="2000" b="1" dirty="0"/>
          </a:p>
        </p:txBody>
      </p:sp>
      <p:sp>
        <p:nvSpPr>
          <p:cNvPr id="11" name="Rectangle 2">
            <a:extLst>
              <a:ext uri="{FF2B5EF4-FFF2-40B4-BE49-F238E27FC236}">
                <a16:creationId xmlns:a16="http://schemas.microsoft.com/office/drawing/2014/main" id="{9EB2DC5F-6B66-4C64-8D76-9E930EC7FF1F}"/>
              </a:ext>
            </a:extLst>
          </p:cNvPr>
          <p:cNvSpPr>
            <a:spLocks noGrp="1" noChangeArrowheads="1"/>
          </p:cNvSpPr>
          <p:nvPr>
            <p:ph type="title"/>
          </p:nvPr>
        </p:nvSpPr>
        <p:spPr>
          <a:xfrm>
            <a:off x="304800" y="122238"/>
            <a:ext cx="7924800" cy="1173162"/>
          </a:xfrm>
        </p:spPr>
        <p:txBody>
          <a:bodyPr/>
          <a:lstStyle/>
          <a:p>
            <a:pPr eaLnBrk="1" hangingPunct="1"/>
            <a:r>
              <a:rPr lang="en-US" altLang="zh-CN" sz="3600" dirty="0"/>
              <a:t>1. </a:t>
            </a:r>
            <a:r>
              <a:rPr lang="zh-CN" altLang="en-US" sz="3600" dirty="0"/>
              <a:t>结构化方法</a:t>
            </a:r>
            <a:endParaRPr lang="en-US" altLang="zh-CN" sz="3600" dirty="0">
              <a:ea typeface="宋体" panose="02010600030101010101" pitchFamily="2" charset="-122"/>
            </a:endParaRPr>
          </a:p>
        </p:txBody>
      </p:sp>
    </p:spTree>
    <p:extLst>
      <p:ext uri="{BB962C8B-B14F-4D97-AF65-F5344CB8AC3E}">
        <p14:creationId xmlns:p14="http://schemas.microsoft.com/office/powerpoint/2010/main" val="10718071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5412" name="Text Box 4">
            <a:extLst>
              <a:ext uri="{FF2B5EF4-FFF2-40B4-BE49-F238E27FC236}">
                <a16:creationId xmlns:a16="http://schemas.microsoft.com/office/drawing/2014/main" id="{7C8317FF-E704-421C-9430-91623BAECE78}"/>
              </a:ext>
            </a:extLst>
          </p:cNvPr>
          <p:cNvSpPr txBox="1">
            <a:spLocks noChangeArrowheads="1"/>
          </p:cNvSpPr>
          <p:nvPr/>
        </p:nvSpPr>
        <p:spPr bwMode="auto">
          <a:xfrm>
            <a:off x="1676400" y="3962400"/>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顺序型</a:t>
            </a:r>
          </a:p>
        </p:txBody>
      </p:sp>
      <p:grpSp>
        <p:nvGrpSpPr>
          <p:cNvPr id="2" name="Group 60">
            <a:extLst>
              <a:ext uri="{FF2B5EF4-FFF2-40B4-BE49-F238E27FC236}">
                <a16:creationId xmlns:a16="http://schemas.microsoft.com/office/drawing/2014/main" id="{59C4E7C1-B626-4727-9983-3D8DA0F39D7E}"/>
              </a:ext>
            </a:extLst>
          </p:cNvPr>
          <p:cNvGrpSpPr>
            <a:grpSpLocks/>
          </p:cNvGrpSpPr>
          <p:nvPr/>
        </p:nvGrpSpPr>
        <p:grpSpPr bwMode="auto">
          <a:xfrm>
            <a:off x="1905000" y="2743200"/>
            <a:ext cx="762000" cy="914400"/>
            <a:chOff x="1680" y="1440"/>
            <a:chExt cx="480" cy="576"/>
          </a:xfrm>
        </p:grpSpPr>
        <p:sp>
          <p:nvSpPr>
            <p:cNvPr id="392234" name="Rectangle 2">
              <a:extLst>
                <a:ext uri="{FF2B5EF4-FFF2-40B4-BE49-F238E27FC236}">
                  <a16:creationId xmlns:a16="http://schemas.microsoft.com/office/drawing/2014/main" id="{F10C07D5-468E-4664-A517-55887351B760}"/>
                </a:ext>
              </a:extLst>
            </p:cNvPr>
            <p:cNvSpPr>
              <a:spLocks noChangeArrowheads="1"/>
            </p:cNvSpPr>
            <p:nvPr/>
          </p:nvSpPr>
          <p:spPr bwMode="auto">
            <a:xfrm>
              <a:off x="1680" y="1440"/>
              <a:ext cx="48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2235" name="Rectangle 6">
              <a:extLst>
                <a:ext uri="{FF2B5EF4-FFF2-40B4-BE49-F238E27FC236}">
                  <a16:creationId xmlns:a16="http://schemas.microsoft.com/office/drawing/2014/main" id="{CCEEBAF9-6B52-4F0F-8B3E-6675DED99467}"/>
                </a:ext>
              </a:extLst>
            </p:cNvPr>
            <p:cNvSpPr>
              <a:spLocks noChangeArrowheads="1"/>
            </p:cNvSpPr>
            <p:nvPr/>
          </p:nvSpPr>
          <p:spPr bwMode="auto">
            <a:xfrm>
              <a:off x="1680" y="1728"/>
              <a:ext cx="48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grpSp>
      <p:sp>
        <p:nvSpPr>
          <p:cNvPr id="2065432" name="Text Box 24">
            <a:extLst>
              <a:ext uri="{FF2B5EF4-FFF2-40B4-BE49-F238E27FC236}">
                <a16:creationId xmlns:a16="http://schemas.microsoft.com/office/drawing/2014/main" id="{DE6EE175-0A70-4A3B-8898-F5CA68D3CBBD}"/>
              </a:ext>
            </a:extLst>
          </p:cNvPr>
          <p:cNvSpPr txBox="1">
            <a:spLocks noChangeArrowheads="1"/>
          </p:cNvSpPr>
          <p:nvPr/>
        </p:nvSpPr>
        <p:spPr bwMode="auto">
          <a:xfrm>
            <a:off x="4343400" y="3962400"/>
            <a:ext cx="107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选择型</a:t>
            </a:r>
          </a:p>
        </p:txBody>
      </p:sp>
      <p:grpSp>
        <p:nvGrpSpPr>
          <p:cNvPr id="3" name="Group 35">
            <a:extLst>
              <a:ext uri="{FF2B5EF4-FFF2-40B4-BE49-F238E27FC236}">
                <a16:creationId xmlns:a16="http://schemas.microsoft.com/office/drawing/2014/main" id="{57020575-1CE1-429D-951F-D2BC2E567F0F}"/>
              </a:ext>
            </a:extLst>
          </p:cNvPr>
          <p:cNvGrpSpPr>
            <a:grpSpLocks/>
          </p:cNvGrpSpPr>
          <p:nvPr/>
        </p:nvGrpSpPr>
        <p:grpSpPr bwMode="auto">
          <a:xfrm>
            <a:off x="3352800" y="2667000"/>
            <a:ext cx="1390650" cy="990600"/>
            <a:chOff x="2640" y="1344"/>
            <a:chExt cx="876" cy="624"/>
          </a:xfrm>
        </p:grpSpPr>
        <p:sp>
          <p:nvSpPr>
            <p:cNvPr id="392228" name="Rectangle 22">
              <a:extLst>
                <a:ext uri="{FF2B5EF4-FFF2-40B4-BE49-F238E27FC236}">
                  <a16:creationId xmlns:a16="http://schemas.microsoft.com/office/drawing/2014/main" id="{DEAA55AF-5C85-4BEB-8873-52331DCA1BEE}"/>
                </a:ext>
              </a:extLst>
            </p:cNvPr>
            <p:cNvSpPr>
              <a:spLocks noChangeArrowheads="1"/>
            </p:cNvSpPr>
            <p:nvPr/>
          </p:nvSpPr>
          <p:spPr bwMode="auto">
            <a:xfrm>
              <a:off x="2640" y="1344"/>
              <a:ext cx="864" cy="336"/>
            </a:xfrm>
            <a:prstGeom prst="rect">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sp>
          <p:nvSpPr>
            <p:cNvPr id="392229" name="Rectangle 23">
              <a:extLst>
                <a:ext uri="{FF2B5EF4-FFF2-40B4-BE49-F238E27FC236}">
                  <a16:creationId xmlns:a16="http://schemas.microsoft.com/office/drawing/2014/main" id="{FABC7210-CF5D-4D84-B8A7-646AD0DB6230}"/>
                </a:ext>
              </a:extLst>
            </p:cNvPr>
            <p:cNvSpPr>
              <a:spLocks noChangeArrowheads="1"/>
            </p:cNvSpPr>
            <p:nvPr/>
          </p:nvSpPr>
          <p:spPr bwMode="auto">
            <a:xfrm>
              <a:off x="3072"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sp>
          <p:nvSpPr>
            <p:cNvPr id="392230" name="AutoShape 27">
              <a:extLst>
                <a:ext uri="{FF2B5EF4-FFF2-40B4-BE49-F238E27FC236}">
                  <a16:creationId xmlns:a16="http://schemas.microsoft.com/office/drawing/2014/main" id="{4F857681-DCF4-4CF1-94A0-669C7BA50F3E}"/>
                </a:ext>
              </a:extLst>
            </p:cNvPr>
            <p:cNvSpPr>
              <a:spLocks noChangeArrowheads="1"/>
            </p:cNvSpPr>
            <p:nvPr/>
          </p:nvSpPr>
          <p:spPr bwMode="auto">
            <a:xfrm>
              <a:off x="2640" y="1344"/>
              <a:ext cx="864" cy="336"/>
            </a:xfrm>
            <a:prstGeom prst="flowChartMerge">
              <a:avLst/>
            </a:prstGeom>
            <a:solidFill>
              <a:schemeClr val="bg1"/>
            </a:solidFill>
            <a:ln w="9525">
              <a:solidFill>
                <a:srgbClr val="F761DA"/>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latin typeface="Arial" panose="020B0604020202020204" pitchFamily="34" charset="0"/>
                </a:rPr>
                <a:t>p</a:t>
              </a:r>
            </a:p>
          </p:txBody>
        </p:sp>
        <p:sp>
          <p:nvSpPr>
            <p:cNvPr id="392231" name="Text Box 20">
              <a:extLst>
                <a:ext uri="{FF2B5EF4-FFF2-40B4-BE49-F238E27FC236}">
                  <a16:creationId xmlns:a16="http://schemas.microsoft.com/office/drawing/2014/main" id="{3FF63D53-E29F-4427-8310-C167D0D99D10}"/>
                </a:ext>
              </a:extLst>
            </p:cNvPr>
            <p:cNvSpPr txBox="1">
              <a:spLocks noChangeArrowheads="1"/>
            </p:cNvSpPr>
            <p:nvPr/>
          </p:nvSpPr>
          <p:spPr bwMode="auto">
            <a:xfrm>
              <a:off x="3312"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392232" name="Text Box 21">
              <a:extLst>
                <a:ext uri="{FF2B5EF4-FFF2-40B4-BE49-F238E27FC236}">
                  <a16:creationId xmlns:a16="http://schemas.microsoft.com/office/drawing/2014/main" id="{25961B16-6006-4699-8E3C-4D236121B737}"/>
                </a:ext>
              </a:extLst>
            </p:cNvPr>
            <p:cNvSpPr txBox="1">
              <a:spLocks noChangeArrowheads="1"/>
            </p:cNvSpPr>
            <p:nvPr/>
          </p:nvSpPr>
          <p:spPr bwMode="auto">
            <a:xfrm>
              <a:off x="2640"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392233" name="Rectangle 28">
              <a:extLst>
                <a:ext uri="{FF2B5EF4-FFF2-40B4-BE49-F238E27FC236}">
                  <a16:creationId xmlns:a16="http://schemas.microsoft.com/office/drawing/2014/main" id="{DE6A5539-A98A-4C20-A3AC-3BEDD6777071}"/>
                </a:ext>
              </a:extLst>
            </p:cNvPr>
            <p:cNvSpPr>
              <a:spLocks noChangeArrowheads="1"/>
            </p:cNvSpPr>
            <p:nvPr/>
          </p:nvSpPr>
          <p:spPr bwMode="auto">
            <a:xfrm>
              <a:off x="2640"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grpSp>
      <p:grpSp>
        <p:nvGrpSpPr>
          <p:cNvPr id="4" name="Group 36">
            <a:extLst>
              <a:ext uri="{FF2B5EF4-FFF2-40B4-BE49-F238E27FC236}">
                <a16:creationId xmlns:a16="http://schemas.microsoft.com/office/drawing/2014/main" id="{2A6516E3-9F01-42CC-88C0-37EEB0FCF775}"/>
              </a:ext>
            </a:extLst>
          </p:cNvPr>
          <p:cNvGrpSpPr>
            <a:grpSpLocks/>
          </p:cNvGrpSpPr>
          <p:nvPr/>
        </p:nvGrpSpPr>
        <p:grpSpPr bwMode="auto">
          <a:xfrm>
            <a:off x="5181600" y="2667000"/>
            <a:ext cx="1390650" cy="990600"/>
            <a:chOff x="3840" y="1344"/>
            <a:chExt cx="876" cy="624"/>
          </a:xfrm>
        </p:grpSpPr>
        <p:sp>
          <p:nvSpPr>
            <p:cNvPr id="392222" name="Rectangle 29">
              <a:extLst>
                <a:ext uri="{FF2B5EF4-FFF2-40B4-BE49-F238E27FC236}">
                  <a16:creationId xmlns:a16="http://schemas.microsoft.com/office/drawing/2014/main" id="{ED48D4C5-1100-4CD0-9124-2005131ABE5C}"/>
                </a:ext>
              </a:extLst>
            </p:cNvPr>
            <p:cNvSpPr>
              <a:spLocks noChangeArrowheads="1"/>
            </p:cNvSpPr>
            <p:nvPr/>
          </p:nvSpPr>
          <p:spPr bwMode="auto">
            <a:xfrm>
              <a:off x="3840" y="1344"/>
              <a:ext cx="864" cy="336"/>
            </a:xfrm>
            <a:prstGeom prst="rect">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sp>
          <p:nvSpPr>
            <p:cNvPr id="392223" name="Rectangle 30">
              <a:extLst>
                <a:ext uri="{FF2B5EF4-FFF2-40B4-BE49-F238E27FC236}">
                  <a16:creationId xmlns:a16="http://schemas.microsoft.com/office/drawing/2014/main" id="{8E83AC55-7F58-4C06-A1B6-E5EB9B75BADF}"/>
                </a:ext>
              </a:extLst>
            </p:cNvPr>
            <p:cNvSpPr>
              <a:spLocks noChangeArrowheads="1"/>
            </p:cNvSpPr>
            <p:nvPr/>
          </p:nvSpPr>
          <p:spPr bwMode="auto">
            <a:xfrm>
              <a:off x="4272"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a:t>
              </a:r>
            </a:p>
          </p:txBody>
        </p:sp>
        <p:sp>
          <p:nvSpPr>
            <p:cNvPr id="392224" name="AutoShape 31">
              <a:extLst>
                <a:ext uri="{FF2B5EF4-FFF2-40B4-BE49-F238E27FC236}">
                  <a16:creationId xmlns:a16="http://schemas.microsoft.com/office/drawing/2014/main" id="{E0D5E25A-7A7C-488C-A67A-162314FD3650}"/>
                </a:ext>
              </a:extLst>
            </p:cNvPr>
            <p:cNvSpPr>
              <a:spLocks noChangeArrowheads="1"/>
            </p:cNvSpPr>
            <p:nvPr/>
          </p:nvSpPr>
          <p:spPr bwMode="auto">
            <a:xfrm>
              <a:off x="3840" y="1344"/>
              <a:ext cx="864" cy="336"/>
            </a:xfrm>
            <a:prstGeom prst="flowChartMerge">
              <a:avLst/>
            </a:prstGeom>
            <a:solidFill>
              <a:schemeClr val="bg1"/>
            </a:solidFill>
            <a:ln w="9525">
              <a:solidFill>
                <a:srgbClr val="F761DA"/>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latin typeface="Arial" panose="020B0604020202020204" pitchFamily="34" charset="0"/>
                </a:rPr>
                <a:t>p</a:t>
              </a:r>
            </a:p>
          </p:txBody>
        </p:sp>
        <p:sp>
          <p:nvSpPr>
            <p:cNvPr id="392225" name="Text Box 32">
              <a:extLst>
                <a:ext uri="{FF2B5EF4-FFF2-40B4-BE49-F238E27FC236}">
                  <a16:creationId xmlns:a16="http://schemas.microsoft.com/office/drawing/2014/main" id="{F98464DB-0C55-459D-89AD-AD1CA29F787B}"/>
                </a:ext>
              </a:extLst>
            </p:cNvPr>
            <p:cNvSpPr txBox="1">
              <a:spLocks noChangeArrowheads="1"/>
            </p:cNvSpPr>
            <p:nvPr/>
          </p:nvSpPr>
          <p:spPr bwMode="auto">
            <a:xfrm>
              <a:off x="4512"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F</a:t>
              </a:r>
            </a:p>
          </p:txBody>
        </p:sp>
        <p:sp>
          <p:nvSpPr>
            <p:cNvPr id="392226" name="Text Box 33">
              <a:extLst>
                <a:ext uri="{FF2B5EF4-FFF2-40B4-BE49-F238E27FC236}">
                  <a16:creationId xmlns:a16="http://schemas.microsoft.com/office/drawing/2014/main" id="{A184C9A1-A12E-41DE-9CC9-D8554D55FFEE}"/>
                </a:ext>
              </a:extLst>
            </p:cNvPr>
            <p:cNvSpPr txBox="1">
              <a:spLocks noChangeArrowheads="1"/>
            </p:cNvSpPr>
            <p:nvPr/>
          </p:nvSpPr>
          <p:spPr bwMode="auto">
            <a:xfrm>
              <a:off x="3840" y="148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T</a:t>
              </a:r>
            </a:p>
          </p:txBody>
        </p:sp>
        <p:sp>
          <p:nvSpPr>
            <p:cNvPr id="392227" name="Rectangle 34">
              <a:extLst>
                <a:ext uri="{FF2B5EF4-FFF2-40B4-BE49-F238E27FC236}">
                  <a16:creationId xmlns:a16="http://schemas.microsoft.com/office/drawing/2014/main" id="{E2B5E75F-E7BB-423D-82E9-E7DB0EF60DFB}"/>
                </a:ext>
              </a:extLst>
            </p:cNvPr>
            <p:cNvSpPr>
              <a:spLocks noChangeArrowheads="1"/>
            </p:cNvSpPr>
            <p:nvPr/>
          </p:nvSpPr>
          <p:spPr bwMode="auto">
            <a:xfrm>
              <a:off x="3840" y="1680"/>
              <a:ext cx="43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grpSp>
      <p:grpSp>
        <p:nvGrpSpPr>
          <p:cNvPr id="5" name="Group 51">
            <a:extLst>
              <a:ext uri="{FF2B5EF4-FFF2-40B4-BE49-F238E27FC236}">
                <a16:creationId xmlns:a16="http://schemas.microsoft.com/office/drawing/2014/main" id="{80E18C8B-7C6A-4123-BD96-66F31178065F}"/>
              </a:ext>
            </a:extLst>
          </p:cNvPr>
          <p:cNvGrpSpPr>
            <a:grpSpLocks/>
          </p:cNvGrpSpPr>
          <p:nvPr/>
        </p:nvGrpSpPr>
        <p:grpSpPr bwMode="auto">
          <a:xfrm>
            <a:off x="1524000" y="4724400"/>
            <a:ext cx="1905000" cy="990600"/>
            <a:chOff x="4176" y="1392"/>
            <a:chExt cx="1200" cy="624"/>
          </a:xfrm>
        </p:grpSpPr>
        <p:sp>
          <p:nvSpPr>
            <p:cNvPr id="392212" name="Rectangle 38">
              <a:extLst>
                <a:ext uri="{FF2B5EF4-FFF2-40B4-BE49-F238E27FC236}">
                  <a16:creationId xmlns:a16="http://schemas.microsoft.com/office/drawing/2014/main" id="{1DDEAEEC-45FB-43D6-A31D-84900FE7680B}"/>
                </a:ext>
              </a:extLst>
            </p:cNvPr>
            <p:cNvSpPr>
              <a:spLocks noChangeArrowheads="1"/>
            </p:cNvSpPr>
            <p:nvPr/>
          </p:nvSpPr>
          <p:spPr bwMode="auto">
            <a:xfrm>
              <a:off x="4176" y="1392"/>
              <a:ext cx="1200" cy="240"/>
            </a:xfrm>
            <a:prstGeom prst="rect">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p>
          </p:txBody>
        </p:sp>
        <p:sp>
          <p:nvSpPr>
            <p:cNvPr id="392213" name="AutoShape 40">
              <a:extLst>
                <a:ext uri="{FF2B5EF4-FFF2-40B4-BE49-F238E27FC236}">
                  <a16:creationId xmlns:a16="http://schemas.microsoft.com/office/drawing/2014/main" id="{385B9A06-1716-49D8-BE74-50E7FBCF7045}"/>
                </a:ext>
              </a:extLst>
            </p:cNvPr>
            <p:cNvSpPr>
              <a:spLocks noChangeArrowheads="1"/>
            </p:cNvSpPr>
            <p:nvPr/>
          </p:nvSpPr>
          <p:spPr bwMode="auto">
            <a:xfrm>
              <a:off x="4176" y="1392"/>
              <a:ext cx="1200" cy="240"/>
            </a:xfrm>
            <a:prstGeom prst="flowChartMerge">
              <a:avLst/>
            </a:prstGeom>
            <a:solidFill>
              <a:schemeClr val="bg1"/>
            </a:solidFill>
            <a:ln w="9525">
              <a:solidFill>
                <a:srgbClr val="F761DA"/>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latin typeface="Arial" panose="020B0604020202020204" pitchFamily="34" charset="0"/>
                </a:rPr>
                <a:t>p</a:t>
              </a:r>
            </a:p>
          </p:txBody>
        </p:sp>
        <p:sp>
          <p:nvSpPr>
            <p:cNvPr id="392214" name="Rectangle 43">
              <a:extLst>
                <a:ext uri="{FF2B5EF4-FFF2-40B4-BE49-F238E27FC236}">
                  <a16:creationId xmlns:a16="http://schemas.microsoft.com/office/drawing/2014/main" id="{F85982A5-97EF-4144-9D5B-5EA7E8D54F55}"/>
                </a:ext>
              </a:extLst>
            </p:cNvPr>
            <p:cNvSpPr>
              <a:spLocks noChangeArrowheads="1"/>
            </p:cNvSpPr>
            <p:nvPr/>
          </p:nvSpPr>
          <p:spPr bwMode="auto">
            <a:xfrm>
              <a:off x="4176" y="1632"/>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=1</a:t>
              </a:r>
            </a:p>
          </p:txBody>
        </p:sp>
        <p:sp>
          <p:nvSpPr>
            <p:cNvPr id="392215" name="Rectangle 44">
              <a:extLst>
                <a:ext uri="{FF2B5EF4-FFF2-40B4-BE49-F238E27FC236}">
                  <a16:creationId xmlns:a16="http://schemas.microsoft.com/office/drawing/2014/main" id="{F061AD7D-F961-445A-A249-615C0F2D21FB}"/>
                </a:ext>
              </a:extLst>
            </p:cNvPr>
            <p:cNvSpPr>
              <a:spLocks noChangeArrowheads="1"/>
            </p:cNvSpPr>
            <p:nvPr/>
          </p:nvSpPr>
          <p:spPr bwMode="auto">
            <a:xfrm>
              <a:off x="4464" y="1632"/>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=2</a:t>
              </a:r>
            </a:p>
          </p:txBody>
        </p:sp>
        <p:sp>
          <p:nvSpPr>
            <p:cNvPr id="392216" name="Rectangle 45">
              <a:extLst>
                <a:ext uri="{FF2B5EF4-FFF2-40B4-BE49-F238E27FC236}">
                  <a16:creationId xmlns:a16="http://schemas.microsoft.com/office/drawing/2014/main" id="{284531CE-2F4E-4886-98EC-1B9BC8DAB31B}"/>
                </a:ext>
              </a:extLst>
            </p:cNvPr>
            <p:cNvSpPr>
              <a:spLocks noChangeArrowheads="1"/>
            </p:cNvSpPr>
            <p:nvPr/>
          </p:nvSpPr>
          <p:spPr bwMode="auto">
            <a:xfrm>
              <a:off x="4752" y="1632"/>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a:t>
              </a:r>
            </a:p>
          </p:txBody>
        </p:sp>
        <p:sp>
          <p:nvSpPr>
            <p:cNvPr id="392217" name="Rectangle 46">
              <a:extLst>
                <a:ext uri="{FF2B5EF4-FFF2-40B4-BE49-F238E27FC236}">
                  <a16:creationId xmlns:a16="http://schemas.microsoft.com/office/drawing/2014/main" id="{F2BB6176-2D40-4F71-80A8-05E3667EEEBE}"/>
                </a:ext>
              </a:extLst>
            </p:cNvPr>
            <p:cNvSpPr>
              <a:spLocks noChangeArrowheads="1"/>
            </p:cNvSpPr>
            <p:nvPr/>
          </p:nvSpPr>
          <p:spPr bwMode="auto">
            <a:xfrm>
              <a:off x="5040" y="1632"/>
              <a:ext cx="336"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ea typeface="文鼎细圆" pitchFamily="49" charset="-122"/>
                </a:rPr>
                <a:t>=n</a:t>
              </a:r>
            </a:p>
          </p:txBody>
        </p:sp>
        <p:sp>
          <p:nvSpPr>
            <p:cNvPr id="392218" name="Rectangle 47">
              <a:extLst>
                <a:ext uri="{FF2B5EF4-FFF2-40B4-BE49-F238E27FC236}">
                  <a16:creationId xmlns:a16="http://schemas.microsoft.com/office/drawing/2014/main" id="{693F49C8-C829-4383-B172-8619AF190B12}"/>
                </a:ext>
              </a:extLst>
            </p:cNvPr>
            <p:cNvSpPr>
              <a:spLocks noChangeArrowheads="1"/>
            </p:cNvSpPr>
            <p:nvPr/>
          </p:nvSpPr>
          <p:spPr bwMode="auto">
            <a:xfrm>
              <a:off x="4176" y="1824"/>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A1</a:t>
              </a:r>
            </a:p>
          </p:txBody>
        </p:sp>
        <p:sp>
          <p:nvSpPr>
            <p:cNvPr id="392219" name="Rectangle 48">
              <a:extLst>
                <a:ext uri="{FF2B5EF4-FFF2-40B4-BE49-F238E27FC236}">
                  <a16:creationId xmlns:a16="http://schemas.microsoft.com/office/drawing/2014/main" id="{3A328A7E-4320-458B-810B-D6F9A6804EC5}"/>
                </a:ext>
              </a:extLst>
            </p:cNvPr>
            <p:cNvSpPr>
              <a:spLocks noChangeArrowheads="1"/>
            </p:cNvSpPr>
            <p:nvPr/>
          </p:nvSpPr>
          <p:spPr bwMode="auto">
            <a:xfrm>
              <a:off x="4464" y="1824"/>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A2</a:t>
              </a:r>
            </a:p>
          </p:txBody>
        </p:sp>
        <p:sp>
          <p:nvSpPr>
            <p:cNvPr id="392220" name="Rectangle 49">
              <a:extLst>
                <a:ext uri="{FF2B5EF4-FFF2-40B4-BE49-F238E27FC236}">
                  <a16:creationId xmlns:a16="http://schemas.microsoft.com/office/drawing/2014/main" id="{3076E834-6812-4ED4-8D10-A54E453FB289}"/>
                </a:ext>
              </a:extLst>
            </p:cNvPr>
            <p:cNvSpPr>
              <a:spLocks noChangeArrowheads="1"/>
            </p:cNvSpPr>
            <p:nvPr/>
          </p:nvSpPr>
          <p:spPr bwMode="auto">
            <a:xfrm>
              <a:off x="4752" y="1824"/>
              <a:ext cx="288"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t>
              </a:r>
            </a:p>
          </p:txBody>
        </p:sp>
        <p:sp>
          <p:nvSpPr>
            <p:cNvPr id="392221" name="Rectangle 50">
              <a:extLst>
                <a:ext uri="{FF2B5EF4-FFF2-40B4-BE49-F238E27FC236}">
                  <a16:creationId xmlns:a16="http://schemas.microsoft.com/office/drawing/2014/main" id="{9FA1C1AD-C1FC-4A91-97D2-7826A219BAAE}"/>
                </a:ext>
              </a:extLst>
            </p:cNvPr>
            <p:cNvSpPr>
              <a:spLocks noChangeArrowheads="1"/>
            </p:cNvSpPr>
            <p:nvPr/>
          </p:nvSpPr>
          <p:spPr bwMode="auto">
            <a:xfrm>
              <a:off x="5040" y="1824"/>
              <a:ext cx="336"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ea typeface="文鼎细圆" pitchFamily="49" charset="-122"/>
                </a:rPr>
                <a:t>An</a:t>
              </a:r>
            </a:p>
          </p:txBody>
        </p:sp>
      </p:grpSp>
      <p:grpSp>
        <p:nvGrpSpPr>
          <p:cNvPr id="6" name="Group 55">
            <a:extLst>
              <a:ext uri="{FF2B5EF4-FFF2-40B4-BE49-F238E27FC236}">
                <a16:creationId xmlns:a16="http://schemas.microsoft.com/office/drawing/2014/main" id="{76BCF6D1-0DA4-4477-BC8C-D3D6E2E06FC4}"/>
              </a:ext>
            </a:extLst>
          </p:cNvPr>
          <p:cNvGrpSpPr>
            <a:grpSpLocks/>
          </p:cNvGrpSpPr>
          <p:nvPr/>
        </p:nvGrpSpPr>
        <p:grpSpPr bwMode="auto">
          <a:xfrm>
            <a:off x="3810000" y="4800600"/>
            <a:ext cx="1600200" cy="914400"/>
            <a:chOff x="2784" y="2928"/>
            <a:chExt cx="1008" cy="576"/>
          </a:xfrm>
        </p:grpSpPr>
        <p:sp>
          <p:nvSpPr>
            <p:cNvPr id="392210" name="Rectangle 39">
              <a:extLst>
                <a:ext uri="{FF2B5EF4-FFF2-40B4-BE49-F238E27FC236}">
                  <a16:creationId xmlns:a16="http://schemas.microsoft.com/office/drawing/2014/main" id="{8CFD47E4-19A4-4076-A404-A6DC8AA6028B}"/>
                </a:ext>
              </a:extLst>
            </p:cNvPr>
            <p:cNvSpPr>
              <a:spLocks noChangeArrowheads="1"/>
            </p:cNvSpPr>
            <p:nvPr/>
          </p:nvSpPr>
          <p:spPr bwMode="auto">
            <a:xfrm>
              <a:off x="2784" y="2928"/>
              <a:ext cx="1008" cy="576"/>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do while(p)</a:t>
              </a:r>
            </a:p>
          </p:txBody>
        </p:sp>
        <p:sp>
          <p:nvSpPr>
            <p:cNvPr id="392211" name="Rectangle 52">
              <a:extLst>
                <a:ext uri="{FF2B5EF4-FFF2-40B4-BE49-F238E27FC236}">
                  <a16:creationId xmlns:a16="http://schemas.microsoft.com/office/drawing/2014/main" id="{AA7352D8-9797-4970-AED2-CCD3AA77E4C3}"/>
                </a:ext>
              </a:extLst>
            </p:cNvPr>
            <p:cNvSpPr>
              <a:spLocks noChangeArrowheads="1"/>
            </p:cNvSpPr>
            <p:nvPr/>
          </p:nvSpPr>
          <p:spPr bwMode="auto">
            <a:xfrm>
              <a:off x="3120" y="3216"/>
              <a:ext cx="67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S</a:t>
              </a:r>
            </a:p>
          </p:txBody>
        </p:sp>
      </p:grpSp>
      <p:grpSp>
        <p:nvGrpSpPr>
          <p:cNvPr id="7" name="Group 56">
            <a:extLst>
              <a:ext uri="{FF2B5EF4-FFF2-40B4-BE49-F238E27FC236}">
                <a16:creationId xmlns:a16="http://schemas.microsoft.com/office/drawing/2014/main" id="{AB23EAC7-2399-4DBA-B85D-FE3D22406BA4}"/>
              </a:ext>
            </a:extLst>
          </p:cNvPr>
          <p:cNvGrpSpPr>
            <a:grpSpLocks/>
          </p:cNvGrpSpPr>
          <p:nvPr/>
        </p:nvGrpSpPr>
        <p:grpSpPr bwMode="auto">
          <a:xfrm>
            <a:off x="5715000" y="4800600"/>
            <a:ext cx="1600200" cy="914400"/>
            <a:chOff x="3936" y="2976"/>
            <a:chExt cx="1008" cy="576"/>
          </a:xfrm>
        </p:grpSpPr>
        <p:sp>
          <p:nvSpPr>
            <p:cNvPr id="392208" name="Rectangle 53">
              <a:extLst>
                <a:ext uri="{FF2B5EF4-FFF2-40B4-BE49-F238E27FC236}">
                  <a16:creationId xmlns:a16="http://schemas.microsoft.com/office/drawing/2014/main" id="{E5B9461E-7007-44FA-B4DD-BBB8F8340893}"/>
                </a:ext>
              </a:extLst>
            </p:cNvPr>
            <p:cNvSpPr>
              <a:spLocks noChangeArrowheads="1"/>
            </p:cNvSpPr>
            <p:nvPr/>
          </p:nvSpPr>
          <p:spPr bwMode="auto">
            <a:xfrm>
              <a:off x="3936" y="2976"/>
              <a:ext cx="1008" cy="576"/>
            </a:xfrm>
            <a:prstGeom prst="rect">
              <a:avLst/>
            </a:prstGeom>
            <a:solidFill>
              <a:schemeClr val="bg1"/>
            </a:solidFill>
            <a:ln w="9525">
              <a:solidFill>
                <a:srgbClr val="32B828"/>
              </a:solidFill>
              <a:miter lim="800000"/>
              <a:headEnd/>
              <a:tailEnd/>
            </a:ln>
          </p:spPr>
          <p:txBody>
            <a:bodyPr wrap="none" anchor="b"/>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do until (p)</a:t>
              </a:r>
            </a:p>
          </p:txBody>
        </p:sp>
        <p:sp>
          <p:nvSpPr>
            <p:cNvPr id="392209" name="Rectangle 54">
              <a:extLst>
                <a:ext uri="{FF2B5EF4-FFF2-40B4-BE49-F238E27FC236}">
                  <a16:creationId xmlns:a16="http://schemas.microsoft.com/office/drawing/2014/main" id="{FF634F88-A67E-444A-B263-C55502CCD091}"/>
                </a:ext>
              </a:extLst>
            </p:cNvPr>
            <p:cNvSpPr>
              <a:spLocks noChangeArrowheads="1"/>
            </p:cNvSpPr>
            <p:nvPr/>
          </p:nvSpPr>
          <p:spPr bwMode="auto">
            <a:xfrm>
              <a:off x="4272" y="2976"/>
              <a:ext cx="672"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S</a:t>
              </a:r>
            </a:p>
          </p:txBody>
        </p:sp>
      </p:grpSp>
      <p:sp>
        <p:nvSpPr>
          <p:cNvPr id="2065465" name="Text Box 57">
            <a:extLst>
              <a:ext uri="{FF2B5EF4-FFF2-40B4-BE49-F238E27FC236}">
                <a16:creationId xmlns:a16="http://schemas.microsoft.com/office/drawing/2014/main" id="{7049344B-8E5C-4169-B63E-96C11F7A1593}"/>
              </a:ext>
            </a:extLst>
          </p:cNvPr>
          <p:cNvSpPr txBox="1">
            <a:spLocks noChangeArrowheads="1"/>
          </p:cNvSpPr>
          <p:nvPr/>
        </p:nvSpPr>
        <p:spPr bwMode="auto">
          <a:xfrm>
            <a:off x="3657600" y="6019800"/>
            <a:ext cx="158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当型循环型</a:t>
            </a:r>
          </a:p>
        </p:txBody>
      </p:sp>
      <p:sp>
        <p:nvSpPr>
          <p:cNvPr id="2065466" name="Text Box 58">
            <a:extLst>
              <a:ext uri="{FF2B5EF4-FFF2-40B4-BE49-F238E27FC236}">
                <a16:creationId xmlns:a16="http://schemas.microsoft.com/office/drawing/2014/main" id="{DA65E5C6-86B6-4F2C-9514-F85F1CC152C5}"/>
              </a:ext>
            </a:extLst>
          </p:cNvPr>
          <p:cNvSpPr txBox="1">
            <a:spLocks noChangeArrowheads="1"/>
          </p:cNvSpPr>
          <p:nvPr/>
        </p:nvSpPr>
        <p:spPr bwMode="auto">
          <a:xfrm>
            <a:off x="5562600" y="6019800"/>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直到型循环型</a:t>
            </a:r>
          </a:p>
        </p:txBody>
      </p:sp>
      <p:sp>
        <p:nvSpPr>
          <p:cNvPr id="2065467" name="Text Box 59">
            <a:extLst>
              <a:ext uri="{FF2B5EF4-FFF2-40B4-BE49-F238E27FC236}">
                <a16:creationId xmlns:a16="http://schemas.microsoft.com/office/drawing/2014/main" id="{E00C9829-4B6D-42F0-81E5-85722DAB59C0}"/>
              </a:ext>
            </a:extLst>
          </p:cNvPr>
          <p:cNvSpPr txBox="1">
            <a:spLocks noChangeArrowheads="1"/>
          </p:cNvSpPr>
          <p:nvPr/>
        </p:nvSpPr>
        <p:spPr bwMode="auto">
          <a:xfrm>
            <a:off x="1409700" y="6019800"/>
            <a:ext cx="196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2000">
                <a:latin typeface="黑体" panose="02010609060101010101" pitchFamily="49" charset="-122"/>
                <a:ea typeface="黑体" panose="02010609060101010101" pitchFamily="49" charset="-122"/>
              </a:rPr>
              <a:t> 多分支选择型 </a:t>
            </a:r>
          </a:p>
        </p:txBody>
      </p:sp>
      <p:sp>
        <p:nvSpPr>
          <p:cNvPr id="46" name="TextBox 7">
            <a:extLst>
              <a:ext uri="{FF2B5EF4-FFF2-40B4-BE49-F238E27FC236}">
                <a16:creationId xmlns:a16="http://schemas.microsoft.com/office/drawing/2014/main" id="{BDCEA631-D42A-4972-9972-E165F8644A9C}"/>
              </a:ext>
            </a:extLst>
          </p:cNvPr>
          <p:cNvSpPr>
            <a:spLocks noChangeArrowheads="1"/>
          </p:cNvSpPr>
          <p:nvPr/>
        </p:nvSpPr>
        <p:spPr bwMode="auto">
          <a:xfrm>
            <a:off x="377825" y="1506538"/>
            <a:ext cx="8299450" cy="7963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N-S</a:t>
            </a:r>
            <a:r>
              <a:rPr lang="zh-CN" altLang="en-US" sz="2000" b="1" dirty="0"/>
              <a:t>图 </a:t>
            </a:r>
            <a:r>
              <a:rPr lang="en-US" altLang="zh-CN" sz="2000" b="1" dirty="0"/>
              <a:t>——</a:t>
            </a:r>
            <a:r>
              <a:rPr lang="en-US" altLang="zh-CN" sz="2000" b="1" dirty="0" err="1"/>
              <a:t>Nassi</a:t>
            </a:r>
            <a:r>
              <a:rPr lang="en-US" altLang="zh-CN" sz="2000" b="1" dirty="0"/>
              <a:t> and </a:t>
            </a:r>
            <a:r>
              <a:rPr lang="en-US" altLang="zh-CN" sz="2000" b="1" dirty="0" err="1"/>
              <a:t>Shneideman</a:t>
            </a:r>
            <a:endParaRPr lang="en-US" altLang="zh-CN" sz="2000" b="1" dirty="0"/>
          </a:p>
          <a:p>
            <a:pPr indent="0">
              <a:lnSpc>
                <a:spcPct val="125000"/>
              </a:lnSpc>
              <a:spcBef>
                <a:spcPct val="0"/>
              </a:spcBef>
              <a:buNone/>
            </a:pPr>
            <a:r>
              <a:rPr lang="en-US" altLang="zh-CN" sz="1800" i="1" dirty="0"/>
              <a:t>N-S</a:t>
            </a:r>
            <a:r>
              <a:rPr lang="zh-CN" altLang="en-US" sz="1800" i="1" dirty="0"/>
              <a:t>图</a:t>
            </a:r>
            <a:r>
              <a:rPr lang="zh-CN" altLang="en-US" sz="1800" dirty="0"/>
              <a:t>，也被称为盒图或</a:t>
            </a:r>
            <a:r>
              <a:rPr lang="en-US" altLang="zh-CN" sz="1800" dirty="0"/>
              <a:t>NS</a:t>
            </a:r>
            <a:r>
              <a:rPr lang="zh-CN" altLang="en-US" sz="1800" dirty="0"/>
              <a:t>图，是结构化编程中的一种可视化建模</a:t>
            </a:r>
            <a:endParaRPr lang="en-US" altLang="zh-CN" b="1" dirty="0"/>
          </a:p>
        </p:txBody>
      </p:sp>
      <p:sp>
        <p:nvSpPr>
          <p:cNvPr id="47" name="Rectangle 2">
            <a:extLst>
              <a:ext uri="{FF2B5EF4-FFF2-40B4-BE49-F238E27FC236}">
                <a16:creationId xmlns:a16="http://schemas.microsoft.com/office/drawing/2014/main" id="{EDDFBFBB-7C8D-4950-B3A6-F34FF36DDB3E}"/>
              </a:ext>
            </a:extLst>
          </p:cNvPr>
          <p:cNvSpPr txBox="1">
            <a:spLocks noChangeArrowheads="1"/>
          </p:cNvSpPr>
          <p:nvPr/>
        </p:nvSpPr>
        <p:spPr>
          <a:xfrm>
            <a:off x="377825" y="805657"/>
            <a:ext cx="7924800" cy="700881"/>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en-US" altLang="zh-CN" sz="3600" kern="0" dirty="0"/>
              <a:t>1. </a:t>
            </a:r>
            <a:r>
              <a:rPr lang="zh-CN" altLang="en-US" sz="3600" kern="0" dirty="0"/>
              <a:t>结构化方法</a:t>
            </a:r>
            <a:endParaRPr lang="en-US" altLang="zh-CN" sz="3600" kern="0" dirty="0">
              <a:ea typeface="宋体" panose="02010600030101010101" pitchFamily="2" charset="-122"/>
            </a:endParaRPr>
          </a:p>
        </p:txBody>
      </p:sp>
    </p:spTree>
    <p:extLst>
      <p:ext uri="{BB962C8B-B14F-4D97-AF65-F5344CB8AC3E}">
        <p14:creationId xmlns:p14="http://schemas.microsoft.com/office/powerpoint/2010/main" val="8491355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065412"/>
                                        </p:tgtEl>
                                        <p:attrNameLst>
                                          <p:attrName>style.visibility</p:attrName>
                                        </p:attrNameLst>
                                      </p:cBhvr>
                                      <p:to>
                                        <p:strVal val="visible"/>
                                      </p:to>
                                    </p:set>
                                    <p:animEffect transition="in" filter="blinds(vertical)">
                                      <p:cBhvr>
                                        <p:cTn id="12" dur="500"/>
                                        <p:tgtEl>
                                          <p:spTgt spid="20654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vertic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2065432"/>
                                        </p:tgtEl>
                                        <p:attrNameLst>
                                          <p:attrName>style.visibility</p:attrName>
                                        </p:attrNameLst>
                                      </p:cBhvr>
                                      <p:to>
                                        <p:strVal val="visible"/>
                                      </p:to>
                                    </p:set>
                                    <p:animEffect transition="in" filter="blinds(vertical)">
                                      <p:cBhvr>
                                        <p:cTn id="22" dur="500"/>
                                        <p:tgtEl>
                                          <p:spTgt spid="20654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vertical)">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5"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vertical)">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2065467"/>
                                        </p:tgtEl>
                                        <p:attrNameLst>
                                          <p:attrName>style.visibility</p:attrName>
                                        </p:attrNameLst>
                                      </p:cBhvr>
                                      <p:to>
                                        <p:strVal val="visible"/>
                                      </p:to>
                                    </p:set>
                                    <p:animEffect transition="in" filter="blinds(vertical)">
                                      <p:cBhvr>
                                        <p:cTn id="37" dur="500"/>
                                        <p:tgtEl>
                                          <p:spTgt spid="206546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vertical)">
                                      <p:cBhvr>
                                        <p:cTn id="42" dur="5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2065465"/>
                                        </p:tgtEl>
                                        <p:attrNameLst>
                                          <p:attrName>style.visibility</p:attrName>
                                        </p:attrNameLst>
                                      </p:cBhvr>
                                      <p:to>
                                        <p:strVal val="visible"/>
                                      </p:to>
                                    </p:set>
                                    <p:animEffect transition="in" filter="blinds(vertical)">
                                      <p:cBhvr>
                                        <p:cTn id="47" dur="500"/>
                                        <p:tgtEl>
                                          <p:spTgt spid="206546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5" fill="hold"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blinds(vertical)">
                                      <p:cBhvr>
                                        <p:cTn id="52" dur="500"/>
                                        <p:tgtEl>
                                          <p:spTgt spid="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5" fill="hold" grpId="0" nodeType="clickEffect">
                                  <p:stCondLst>
                                    <p:cond delay="0"/>
                                  </p:stCondLst>
                                  <p:childTnLst>
                                    <p:set>
                                      <p:cBhvr>
                                        <p:cTn id="56" dur="1" fill="hold">
                                          <p:stCondLst>
                                            <p:cond delay="0"/>
                                          </p:stCondLst>
                                        </p:cTn>
                                        <p:tgtEl>
                                          <p:spTgt spid="2065466"/>
                                        </p:tgtEl>
                                        <p:attrNameLst>
                                          <p:attrName>style.visibility</p:attrName>
                                        </p:attrNameLst>
                                      </p:cBhvr>
                                      <p:to>
                                        <p:strVal val="visible"/>
                                      </p:to>
                                    </p:set>
                                    <p:animEffect transition="in" filter="blinds(vertical)">
                                      <p:cBhvr>
                                        <p:cTn id="57" dur="500"/>
                                        <p:tgtEl>
                                          <p:spTgt spid="2065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5412" grpId="0" autoUpdateAnimBg="0"/>
      <p:bldP spid="2065432" grpId="0" autoUpdateAnimBg="0"/>
      <p:bldP spid="2065465" grpId="0" autoUpdateAnimBg="0"/>
      <p:bldP spid="2065466" grpId="0" autoUpdateAnimBg="0"/>
      <p:bldP spid="2065467"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日期占位符 1">
            <a:extLst>
              <a:ext uri="{FF2B5EF4-FFF2-40B4-BE49-F238E27FC236}">
                <a16:creationId xmlns:a16="http://schemas.microsoft.com/office/drawing/2014/main" id="{539B3322-F5D9-425C-B507-6135C00C1FF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fld id="{1D115B93-095D-463B-BAF9-DBF4AC3BFE0F}" type="datetime1">
              <a:rPr lang="zh-CN" altLang="en-US" sz="1400" smtClean="0">
                <a:solidFill>
                  <a:schemeClr val="bg2"/>
                </a:solidFill>
                <a:latin typeface="幼圆" panose="02010509060101010101" pitchFamily="49" charset="-122"/>
                <a:ea typeface="幼圆" panose="02010509060101010101" pitchFamily="49" charset="-122"/>
              </a:rPr>
              <a:pPr algn="l"/>
              <a:t>2026/3/20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394243" name="Rectangle 59">
            <a:extLst>
              <a:ext uri="{FF2B5EF4-FFF2-40B4-BE49-F238E27FC236}">
                <a16:creationId xmlns:a16="http://schemas.microsoft.com/office/drawing/2014/main" id="{084EFB02-6CE0-4652-88ED-C29DBFE1D779}"/>
              </a:ext>
            </a:extLst>
          </p:cNvPr>
          <p:cNvSpPr>
            <a:spLocks noChangeArrowheads="1"/>
          </p:cNvSpPr>
          <p:nvPr/>
        </p:nvSpPr>
        <p:spPr bwMode="auto">
          <a:xfrm>
            <a:off x="1524000" y="685800"/>
            <a:ext cx="7315200" cy="1219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grpSp>
        <p:nvGrpSpPr>
          <p:cNvPr id="2" name="Group 134">
            <a:extLst>
              <a:ext uri="{FF2B5EF4-FFF2-40B4-BE49-F238E27FC236}">
                <a16:creationId xmlns:a16="http://schemas.microsoft.com/office/drawing/2014/main" id="{2CE59354-9842-41ED-A7C3-DAC4A837A68E}"/>
              </a:ext>
            </a:extLst>
          </p:cNvPr>
          <p:cNvGrpSpPr>
            <a:grpSpLocks/>
          </p:cNvGrpSpPr>
          <p:nvPr/>
        </p:nvGrpSpPr>
        <p:grpSpPr bwMode="auto">
          <a:xfrm>
            <a:off x="2514600" y="2294619"/>
            <a:ext cx="3276600" cy="4114800"/>
            <a:chOff x="2208" y="1392"/>
            <a:chExt cx="2064" cy="2592"/>
          </a:xfrm>
        </p:grpSpPr>
        <p:sp>
          <p:nvSpPr>
            <p:cNvPr id="394271" name="Rectangle 5">
              <a:extLst>
                <a:ext uri="{FF2B5EF4-FFF2-40B4-BE49-F238E27FC236}">
                  <a16:creationId xmlns:a16="http://schemas.microsoft.com/office/drawing/2014/main" id="{C863FD18-6158-465F-94BC-1202FC1AE868}"/>
                </a:ext>
              </a:extLst>
            </p:cNvPr>
            <p:cNvSpPr>
              <a:spLocks noChangeArrowheads="1"/>
            </p:cNvSpPr>
            <p:nvPr/>
          </p:nvSpPr>
          <p:spPr bwMode="auto">
            <a:xfrm>
              <a:off x="2208" y="1392"/>
              <a:ext cx="2064"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Arial" panose="020B0604020202020204" pitchFamily="34" charset="0"/>
                  <a:ea typeface="黑体" panose="02010609060101010101" pitchFamily="49" charset="-122"/>
                </a:rPr>
                <a:t>建立零件库 (</a:t>
              </a:r>
              <a:r>
                <a:rPr lang="en-US" altLang="zh-CN" sz="1800">
                  <a:latin typeface="Arial" panose="020B0604020202020204" pitchFamily="34" charset="0"/>
                  <a:ea typeface="黑体" panose="02010609060101010101" pitchFamily="49" charset="-122"/>
                </a:rPr>
                <a:t>s</a:t>
              </a:r>
              <a:r>
                <a:rPr lang="zh-CN" altLang="en-US" sz="1800">
                  <a:latin typeface="Arial" panose="020B0604020202020204" pitchFamily="34" charset="0"/>
                  <a:ea typeface="黑体" panose="02010609060101010101" pitchFamily="49" charset="-122"/>
                </a:rPr>
                <a:t>数组)</a:t>
              </a:r>
              <a:r>
                <a:rPr lang="en-US" altLang="zh-CN" sz="2400">
                  <a:latin typeface="Arial" panose="020B0604020202020204" pitchFamily="34" charset="0"/>
                  <a:ea typeface="黑体" panose="02010609060101010101" pitchFamily="49" charset="-122"/>
                </a:rPr>
                <a:t>, </a:t>
              </a:r>
              <a:r>
                <a:rPr lang="en-US" altLang="zh-CN" sz="1800">
                  <a:latin typeface="Arial" panose="020B0604020202020204" pitchFamily="34" charset="0"/>
                  <a:ea typeface="黑体" panose="02010609060101010101" pitchFamily="49" charset="-122"/>
                </a:rPr>
                <a:t>i=0</a:t>
              </a:r>
            </a:p>
          </p:txBody>
        </p:sp>
        <p:sp>
          <p:nvSpPr>
            <p:cNvPr id="394272" name="Rectangle 47">
              <a:extLst>
                <a:ext uri="{FF2B5EF4-FFF2-40B4-BE49-F238E27FC236}">
                  <a16:creationId xmlns:a16="http://schemas.microsoft.com/office/drawing/2014/main" id="{F40FFCBD-03E6-4491-85EF-1A2C7D9C03F7}"/>
                </a:ext>
              </a:extLst>
            </p:cNvPr>
            <p:cNvSpPr>
              <a:spLocks noChangeArrowheads="1"/>
            </p:cNvSpPr>
            <p:nvPr/>
          </p:nvSpPr>
          <p:spPr bwMode="auto">
            <a:xfrm>
              <a:off x="2208" y="1680"/>
              <a:ext cx="2064" cy="2304"/>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latin typeface="黑体" panose="02010609060101010101" pitchFamily="49" charset="-122"/>
                  <a:ea typeface="黑体" panose="02010609060101010101" pitchFamily="49" charset="-122"/>
                </a:rPr>
                <a:t> 输入零件号 </a:t>
              </a:r>
              <a:r>
                <a:rPr lang="en-US" altLang="zh-CN" sz="2000">
                  <a:latin typeface="Arial" panose="020B0604020202020204" pitchFamily="34" charset="0"/>
                  <a:ea typeface="黑体" panose="02010609060101010101" pitchFamily="49" charset="-122"/>
                </a:rPr>
                <a:t>x</a:t>
              </a:r>
              <a:endParaRPr lang="zh-CN" altLang="en-US" sz="2000">
                <a:latin typeface="黑体" panose="02010609060101010101" pitchFamily="49" charset="-122"/>
                <a:ea typeface="黑体" panose="02010609060101010101" pitchFamily="49" charset="-122"/>
              </a:endParaRPr>
            </a:p>
          </p:txBody>
        </p:sp>
        <p:sp>
          <p:nvSpPr>
            <p:cNvPr id="394273" name="Rectangle 6">
              <a:extLst>
                <a:ext uri="{FF2B5EF4-FFF2-40B4-BE49-F238E27FC236}">
                  <a16:creationId xmlns:a16="http://schemas.microsoft.com/office/drawing/2014/main" id="{D3DE0211-C331-4C3A-9205-FFDC967446DF}"/>
                </a:ext>
              </a:extLst>
            </p:cNvPr>
            <p:cNvSpPr>
              <a:spLocks noChangeArrowheads="1"/>
            </p:cNvSpPr>
            <p:nvPr/>
          </p:nvSpPr>
          <p:spPr bwMode="auto">
            <a:xfrm>
              <a:off x="2496" y="1920"/>
              <a:ext cx="1776" cy="576"/>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do while(x!=s[0][i])</a:t>
              </a:r>
            </a:p>
          </p:txBody>
        </p:sp>
        <p:sp>
          <p:nvSpPr>
            <p:cNvPr id="394274" name="Rectangle 48">
              <a:extLst>
                <a:ext uri="{FF2B5EF4-FFF2-40B4-BE49-F238E27FC236}">
                  <a16:creationId xmlns:a16="http://schemas.microsoft.com/office/drawing/2014/main" id="{E7992928-C568-476A-9414-159C1473A163}"/>
                </a:ext>
              </a:extLst>
            </p:cNvPr>
            <p:cNvSpPr>
              <a:spLocks noChangeArrowheads="1"/>
            </p:cNvSpPr>
            <p:nvPr/>
          </p:nvSpPr>
          <p:spPr bwMode="auto">
            <a:xfrm>
              <a:off x="2832" y="2208"/>
              <a:ext cx="144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latin typeface="Arial" panose="020B0604020202020204" pitchFamily="34" charset="0"/>
                  <a:ea typeface="黑体" panose="02010609060101010101" pitchFamily="49" charset="-122"/>
                </a:rPr>
                <a:t>i++</a:t>
              </a:r>
            </a:p>
          </p:txBody>
        </p:sp>
        <p:sp>
          <p:nvSpPr>
            <p:cNvPr id="394275" name="Rectangle 123">
              <a:extLst>
                <a:ext uri="{FF2B5EF4-FFF2-40B4-BE49-F238E27FC236}">
                  <a16:creationId xmlns:a16="http://schemas.microsoft.com/office/drawing/2014/main" id="{3316FF72-2780-429A-B69C-803A8F7D09E0}"/>
                </a:ext>
              </a:extLst>
            </p:cNvPr>
            <p:cNvSpPr>
              <a:spLocks noChangeArrowheads="1"/>
            </p:cNvSpPr>
            <p:nvPr/>
          </p:nvSpPr>
          <p:spPr bwMode="auto">
            <a:xfrm>
              <a:off x="2496" y="2496"/>
              <a:ext cx="1776" cy="336"/>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400">
                  <a:latin typeface="Arial" panose="020B0604020202020204" pitchFamily="34" charset="0"/>
                  <a:ea typeface="黑体" panose="02010609060101010101" pitchFamily="49" charset="-122"/>
                </a:rPr>
                <a:t>i++</a:t>
              </a:r>
            </a:p>
          </p:txBody>
        </p:sp>
        <p:sp>
          <p:nvSpPr>
            <p:cNvPr id="394276" name="AutoShape 122">
              <a:extLst>
                <a:ext uri="{FF2B5EF4-FFF2-40B4-BE49-F238E27FC236}">
                  <a16:creationId xmlns:a16="http://schemas.microsoft.com/office/drawing/2014/main" id="{6CA4DAA3-15B9-41AF-9D90-02C978A17E62}"/>
                </a:ext>
              </a:extLst>
            </p:cNvPr>
            <p:cNvSpPr>
              <a:spLocks noChangeArrowheads="1"/>
            </p:cNvSpPr>
            <p:nvPr/>
          </p:nvSpPr>
          <p:spPr bwMode="auto">
            <a:xfrm>
              <a:off x="2496" y="2496"/>
              <a:ext cx="1776" cy="336"/>
            </a:xfrm>
            <a:prstGeom prst="flowChartMerge">
              <a:avLst/>
            </a:prstGeom>
            <a:solidFill>
              <a:schemeClr val="bg1"/>
            </a:solidFill>
            <a:ln w="9525">
              <a:solidFill>
                <a:srgbClr val="F89A60"/>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latin typeface="Arial" panose="020B0604020202020204" pitchFamily="34" charset="0"/>
                </a:rPr>
                <a:t>x==</a:t>
              </a:r>
              <a:r>
                <a:rPr lang="en-US" altLang="zh-CN" sz="1800" b="1">
                  <a:ea typeface="文鼎细圆" pitchFamily="49" charset="-122"/>
                </a:rPr>
                <a:t>s[0][i])</a:t>
              </a:r>
            </a:p>
          </p:txBody>
        </p:sp>
        <p:sp>
          <p:nvSpPr>
            <p:cNvPr id="394277" name="Rectangle 36">
              <a:extLst>
                <a:ext uri="{FF2B5EF4-FFF2-40B4-BE49-F238E27FC236}">
                  <a16:creationId xmlns:a16="http://schemas.microsoft.com/office/drawing/2014/main" id="{5FCC5990-C1BE-4473-AAED-ACF2F229E8B5}"/>
                </a:ext>
              </a:extLst>
            </p:cNvPr>
            <p:cNvSpPr>
              <a:spLocks noChangeArrowheads="1"/>
            </p:cNvSpPr>
            <p:nvPr/>
          </p:nvSpPr>
          <p:spPr bwMode="auto">
            <a:xfrm>
              <a:off x="2544" y="2640"/>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Y</a:t>
              </a:r>
            </a:p>
          </p:txBody>
        </p:sp>
        <p:sp>
          <p:nvSpPr>
            <p:cNvPr id="394278" name="Rectangle 125">
              <a:extLst>
                <a:ext uri="{FF2B5EF4-FFF2-40B4-BE49-F238E27FC236}">
                  <a16:creationId xmlns:a16="http://schemas.microsoft.com/office/drawing/2014/main" id="{ED4D6913-17A5-4115-B222-A34E9E27B6B4}"/>
                </a:ext>
              </a:extLst>
            </p:cNvPr>
            <p:cNvSpPr>
              <a:spLocks noChangeArrowheads="1"/>
            </p:cNvSpPr>
            <p:nvPr/>
          </p:nvSpPr>
          <p:spPr bwMode="auto">
            <a:xfrm>
              <a:off x="3936" y="2640"/>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N</a:t>
              </a:r>
            </a:p>
          </p:txBody>
        </p:sp>
        <p:sp>
          <p:nvSpPr>
            <p:cNvPr id="394279" name="Rectangle 126">
              <a:extLst>
                <a:ext uri="{FF2B5EF4-FFF2-40B4-BE49-F238E27FC236}">
                  <a16:creationId xmlns:a16="http://schemas.microsoft.com/office/drawing/2014/main" id="{EF99ED3C-3515-4768-91D4-467A701EA8CA}"/>
                </a:ext>
              </a:extLst>
            </p:cNvPr>
            <p:cNvSpPr>
              <a:spLocks noChangeArrowheads="1"/>
            </p:cNvSpPr>
            <p:nvPr/>
          </p:nvSpPr>
          <p:spPr bwMode="auto">
            <a:xfrm>
              <a:off x="2496" y="2832"/>
              <a:ext cx="912" cy="432"/>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s[0][i]</a:t>
              </a:r>
              <a:endParaRPr lang="zh-CN" altLang="en-US" sz="1800">
                <a:latin typeface="Arial" panose="020B0604020202020204" pitchFamily="34" charset="0"/>
                <a:ea typeface="黑体" panose="02010609060101010101" pitchFamily="49" charset="-122"/>
              </a:endParaRPr>
            </a:p>
            <a:p>
              <a:pPr algn="l"/>
              <a:r>
                <a:rPr lang="zh-CN" altLang="en-US" sz="1800">
                  <a:latin typeface="Arial" panose="020B0604020202020204" pitchFamily="34" charset="0"/>
                  <a:ea typeface="黑体" panose="02010609060101010101" pitchFamily="49" charset="-122"/>
                </a:rPr>
                <a:t>输出</a:t>
              </a:r>
              <a:r>
                <a:rPr lang="en-US" altLang="zh-CN" sz="2000" b="1">
                  <a:ea typeface="文鼎细圆" pitchFamily="49" charset="-122"/>
                </a:rPr>
                <a:t> s[1][i]</a:t>
              </a:r>
              <a:r>
                <a:rPr lang="zh-CN" altLang="en-US" sz="1800">
                  <a:latin typeface="Arial" panose="020B0604020202020204" pitchFamily="34" charset="0"/>
                  <a:ea typeface="黑体" panose="02010609060101010101" pitchFamily="49" charset="-122"/>
                </a:rPr>
                <a:t> </a:t>
              </a:r>
            </a:p>
          </p:txBody>
        </p:sp>
        <p:sp>
          <p:nvSpPr>
            <p:cNvPr id="394280" name="Rectangle 128">
              <a:extLst>
                <a:ext uri="{FF2B5EF4-FFF2-40B4-BE49-F238E27FC236}">
                  <a16:creationId xmlns:a16="http://schemas.microsoft.com/office/drawing/2014/main" id="{5979B191-16F3-41C1-8444-3F0A0FD2282A}"/>
                </a:ext>
              </a:extLst>
            </p:cNvPr>
            <p:cNvSpPr>
              <a:spLocks noChangeArrowheads="1"/>
            </p:cNvSpPr>
            <p:nvPr/>
          </p:nvSpPr>
          <p:spPr bwMode="auto">
            <a:xfrm>
              <a:off x="3408" y="2832"/>
              <a:ext cx="864" cy="43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输入错误!</a:t>
              </a:r>
              <a:endParaRPr lang="en-US" altLang="zh-CN" sz="1800">
                <a:latin typeface="黑体" panose="02010609060101010101" pitchFamily="49" charset="-122"/>
                <a:ea typeface="黑体" panose="02010609060101010101" pitchFamily="49" charset="-122"/>
              </a:endParaRPr>
            </a:p>
          </p:txBody>
        </p:sp>
        <p:sp>
          <p:nvSpPr>
            <p:cNvPr id="394281" name="Rectangle 129">
              <a:extLst>
                <a:ext uri="{FF2B5EF4-FFF2-40B4-BE49-F238E27FC236}">
                  <a16:creationId xmlns:a16="http://schemas.microsoft.com/office/drawing/2014/main" id="{63D35240-187C-455B-97D9-C6271DC79D0F}"/>
                </a:ext>
              </a:extLst>
            </p:cNvPr>
            <p:cNvSpPr>
              <a:spLocks noChangeArrowheads="1"/>
            </p:cNvSpPr>
            <p:nvPr/>
          </p:nvSpPr>
          <p:spPr bwMode="auto">
            <a:xfrm>
              <a:off x="2496" y="3264"/>
              <a:ext cx="1776" cy="336"/>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a:t>
              </a:r>
              <a:endParaRPr lang="en-US" altLang="zh-CN" sz="1800">
                <a:latin typeface="黑体" panose="02010609060101010101" pitchFamily="49" charset="-122"/>
                <a:ea typeface="黑体" panose="02010609060101010101" pitchFamily="49" charset="-122"/>
              </a:endParaRPr>
            </a:p>
          </p:txBody>
        </p:sp>
        <p:sp>
          <p:nvSpPr>
            <p:cNvPr id="394282" name="AutoShape 127">
              <a:extLst>
                <a:ext uri="{FF2B5EF4-FFF2-40B4-BE49-F238E27FC236}">
                  <a16:creationId xmlns:a16="http://schemas.microsoft.com/office/drawing/2014/main" id="{D5054122-6C6D-4F7C-B03D-FB25FA01D2FF}"/>
                </a:ext>
              </a:extLst>
            </p:cNvPr>
            <p:cNvSpPr>
              <a:spLocks noChangeArrowheads="1"/>
            </p:cNvSpPr>
            <p:nvPr/>
          </p:nvSpPr>
          <p:spPr bwMode="auto">
            <a:xfrm>
              <a:off x="2496" y="3264"/>
              <a:ext cx="1776" cy="336"/>
            </a:xfrm>
            <a:prstGeom prst="flowChartMerge">
              <a:avLst/>
            </a:prstGeom>
            <a:solidFill>
              <a:schemeClr val="bg1"/>
            </a:solidFill>
            <a:ln w="9525">
              <a:solidFill>
                <a:srgbClr val="F89A60"/>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继续查询</a:t>
              </a:r>
              <a:r>
                <a:rPr lang="zh-CN" altLang="en-US" sz="1800" b="1">
                  <a:latin typeface="Arial" panose="020B0604020202020204" pitchFamily="34" charset="0"/>
                  <a:ea typeface="黑体" panose="02010609060101010101" pitchFamily="49" charset="-122"/>
                </a:rPr>
                <a:t>?</a:t>
              </a:r>
            </a:p>
          </p:txBody>
        </p:sp>
        <p:sp>
          <p:nvSpPr>
            <p:cNvPr id="394283" name="Rectangle 130">
              <a:extLst>
                <a:ext uri="{FF2B5EF4-FFF2-40B4-BE49-F238E27FC236}">
                  <a16:creationId xmlns:a16="http://schemas.microsoft.com/office/drawing/2014/main" id="{8DC0FF27-67F1-465E-9A87-ED0CC5B27C8F}"/>
                </a:ext>
              </a:extLst>
            </p:cNvPr>
            <p:cNvSpPr>
              <a:spLocks noChangeArrowheads="1"/>
            </p:cNvSpPr>
            <p:nvPr/>
          </p:nvSpPr>
          <p:spPr bwMode="auto">
            <a:xfrm>
              <a:off x="2544" y="3408"/>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Y</a:t>
              </a:r>
            </a:p>
          </p:txBody>
        </p:sp>
        <p:sp>
          <p:nvSpPr>
            <p:cNvPr id="394284" name="Rectangle 131">
              <a:extLst>
                <a:ext uri="{FF2B5EF4-FFF2-40B4-BE49-F238E27FC236}">
                  <a16:creationId xmlns:a16="http://schemas.microsoft.com/office/drawing/2014/main" id="{818E6A2D-F341-4E21-9D86-8AA6FC353EFB}"/>
                </a:ext>
              </a:extLst>
            </p:cNvPr>
            <p:cNvSpPr>
              <a:spLocks noChangeArrowheads="1"/>
            </p:cNvSpPr>
            <p:nvPr/>
          </p:nvSpPr>
          <p:spPr bwMode="auto">
            <a:xfrm>
              <a:off x="3984" y="3408"/>
              <a:ext cx="240"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a:t>
              </a:r>
              <a:r>
                <a:rPr lang="en-US" altLang="zh-CN" sz="1800" b="1">
                  <a:latin typeface="Arial" panose="020B0604020202020204" pitchFamily="34" charset="0"/>
                  <a:ea typeface="文鼎细圆" pitchFamily="49" charset="-122"/>
                </a:rPr>
                <a:t>N</a:t>
              </a:r>
            </a:p>
          </p:txBody>
        </p:sp>
        <p:sp>
          <p:nvSpPr>
            <p:cNvPr id="394285" name="Rectangle 132">
              <a:extLst>
                <a:ext uri="{FF2B5EF4-FFF2-40B4-BE49-F238E27FC236}">
                  <a16:creationId xmlns:a16="http://schemas.microsoft.com/office/drawing/2014/main" id="{6FE9837D-9C8D-4418-9CD3-4A8C4CC72FD7}"/>
                </a:ext>
              </a:extLst>
            </p:cNvPr>
            <p:cNvSpPr>
              <a:spLocks noChangeArrowheads="1"/>
            </p:cNvSpPr>
            <p:nvPr/>
          </p:nvSpPr>
          <p:spPr bwMode="auto">
            <a:xfrm>
              <a:off x="2496" y="3600"/>
              <a:ext cx="912" cy="384"/>
            </a:xfrm>
            <a:prstGeom prst="rect">
              <a:avLst/>
            </a:prstGeom>
            <a:solidFill>
              <a:schemeClr val="bg1"/>
            </a:solidFill>
            <a:ln w="9525">
              <a:solidFill>
                <a:srgbClr val="32B828"/>
              </a:solidFill>
              <a:miter lim="800000"/>
              <a:headEnd/>
              <a:tailEnd/>
            </a:ln>
          </p:spPr>
          <p:txBody>
            <a:bodyPr wrap="none"/>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en-US" altLang="zh-CN" sz="2000" b="1">
                  <a:ea typeface="文鼎细圆" pitchFamily="49" charset="-122"/>
                </a:rPr>
                <a:t>         </a:t>
              </a:r>
              <a:endParaRPr lang="zh-CN" altLang="en-US" sz="1800">
                <a:latin typeface="Arial" panose="020B0604020202020204" pitchFamily="34" charset="0"/>
                <a:ea typeface="黑体" panose="02010609060101010101" pitchFamily="49" charset="-122"/>
              </a:endParaRPr>
            </a:p>
          </p:txBody>
        </p:sp>
        <p:sp>
          <p:nvSpPr>
            <p:cNvPr id="394286" name="Rectangle 133">
              <a:extLst>
                <a:ext uri="{FF2B5EF4-FFF2-40B4-BE49-F238E27FC236}">
                  <a16:creationId xmlns:a16="http://schemas.microsoft.com/office/drawing/2014/main" id="{0EC44A9E-33E5-4AE0-AE4E-FFC34447FA08}"/>
                </a:ext>
              </a:extLst>
            </p:cNvPr>
            <p:cNvSpPr>
              <a:spLocks noChangeArrowheads="1"/>
            </p:cNvSpPr>
            <p:nvPr/>
          </p:nvSpPr>
          <p:spPr bwMode="auto">
            <a:xfrm>
              <a:off x="3408" y="3600"/>
              <a:ext cx="864" cy="384"/>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跳出循环</a:t>
              </a:r>
              <a:r>
                <a:rPr lang="en-US" altLang="zh-CN" sz="2000" b="1">
                  <a:ea typeface="文鼎细圆" pitchFamily="49" charset="-122"/>
                </a:rPr>
                <a:t> </a:t>
              </a:r>
              <a:endParaRPr lang="zh-CN" altLang="en-US" sz="2000" b="1">
                <a:ea typeface="文鼎细圆" pitchFamily="49" charset="-122"/>
              </a:endParaRPr>
            </a:p>
          </p:txBody>
        </p:sp>
      </p:grpSp>
      <p:sp>
        <p:nvSpPr>
          <p:cNvPr id="22" name="TextBox 7">
            <a:extLst>
              <a:ext uri="{FF2B5EF4-FFF2-40B4-BE49-F238E27FC236}">
                <a16:creationId xmlns:a16="http://schemas.microsoft.com/office/drawing/2014/main" id="{7A7CFBEE-4305-4E29-88D0-AE22E68D8458}"/>
              </a:ext>
            </a:extLst>
          </p:cNvPr>
          <p:cNvSpPr>
            <a:spLocks noChangeArrowheads="1"/>
          </p:cNvSpPr>
          <p:nvPr/>
        </p:nvSpPr>
        <p:spPr bwMode="auto">
          <a:xfrm>
            <a:off x="377825" y="1506538"/>
            <a:ext cx="8299450" cy="447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N-S</a:t>
            </a:r>
            <a:r>
              <a:rPr lang="zh-CN" altLang="en-US" sz="2000" b="1" dirty="0"/>
              <a:t>图 </a:t>
            </a:r>
            <a:r>
              <a:rPr lang="en-US" altLang="zh-CN" sz="2000" b="1" dirty="0"/>
              <a:t>——</a:t>
            </a:r>
            <a:r>
              <a:rPr lang="en-US" altLang="zh-CN" sz="2000" b="1" dirty="0" err="1"/>
              <a:t>Nassi</a:t>
            </a:r>
            <a:r>
              <a:rPr lang="en-US" altLang="zh-CN" sz="2000" b="1" dirty="0"/>
              <a:t> and </a:t>
            </a:r>
            <a:r>
              <a:rPr lang="en-US" altLang="zh-CN" sz="2000" b="1" dirty="0" err="1"/>
              <a:t>Shneideman</a:t>
            </a:r>
            <a:endParaRPr lang="en-US" altLang="zh-CN" sz="2000" b="1" dirty="0"/>
          </a:p>
        </p:txBody>
      </p:sp>
      <p:sp>
        <p:nvSpPr>
          <p:cNvPr id="23" name="Rectangle 2">
            <a:extLst>
              <a:ext uri="{FF2B5EF4-FFF2-40B4-BE49-F238E27FC236}">
                <a16:creationId xmlns:a16="http://schemas.microsoft.com/office/drawing/2014/main" id="{1FE4529D-8DE8-410B-A64C-8CBC0689C232}"/>
              </a:ext>
            </a:extLst>
          </p:cNvPr>
          <p:cNvSpPr txBox="1">
            <a:spLocks noChangeArrowheads="1"/>
          </p:cNvSpPr>
          <p:nvPr/>
        </p:nvSpPr>
        <p:spPr>
          <a:xfrm>
            <a:off x="377825" y="805657"/>
            <a:ext cx="7924800" cy="700881"/>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en-US" altLang="zh-CN" sz="3600" kern="0" dirty="0"/>
              <a:t>1. </a:t>
            </a:r>
            <a:r>
              <a:rPr lang="zh-CN" altLang="en-US" sz="3600" kern="0" dirty="0"/>
              <a:t>结构化方法</a:t>
            </a:r>
            <a:endParaRPr lang="en-US" altLang="zh-CN" sz="3600" kern="0" dirty="0">
              <a:ea typeface="宋体" panose="02010600030101010101" pitchFamily="2" charset="-122"/>
            </a:endParaRPr>
          </a:p>
        </p:txBody>
      </p:sp>
    </p:spTree>
    <p:extLst>
      <p:ext uri="{BB962C8B-B14F-4D97-AF65-F5344CB8AC3E}">
        <p14:creationId xmlns:p14="http://schemas.microsoft.com/office/powerpoint/2010/main" val="26670027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日期占位符 1">
            <a:extLst>
              <a:ext uri="{FF2B5EF4-FFF2-40B4-BE49-F238E27FC236}">
                <a16:creationId xmlns:a16="http://schemas.microsoft.com/office/drawing/2014/main" id="{0C7E48CA-4DDD-4DA1-A4DA-E703A5D6D90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fld id="{47F956EB-EF45-40D4-B4BA-C4DB5C3BD707}" type="datetime1">
              <a:rPr lang="zh-CN" altLang="en-US" sz="1400" smtClean="0">
                <a:solidFill>
                  <a:schemeClr val="bg2"/>
                </a:solidFill>
                <a:latin typeface="幼圆" panose="02010509060101010101" pitchFamily="49" charset="-122"/>
                <a:ea typeface="幼圆" panose="02010509060101010101" pitchFamily="49" charset="-122"/>
              </a:rPr>
              <a:pPr algn="l"/>
              <a:t>2026/3/20</a:t>
            </a:fld>
            <a:endParaRPr lang="en-US" altLang="zh-CN" sz="1400">
              <a:solidFill>
                <a:schemeClr val="bg2"/>
              </a:solidFill>
              <a:latin typeface="幼圆" panose="02010509060101010101" pitchFamily="49" charset="-122"/>
              <a:ea typeface="幼圆" panose="02010509060101010101" pitchFamily="49" charset="-122"/>
            </a:endParaRPr>
          </a:p>
        </p:txBody>
      </p:sp>
      <p:sp>
        <p:nvSpPr>
          <p:cNvPr id="2069545" name="Text Box 41">
            <a:extLst>
              <a:ext uri="{FF2B5EF4-FFF2-40B4-BE49-F238E27FC236}">
                <a16:creationId xmlns:a16="http://schemas.microsoft.com/office/drawing/2014/main" id="{108CE86F-955A-4027-A8EB-08AA59A00366}"/>
              </a:ext>
            </a:extLst>
          </p:cNvPr>
          <p:cNvSpPr txBox="1">
            <a:spLocks noChangeArrowheads="1"/>
          </p:cNvSpPr>
          <p:nvPr/>
        </p:nvSpPr>
        <p:spPr bwMode="auto">
          <a:xfrm>
            <a:off x="4260850" y="5688013"/>
            <a:ext cx="1670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直到型循环型</a:t>
            </a:r>
          </a:p>
        </p:txBody>
      </p:sp>
      <p:grpSp>
        <p:nvGrpSpPr>
          <p:cNvPr id="2" name="Group 95">
            <a:extLst>
              <a:ext uri="{FF2B5EF4-FFF2-40B4-BE49-F238E27FC236}">
                <a16:creationId xmlns:a16="http://schemas.microsoft.com/office/drawing/2014/main" id="{7FEA0738-CBC5-415B-8771-0C6B827885F8}"/>
              </a:ext>
            </a:extLst>
          </p:cNvPr>
          <p:cNvGrpSpPr>
            <a:grpSpLocks/>
          </p:cNvGrpSpPr>
          <p:nvPr/>
        </p:nvGrpSpPr>
        <p:grpSpPr bwMode="auto">
          <a:xfrm>
            <a:off x="2133600" y="2362200"/>
            <a:ext cx="762000" cy="1066800"/>
            <a:chOff x="1680" y="1344"/>
            <a:chExt cx="480" cy="672"/>
          </a:xfrm>
        </p:grpSpPr>
        <p:sp>
          <p:nvSpPr>
            <p:cNvPr id="396347" name="Rectangle 5">
              <a:extLst>
                <a:ext uri="{FF2B5EF4-FFF2-40B4-BE49-F238E27FC236}">
                  <a16:creationId xmlns:a16="http://schemas.microsoft.com/office/drawing/2014/main" id="{812EF7D1-AA93-4D1E-B8FA-E744CEDFDD09}"/>
                </a:ext>
              </a:extLst>
            </p:cNvPr>
            <p:cNvSpPr>
              <a:spLocks noChangeArrowheads="1"/>
            </p:cNvSpPr>
            <p:nvPr/>
          </p:nvSpPr>
          <p:spPr bwMode="auto">
            <a:xfrm>
              <a:off x="1680" y="1440"/>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6348" name="Rectangle 6">
              <a:extLst>
                <a:ext uri="{FF2B5EF4-FFF2-40B4-BE49-F238E27FC236}">
                  <a16:creationId xmlns:a16="http://schemas.microsoft.com/office/drawing/2014/main" id="{421FE7E9-6858-4ED3-B7E8-3B427AA484DB}"/>
                </a:ext>
              </a:extLst>
            </p:cNvPr>
            <p:cNvSpPr>
              <a:spLocks noChangeArrowheads="1"/>
            </p:cNvSpPr>
            <p:nvPr/>
          </p:nvSpPr>
          <p:spPr bwMode="auto">
            <a:xfrm>
              <a:off x="1680" y="1728"/>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 B</a:t>
              </a:r>
            </a:p>
          </p:txBody>
        </p:sp>
        <p:sp>
          <p:nvSpPr>
            <p:cNvPr id="396349" name="Line 43">
              <a:extLst>
                <a:ext uri="{FF2B5EF4-FFF2-40B4-BE49-F238E27FC236}">
                  <a16:creationId xmlns:a16="http://schemas.microsoft.com/office/drawing/2014/main" id="{DA18FDE0-F560-4F71-9F37-3EC679A946ED}"/>
                </a:ext>
              </a:extLst>
            </p:cNvPr>
            <p:cNvSpPr>
              <a:spLocks noChangeShapeType="1"/>
            </p:cNvSpPr>
            <p:nvPr/>
          </p:nvSpPr>
          <p:spPr bwMode="auto">
            <a:xfrm>
              <a:off x="1680" y="1344"/>
              <a:ext cx="0" cy="67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60">
            <a:extLst>
              <a:ext uri="{FF2B5EF4-FFF2-40B4-BE49-F238E27FC236}">
                <a16:creationId xmlns:a16="http://schemas.microsoft.com/office/drawing/2014/main" id="{DF344302-58C5-47EE-AB75-92CA0369C63E}"/>
              </a:ext>
            </a:extLst>
          </p:cNvPr>
          <p:cNvGrpSpPr>
            <a:grpSpLocks/>
          </p:cNvGrpSpPr>
          <p:nvPr/>
        </p:nvGrpSpPr>
        <p:grpSpPr bwMode="auto">
          <a:xfrm>
            <a:off x="3352800" y="2362200"/>
            <a:ext cx="1676400" cy="1066800"/>
            <a:chOff x="2352" y="1344"/>
            <a:chExt cx="1056" cy="672"/>
          </a:xfrm>
        </p:grpSpPr>
        <p:sp>
          <p:nvSpPr>
            <p:cNvPr id="396339" name="Line 44">
              <a:extLst>
                <a:ext uri="{FF2B5EF4-FFF2-40B4-BE49-F238E27FC236}">
                  <a16:creationId xmlns:a16="http://schemas.microsoft.com/office/drawing/2014/main" id="{6CDAE3AB-DE9A-4770-A19D-795BEDBB50BD}"/>
                </a:ext>
              </a:extLst>
            </p:cNvPr>
            <p:cNvSpPr>
              <a:spLocks noChangeShapeType="1"/>
            </p:cNvSpPr>
            <p:nvPr/>
          </p:nvSpPr>
          <p:spPr bwMode="auto">
            <a:xfrm>
              <a:off x="2448" y="1344"/>
              <a:ext cx="0" cy="67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0" name="Line 45">
              <a:extLst>
                <a:ext uri="{FF2B5EF4-FFF2-40B4-BE49-F238E27FC236}">
                  <a16:creationId xmlns:a16="http://schemas.microsoft.com/office/drawing/2014/main" id="{4DC840E4-5772-47C5-9BA9-EA2BEB3AD842}"/>
                </a:ext>
              </a:extLst>
            </p:cNvPr>
            <p:cNvSpPr>
              <a:spLocks noChangeShapeType="1"/>
            </p:cNvSpPr>
            <p:nvPr/>
          </p:nvSpPr>
          <p:spPr bwMode="auto">
            <a:xfrm flipH="1">
              <a:off x="2448" y="1440"/>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1" name="Rectangle 46">
              <a:extLst>
                <a:ext uri="{FF2B5EF4-FFF2-40B4-BE49-F238E27FC236}">
                  <a16:creationId xmlns:a16="http://schemas.microsoft.com/office/drawing/2014/main" id="{86B4BCF5-8293-45E3-A280-E6DD49A5ABF4}"/>
                </a:ext>
              </a:extLst>
            </p:cNvPr>
            <p:cNvSpPr>
              <a:spLocks noChangeArrowheads="1"/>
            </p:cNvSpPr>
            <p:nvPr/>
          </p:nvSpPr>
          <p:spPr bwMode="auto">
            <a:xfrm>
              <a:off x="2928" y="1344"/>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6342" name="Line 47">
              <a:extLst>
                <a:ext uri="{FF2B5EF4-FFF2-40B4-BE49-F238E27FC236}">
                  <a16:creationId xmlns:a16="http://schemas.microsoft.com/office/drawing/2014/main" id="{3115F039-2AD1-4987-9966-ED135FAD512C}"/>
                </a:ext>
              </a:extLst>
            </p:cNvPr>
            <p:cNvSpPr>
              <a:spLocks noChangeShapeType="1"/>
            </p:cNvSpPr>
            <p:nvPr/>
          </p:nvSpPr>
          <p:spPr bwMode="auto">
            <a:xfrm flipH="1">
              <a:off x="2448" y="1824"/>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3" name="Rectangle 48">
              <a:extLst>
                <a:ext uri="{FF2B5EF4-FFF2-40B4-BE49-F238E27FC236}">
                  <a16:creationId xmlns:a16="http://schemas.microsoft.com/office/drawing/2014/main" id="{367EFED3-654E-4692-9CA0-06FAB3468EBA}"/>
                </a:ext>
              </a:extLst>
            </p:cNvPr>
            <p:cNvSpPr>
              <a:spLocks noChangeArrowheads="1"/>
            </p:cNvSpPr>
            <p:nvPr/>
          </p:nvSpPr>
          <p:spPr bwMode="auto">
            <a:xfrm>
              <a:off x="2928" y="1728"/>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B</a:t>
              </a:r>
            </a:p>
          </p:txBody>
        </p:sp>
        <p:sp>
          <p:nvSpPr>
            <p:cNvPr id="396344" name="Line 49">
              <a:extLst>
                <a:ext uri="{FF2B5EF4-FFF2-40B4-BE49-F238E27FC236}">
                  <a16:creationId xmlns:a16="http://schemas.microsoft.com/office/drawing/2014/main" id="{94DA3EA7-BF27-4F7E-88C2-B7D761F83529}"/>
                </a:ext>
              </a:extLst>
            </p:cNvPr>
            <p:cNvSpPr>
              <a:spLocks noChangeShapeType="1"/>
            </p:cNvSpPr>
            <p:nvPr/>
          </p:nvSpPr>
          <p:spPr bwMode="auto">
            <a:xfrm flipH="1">
              <a:off x="2640" y="1440"/>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45" name="Line 50">
              <a:extLst>
                <a:ext uri="{FF2B5EF4-FFF2-40B4-BE49-F238E27FC236}">
                  <a16:creationId xmlns:a16="http://schemas.microsoft.com/office/drawing/2014/main" id="{D4178D3A-9066-4B9D-8B0B-8693934C20ED}"/>
                </a:ext>
              </a:extLst>
            </p:cNvPr>
            <p:cNvSpPr>
              <a:spLocks noChangeShapeType="1"/>
            </p:cNvSpPr>
            <p:nvPr/>
          </p:nvSpPr>
          <p:spPr bwMode="auto">
            <a:xfrm flipH="1" flipV="1">
              <a:off x="2640" y="1632"/>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55" name="Text Box 51">
              <a:extLst>
                <a:ext uri="{FF2B5EF4-FFF2-40B4-BE49-F238E27FC236}">
                  <a16:creationId xmlns:a16="http://schemas.microsoft.com/office/drawing/2014/main" id="{CDBAB091-0599-4FE2-A58A-503B58B152BB}"/>
                </a:ext>
              </a:extLst>
            </p:cNvPr>
            <p:cNvSpPr txBox="1">
              <a:spLocks noChangeArrowheads="1"/>
            </p:cNvSpPr>
            <p:nvPr/>
          </p:nvSpPr>
          <p:spPr bwMode="auto">
            <a:xfrm>
              <a:off x="2352" y="1488"/>
              <a:ext cx="336" cy="250"/>
            </a:xfrm>
            <a:prstGeom prst="rect">
              <a:avLst/>
            </a:prstGeom>
            <a:noFill/>
            <a:ln w="9525">
              <a:noFill/>
              <a:miter lim="800000"/>
              <a:headEnd/>
              <a:tailEnd/>
            </a:ln>
            <a:effectLst/>
          </p:spPr>
          <p:txBody>
            <a:bodyPr>
              <a:spAutoFit/>
            </a:bodyPr>
            <a:lstStyle/>
            <a:p>
              <a:pPr algn="ctr">
                <a:defRPr/>
              </a:pPr>
              <a:r>
                <a:rPr lang="zh-CN" altLang="en-US" sz="2000">
                  <a:latin typeface="黑体" pitchFamily="2" charset="-122"/>
                  <a:ea typeface="黑体" pitchFamily="2" charset="-122"/>
                </a:rPr>
                <a:t> </a:t>
              </a:r>
              <a:r>
                <a:rPr lang="en-US" altLang="zh-CN" sz="1800" b="1">
                  <a:effectLst>
                    <a:outerShdw blurRad="38100" dist="38100" dir="2700000" algn="tl">
                      <a:srgbClr val="000000"/>
                    </a:outerShdw>
                  </a:effectLst>
                  <a:latin typeface="Arial" charset="0"/>
                  <a:ea typeface="黑体" pitchFamily="2" charset="-122"/>
                </a:rPr>
                <a:t>p</a:t>
              </a:r>
            </a:p>
          </p:txBody>
        </p:sp>
      </p:grpSp>
      <p:grpSp>
        <p:nvGrpSpPr>
          <p:cNvPr id="4" name="Group 96">
            <a:extLst>
              <a:ext uri="{FF2B5EF4-FFF2-40B4-BE49-F238E27FC236}">
                <a16:creationId xmlns:a16="http://schemas.microsoft.com/office/drawing/2014/main" id="{5B2900E5-FDD8-4D98-A9E0-4C98801372D2}"/>
              </a:ext>
            </a:extLst>
          </p:cNvPr>
          <p:cNvGrpSpPr>
            <a:grpSpLocks/>
          </p:cNvGrpSpPr>
          <p:nvPr/>
        </p:nvGrpSpPr>
        <p:grpSpPr bwMode="auto">
          <a:xfrm>
            <a:off x="5486400" y="2286000"/>
            <a:ext cx="1676400" cy="1066800"/>
            <a:chOff x="3840" y="1344"/>
            <a:chExt cx="1056" cy="672"/>
          </a:xfrm>
        </p:grpSpPr>
        <p:sp>
          <p:nvSpPr>
            <p:cNvPr id="396332" name="Line 52">
              <a:extLst>
                <a:ext uri="{FF2B5EF4-FFF2-40B4-BE49-F238E27FC236}">
                  <a16:creationId xmlns:a16="http://schemas.microsoft.com/office/drawing/2014/main" id="{DD54C78A-AB23-41FD-A30E-EBE0AF8ECA91}"/>
                </a:ext>
              </a:extLst>
            </p:cNvPr>
            <p:cNvSpPr>
              <a:spLocks noChangeShapeType="1"/>
            </p:cNvSpPr>
            <p:nvPr/>
          </p:nvSpPr>
          <p:spPr bwMode="auto">
            <a:xfrm>
              <a:off x="3936" y="1344"/>
              <a:ext cx="0" cy="67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3" name="Line 53">
              <a:extLst>
                <a:ext uri="{FF2B5EF4-FFF2-40B4-BE49-F238E27FC236}">
                  <a16:creationId xmlns:a16="http://schemas.microsoft.com/office/drawing/2014/main" id="{BACE13D3-5647-48E6-9A99-78DEDE2F040A}"/>
                </a:ext>
              </a:extLst>
            </p:cNvPr>
            <p:cNvSpPr>
              <a:spLocks noChangeShapeType="1"/>
            </p:cNvSpPr>
            <p:nvPr/>
          </p:nvSpPr>
          <p:spPr bwMode="auto">
            <a:xfrm flipH="1">
              <a:off x="3936" y="1488"/>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4" name="Rectangle 54">
              <a:extLst>
                <a:ext uri="{FF2B5EF4-FFF2-40B4-BE49-F238E27FC236}">
                  <a16:creationId xmlns:a16="http://schemas.microsoft.com/office/drawing/2014/main" id="{769CB5EA-57A4-4AAB-AAA7-CB5E33A19956}"/>
                </a:ext>
              </a:extLst>
            </p:cNvPr>
            <p:cNvSpPr>
              <a:spLocks noChangeArrowheads="1"/>
            </p:cNvSpPr>
            <p:nvPr/>
          </p:nvSpPr>
          <p:spPr bwMode="auto">
            <a:xfrm>
              <a:off x="4416" y="1392"/>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A</a:t>
              </a:r>
            </a:p>
          </p:txBody>
        </p:sp>
        <p:sp>
          <p:nvSpPr>
            <p:cNvPr id="396335" name="Line 55">
              <a:extLst>
                <a:ext uri="{FF2B5EF4-FFF2-40B4-BE49-F238E27FC236}">
                  <a16:creationId xmlns:a16="http://schemas.microsoft.com/office/drawing/2014/main" id="{C9BD6317-1EA7-44F5-A4BE-998715BD8DA8}"/>
                </a:ext>
              </a:extLst>
            </p:cNvPr>
            <p:cNvSpPr>
              <a:spLocks noChangeShapeType="1"/>
            </p:cNvSpPr>
            <p:nvPr/>
          </p:nvSpPr>
          <p:spPr bwMode="auto">
            <a:xfrm flipH="1">
              <a:off x="3936" y="1872"/>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6" name="Line 57">
              <a:extLst>
                <a:ext uri="{FF2B5EF4-FFF2-40B4-BE49-F238E27FC236}">
                  <a16:creationId xmlns:a16="http://schemas.microsoft.com/office/drawing/2014/main" id="{B315672C-00E8-4B5C-87B8-1C117F409035}"/>
                </a:ext>
              </a:extLst>
            </p:cNvPr>
            <p:cNvSpPr>
              <a:spLocks noChangeShapeType="1"/>
            </p:cNvSpPr>
            <p:nvPr/>
          </p:nvSpPr>
          <p:spPr bwMode="auto">
            <a:xfrm flipH="1">
              <a:off x="4128" y="1488"/>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7" name="Line 58">
              <a:extLst>
                <a:ext uri="{FF2B5EF4-FFF2-40B4-BE49-F238E27FC236}">
                  <a16:creationId xmlns:a16="http://schemas.microsoft.com/office/drawing/2014/main" id="{2B653E63-B82B-46C7-882E-C46CBB512E45}"/>
                </a:ext>
              </a:extLst>
            </p:cNvPr>
            <p:cNvSpPr>
              <a:spLocks noChangeShapeType="1"/>
            </p:cNvSpPr>
            <p:nvPr/>
          </p:nvSpPr>
          <p:spPr bwMode="auto">
            <a:xfrm flipH="1" flipV="1">
              <a:off x="4128" y="1680"/>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63" name="Text Box 59">
              <a:extLst>
                <a:ext uri="{FF2B5EF4-FFF2-40B4-BE49-F238E27FC236}">
                  <a16:creationId xmlns:a16="http://schemas.microsoft.com/office/drawing/2014/main" id="{64CF9622-8260-484C-BACD-498B47CEE51F}"/>
                </a:ext>
              </a:extLst>
            </p:cNvPr>
            <p:cNvSpPr txBox="1">
              <a:spLocks noChangeArrowheads="1"/>
            </p:cNvSpPr>
            <p:nvPr/>
          </p:nvSpPr>
          <p:spPr bwMode="auto">
            <a:xfrm>
              <a:off x="3840" y="1536"/>
              <a:ext cx="336" cy="250"/>
            </a:xfrm>
            <a:prstGeom prst="rect">
              <a:avLst/>
            </a:prstGeom>
            <a:noFill/>
            <a:ln w="9525">
              <a:noFill/>
              <a:miter lim="800000"/>
              <a:headEnd/>
              <a:tailEnd/>
            </a:ln>
            <a:effectLst/>
          </p:spPr>
          <p:txBody>
            <a:bodyPr>
              <a:spAutoFit/>
            </a:bodyPr>
            <a:lstStyle/>
            <a:p>
              <a:pPr algn="ctr">
                <a:defRPr/>
              </a:pPr>
              <a:r>
                <a:rPr lang="zh-CN" altLang="en-US" sz="2000">
                  <a:latin typeface="黑体" pitchFamily="2" charset="-122"/>
                  <a:ea typeface="黑体" pitchFamily="2" charset="-122"/>
                </a:rPr>
                <a:t> </a:t>
              </a:r>
              <a:r>
                <a:rPr lang="en-US" altLang="zh-CN" sz="1800" b="1">
                  <a:effectLst>
                    <a:outerShdw blurRad="38100" dist="38100" dir="2700000" algn="tl">
                      <a:srgbClr val="000000"/>
                    </a:outerShdw>
                  </a:effectLst>
                  <a:latin typeface="Arial" charset="0"/>
                  <a:ea typeface="黑体" pitchFamily="2" charset="-122"/>
                </a:rPr>
                <a:t>p</a:t>
              </a:r>
            </a:p>
          </p:txBody>
        </p:sp>
      </p:grpSp>
      <p:grpSp>
        <p:nvGrpSpPr>
          <p:cNvPr id="5" name="Group 66">
            <a:extLst>
              <a:ext uri="{FF2B5EF4-FFF2-40B4-BE49-F238E27FC236}">
                <a16:creationId xmlns:a16="http://schemas.microsoft.com/office/drawing/2014/main" id="{A671AC74-123E-414C-944B-6B68966354D1}"/>
              </a:ext>
            </a:extLst>
          </p:cNvPr>
          <p:cNvGrpSpPr>
            <a:grpSpLocks/>
          </p:cNvGrpSpPr>
          <p:nvPr/>
        </p:nvGrpSpPr>
        <p:grpSpPr bwMode="auto">
          <a:xfrm>
            <a:off x="2133600" y="4572000"/>
            <a:ext cx="2057400" cy="685800"/>
            <a:chOff x="3840" y="2544"/>
            <a:chExt cx="1296" cy="432"/>
          </a:xfrm>
        </p:grpSpPr>
        <p:sp>
          <p:nvSpPr>
            <p:cNvPr id="396327" name="Line 61">
              <a:extLst>
                <a:ext uri="{FF2B5EF4-FFF2-40B4-BE49-F238E27FC236}">
                  <a16:creationId xmlns:a16="http://schemas.microsoft.com/office/drawing/2014/main" id="{A1786ADB-D479-4BE2-B07D-F01FBAB70BCA}"/>
                </a:ext>
              </a:extLst>
            </p:cNvPr>
            <p:cNvSpPr>
              <a:spLocks noChangeShapeType="1"/>
            </p:cNvSpPr>
            <p:nvPr/>
          </p:nvSpPr>
          <p:spPr bwMode="auto">
            <a:xfrm>
              <a:off x="3840" y="2544"/>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8" name="Rectangle 62">
              <a:extLst>
                <a:ext uri="{FF2B5EF4-FFF2-40B4-BE49-F238E27FC236}">
                  <a16:creationId xmlns:a16="http://schemas.microsoft.com/office/drawing/2014/main" id="{0ECF2B19-DA5E-43AD-A215-701451CF6957}"/>
                </a:ext>
              </a:extLst>
            </p:cNvPr>
            <p:cNvSpPr>
              <a:spLocks noChangeArrowheads="1"/>
            </p:cNvSpPr>
            <p:nvPr/>
          </p:nvSpPr>
          <p:spPr bwMode="auto">
            <a:xfrm>
              <a:off x="3840" y="2640"/>
              <a:ext cx="576"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latin typeface="Arial" panose="020B0604020202020204" pitchFamily="34" charset="0"/>
                  <a:ea typeface="文鼎细圆" pitchFamily="49" charset="-122"/>
                </a:rPr>
                <a:t>While P</a:t>
              </a:r>
              <a:r>
                <a:rPr lang="en-US" altLang="zh-CN" sz="1600">
                  <a:latin typeface="Arial" panose="020B0604020202020204" pitchFamily="34" charset="0"/>
                  <a:ea typeface="文鼎细圆" pitchFamily="49" charset="-122"/>
                </a:rPr>
                <a:t> </a:t>
              </a:r>
            </a:p>
          </p:txBody>
        </p:sp>
        <p:sp>
          <p:nvSpPr>
            <p:cNvPr id="396329" name="Line 63">
              <a:extLst>
                <a:ext uri="{FF2B5EF4-FFF2-40B4-BE49-F238E27FC236}">
                  <a16:creationId xmlns:a16="http://schemas.microsoft.com/office/drawing/2014/main" id="{AAD9BCC5-0E05-4249-AA0C-1E76B7C98B43}"/>
                </a:ext>
              </a:extLst>
            </p:cNvPr>
            <p:cNvSpPr>
              <a:spLocks noChangeShapeType="1"/>
            </p:cNvSpPr>
            <p:nvPr/>
          </p:nvSpPr>
          <p:spPr bwMode="auto">
            <a:xfrm>
              <a:off x="4368" y="2640"/>
              <a:ext cx="0" cy="24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0" name="Line 64">
              <a:extLst>
                <a:ext uri="{FF2B5EF4-FFF2-40B4-BE49-F238E27FC236}">
                  <a16:creationId xmlns:a16="http://schemas.microsoft.com/office/drawing/2014/main" id="{A3A5DB16-AF1C-4E8C-B209-B05F7064FD37}"/>
                </a:ext>
              </a:extLst>
            </p:cNvPr>
            <p:cNvSpPr>
              <a:spLocks noChangeShapeType="1"/>
            </p:cNvSpPr>
            <p:nvPr/>
          </p:nvSpPr>
          <p:spPr bwMode="auto">
            <a:xfrm flipH="1">
              <a:off x="4416" y="2736"/>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31" name="Rectangle 65">
              <a:extLst>
                <a:ext uri="{FF2B5EF4-FFF2-40B4-BE49-F238E27FC236}">
                  <a16:creationId xmlns:a16="http://schemas.microsoft.com/office/drawing/2014/main" id="{5596A84C-CA50-41D0-B9B5-AC0AC74B6926}"/>
                </a:ext>
              </a:extLst>
            </p:cNvPr>
            <p:cNvSpPr>
              <a:spLocks noChangeArrowheads="1"/>
            </p:cNvSpPr>
            <p:nvPr/>
          </p:nvSpPr>
          <p:spPr bwMode="auto">
            <a:xfrm>
              <a:off x="4656" y="2640"/>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S</a:t>
              </a:r>
            </a:p>
          </p:txBody>
        </p:sp>
      </p:grpSp>
      <p:grpSp>
        <p:nvGrpSpPr>
          <p:cNvPr id="6" name="Group 67">
            <a:extLst>
              <a:ext uri="{FF2B5EF4-FFF2-40B4-BE49-F238E27FC236}">
                <a16:creationId xmlns:a16="http://schemas.microsoft.com/office/drawing/2014/main" id="{059C3DC3-ABFA-4C62-AC64-CE20F1060F2A}"/>
              </a:ext>
            </a:extLst>
          </p:cNvPr>
          <p:cNvGrpSpPr>
            <a:grpSpLocks/>
          </p:cNvGrpSpPr>
          <p:nvPr/>
        </p:nvGrpSpPr>
        <p:grpSpPr bwMode="auto">
          <a:xfrm>
            <a:off x="2133600" y="5562600"/>
            <a:ext cx="2057400" cy="685800"/>
            <a:chOff x="3840" y="2544"/>
            <a:chExt cx="1296" cy="432"/>
          </a:xfrm>
        </p:grpSpPr>
        <p:sp>
          <p:nvSpPr>
            <p:cNvPr id="396322" name="Line 68">
              <a:extLst>
                <a:ext uri="{FF2B5EF4-FFF2-40B4-BE49-F238E27FC236}">
                  <a16:creationId xmlns:a16="http://schemas.microsoft.com/office/drawing/2014/main" id="{81355327-7356-46AE-A354-0E815C976F2E}"/>
                </a:ext>
              </a:extLst>
            </p:cNvPr>
            <p:cNvSpPr>
              <a:spLocks noChangeShapeType="1"/>
            </p:cNvSpPr>
            <p:nvPr/>
          </p:nvSpPr>
          <p:spPr bwMode="auto">
            <a:xfrm>
              <a:off x="3840" y="2544"/>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3" name="Rectangle 69">
              <a:extLst>
                <a:ext uri="{FF2B5EF4-FFF2-40B4-BE49-F238E27FC236}">
                  <a16:creationId xmlns:a16="http://schemas.microsoft.com/office/drawing/2014/main" id="{5A965D89-3E37-4E6B-818E-6299D73026D2}"/>
                </a:ext>
              </a:extLst>
            </p:cNvPr>
            <p:cNvSpPr>
              <a:spLocks noChangeArrowheads="1"/>
            </p:cNvSpPr>
            <p:nvPr/>
          </p:nvSpPr>
          <p:spPr bwMode="auto">
            <a:xfrm>
              <a:off x="3840" y="2640"/>
              <a:ext cx="576"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latin typeface="Arial" panose="020B0604020202020204" pitchFamily="34" charset="0"/>
                  <a:ea typeface="文鼎细圆" pitchFamily="49" charset="-122"/>
                </a:rPr>
                <a:t>Until  P</a:t>
              </a:r>
              <a:r>
                <a:rPr lang="en-US" altLang="zh-CN" sz="1600">
                  <a:latin typeface="Arial" panose="020B0604020202020204" pitchFamily="34" charset="0"/>
                  <a:ea typeface="文鼎细圆" pitchFamily="49" charset="-122"/>
                </a:rPr>
                <a:t> </a:t>
              </a:r>
            </a:p>
          </p:txBody>
        </p:sp>
        <p:sp>
          <p:nvSpPr>
            <p:cNvPr id="396324" name="Line 70">
              <a:extLst>
                <a:ext uri="{FF2B5EF4-FFF2-40B4-BE49-F238E27FC236}">
                  <a16:creationId xmlns:a16="http://schemas.microsoft.com/office/drawing/2014/main" id="{0D2016D7-1B5E-4FE7-8C80-069B9C07B5F1}"/>
                </a:ext>
              </a:extLst>
            </p:cNvPr>
            <p:cNvSpPr>
              <a:spLocks noChangeShapeType="1"/>
            </p:cNvSpPr>
            <p:nvPr/>
          </p:nvSpPr>
          <p:spPr bwMode="auto">
            <a:xfrm>
              <a:off x="4368" y="2640"/>
              <a:ext cx="0" cy="24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5" name="Line 71">
              <a:extLst>
                <a:ext uri="{FF2B5EF4-FFF2-40B4-BE49-F238E27FC236}">
                  <a16:creationId xmlns:a16="http://schemas.microsoft.com/office/drawing/2014/main" id="{F90105BE-F1B0-4668-B092-DDAD0A01D2BE}"/>
                </a:ext>
              </a:extLst>
            </p:cNvPr>
            <p:cNvSpPr>
              <a:spLocks noChangeShapeType="1"/>
            </p:cNvSpPr>
            <p:nvPr/>
          </p:nvSpPr>
          <p:spPr bwMode="auto">
            <a:xfrm flipH="1">
              <a:off x="4416" y="2736"/>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26" name="Rectangle 72">
              <a:extLst>
                <a:ext uri="{FF2B5EF4-FFF2-40B4-BE49-F238E27FC236}">
                  <a16:creationId xmlns:a16="http://schemas.microsoft.com/office/drawing/2014/main" id="{E9FC87A5-DFF2-4131-81A3-9472204805EA}"/>
                </a:ext>
              </a:extLst>
            </p:cNvPr>
            <p:cNvSpPr>
              <a:spLocks noChangeArrowheads="1"/>
            </p:cNvSpPr>
            <p:nvPr/>
          </p:nvSpPr>
          <p:spPr bwMode="auto">
            <a:xfrm>
              <a:off x="4656" y="2640"/>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ea typeface="文鼎细圆" pitchFamily="49" charset="-122"/>
                </a:rPr>
                <a:t>S</a:t>
              </a:r>
            </a:p>
          </p:txBody>
        </p:sp>
      </p:grpSp>
      <p:sp>
        <p:nvSpPr>
          <p:cNvPr id="2069577" name="Text Box 73">
            <a:extLst>
              <a:ext uri="{FF2B5EF4-FFF2-40B4-BE49-F238E27FC236}">
                <a16:creationId xmlns:a16="http://schemas.microsoft.com/office/drawing/2014/main" id="{E14F3DAE-250A-423F-AE0A-632C4647B6A7}"/>
              </a:ext>
            </a:extLst>
          </p:cNvPr>
          <p:cNvSpPr txBox="1">
            <a:spLocks noChangeArrowheads="1"/>
          </p:cNvSpPr>
          <p:nvPr/>
        </p:nvSpPr>
        <p:spPr bwMode="auto">
          <a:xfrm>
            <a:off x="4273550" y="4697413"/>
            <a:ext cx="1441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当型循环型</a:t>
            </a:r>
          </a:p>
        </p:txBody>
      </p:sp>
      <p:sp>
        <p:nvSpPr>
          <p:cNvPr id="2069578" name="Text Box 74">
            <a:extLst>
              <a:ext uri="{FF2B5EF4-FFF2-40B4-BE49-F238E27FC236}">
                <a16:creationId xmlns:a16="http://schemas.microsoft.com/office/drawing/2014/main" id="{85A8130A-43D0-4638-8E00-3FC365CDA823}"/>
              </a:ext>
            </a:extLst>
          </p:cNvPr>
          <p:cNvSpPr txBox="1">
            <a:spLocks noChangeArrowheads="1"/>
          </p:cNvSpPr>
          <p:nvPr/>
        </p:nvSpPr>
        <p:spPr bwMode="auto">
          <a:xfrm>
            <a:off x="2012950" y="3478213"/>
            <a:ext cx="984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顺序型</a:t>
            </a:r>
          </a:p>
        </p:txBody>
      </p:sp>
      <p:sp>
        <p:nvSpPr>
          <p:cNvPr id="2069579" name="Text Box 75">
            <a:extLst>
              <a:ext uri="{FF2B5EF4-FFF2-40B4-BE49-F238E27FC236}">
                <a16:creationId xmlns:a16="http://schemas.microsoft.com/office/drawing/2014/main" id="{432234F3-1FB4-40D8-97B0-F3114696691C}"/>
              </a:ext>
            </a:extLst>
          </p:cNvPr>
          <p:cNvSpPr txBox="1">
            <a:spLocks noChangeArrowheads="1"/>
          </p:cNvSpPr>
          <p:nvPr/>
        </p:nvSpPr>
        <p:spPr bwMode="auto">
          <a:xfrm>
            <a:off x="4603750" y="3554413"/>
            <a:ext cx="984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选择型</a:t>
            </a:r>
          </a:p>
        </p:txBody>
      </p:sp>
      <p:grpSp>
        <p:nvGrpSpPr>
          <p:cNvPr id="7" name="Group 94">
            <a:extLst>
              <a:ext uri="{FF2B5EF4-FFF2-40B4-BE49-F238E27FC236}">
                <a16:creationId xmlns:a16="http://schemas.microsoft.com/office/drawing/2014/main" id="{8A523509-6195-45FF-899A-B82974DCF6D0}"/>
              </a:ext>
            </a:extLst>
          </p:cNvPr>
          <p:cNvGrpSpPr>
            <a:grpSpLocks/>
          </p:cNvGrpSpPr>
          <p:nvPr/>
        </p:nvGrpSpPr>
        <p:grpSpPr bwMode="auto">
          <a:xfrm>
            <a:off x="6705600" y="3505200"/>
            <a:ext cx="1676400" cy="2438400"/>
            <a:chOff x="1056" y="2208"/>
            <a:chExt cx="1056" cy="1536"/>
          </a:xfrm>
        </p:grpSpPr>
        <p:sp>
          <p:nvSpPr>
            <p:cNvPr id="396304" name="Line 76">
              <a:extLst>
                <a:ext uri="{FF2B5EF4-FFF2-40B4-BE49-F238E27FC236}">
                  <a16:creationId xmlns:a16="http://schemas.microsoft.com/office/drawing/2014/main" id="{7A229CD2-3852-450E-9ACE-9154CE98519F}"/>
                </a:ext>
              </a:extLst>
            </p:cNvPr>
            <p:cNvSpPr>
              <a:spLocks noChangeShapeType="1"/>
            </p:cNvSpPr>
            <p:nvPr/>
          </p:nvSpPr>
          <p:spPr bwMode="auto">
            <a:xfrm>
              <a:off x="1152" y="2352"/>
              <a:ext cx="0" cy="13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5" name="Line 77">
              <a:extLst>
                <a:ext uri="{FF2B5EF4-FFF2-40B4-BE49-F238E27FC236}">
                  <a16:creationId xmlns:a16="http://schemas.microsoft.com/office/drawing/2014/main" id="{1C39FA73-4CFC-41ED-833E-91881BA14E94}"/>
                </a:ext>
              </a:extLst>
            </p:cNvPr>
            <p:cNvSpPr>
              <a:spLocks noChangeShapeType="1"/>
            </p:cNvSpPr>
            <p:nvPr/>
          </p:nvSpPr>
          <p:spPr bwMode="auto">
            <a:xfrm flipH="1">
              <a:off x="1152" y="2448"/>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6" name="Rectangle 78">
              <a:extLst>
                <a:ext uri="{FF2B5EF4-FFF2-40B4-BE49-F238E27FC236}">
                  <a16:creationId xmlns:a16="http://schemas.microsoft.com/office/drawing/2014/main" id="{3252E4B8-E1C5-472B-BE91-3D1C9179FA7E}"/>
                </a:ext>
              </a:extLst>
            </p:cNvPr>
            <p:cNvSpPr>
              <a:spLocks noChangeArrowheads="1"/>
            </p:cNvSpPr>
            <p:nvPr/>
          </p:nvSpPr>
          <p:spPr bwMode="auto">
            <a:xfrm>
              <a:off x="1632" y="2352"/>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A1</a:t>
              </a:r>
            </a:p>
          </p:txBody>
        </p:sp>
        <p:sp>
          <p:nvSpPr>
            <p:cNvPr id="396307" name="Line 79">
              <a:extLst>
                <a:ext uri="{FF2B5EF4-FFF2-40B4-BE49-F238E27FC236}">
                  <a16:creationId xmlns:a16="http://schemas.microsoft.com/office/drawing/2014/main" id="{6282A07A-B53D-4A2F-889B-6BB6A94CE0F3}"/>
                </a:ext>
              </a:extLst>
            </p:cNvPr>
            <p:cNvSpPr>
              <a:spLocks noChangeShapeType="1"/>
            </p:cNvSpPr>
            <p:nvPr/>
          </p:nvSpPr>
          <p:spPr bwMode="auto">
            <a:xfrm flipH="1">
              <a:off x="1152" y="3600"/>
              <a:ext cx="48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8" name="Line 80">
              <a:extLst>
                <a:ext uri="{FF2B5EF4-FFF2-40B4-BE49-F238E27FC236}">
                  <a16:creationId xmlns:a16="http://schemas.microsoft.com/office/drawing/2014/main" id="{839B2723-D3FA-4B7E-A665-015DDF17022E}"/>
                </a:ext>
              </a:extLst>
            </p:cNvPr>
            <p:cNvSpPr>
              <a:spLocks noChangeShapeType="1"/>
            </p:cNvSpPr>
            <p:nvPr/>
          </p:nvSpPr>
          <p:spPr bwMode="auto">
            <a:xfrm flipH="1">
              <a:off x="1344" y="2448"/>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09" name="Line 81">
              <a:extLst>
                <a:ext uri="{FF2B5EF4-FFF2-40B4-BE49-F238E27FC236}">
                  <a16:creationId xmlns:a16="http://schemas.microsoft.com/office/drawing/2014/main" id="{8353B7CF-AAFD-4F06-A968-4645CDBC8572}"/>
                </a:ext>
              </a:extLst>
            </p:cNvPr>
            <p:cNvSpPr>
              <a:spLocks noChangeShapeType="1"/>
            </p:cNvSpPr>
            <p:nvPr/>
          </p:nvSpPr>
          <p:spPr bwMode="auto">
            <a:xfrm flipH="1" flipV="1">
              <a:off x="1344" y="2640"/>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86" name="Text Box 82">
              <a:extLst>
                <a:ext uri="{FF2B5EF4-FFF2-40B4-BE49-F238E27FC236}">
                  <a16:creationId xmlns:a16="http://schemas.microsoft.com/office/drawing/2014/main" id="{94318F99-943A-49DF-AB0C-962CA8E9B2D7}"/>
                </a:ext>
              </a:extLst>
            </p:cNvPr>
            <p:cNvSpPr txBox="1">
              <a:spLocks noChangeArrowheads="1"/>
            </p:cNvSpPr>
            <p:nvPr/>
          </p:nvSpPr>
          <p:spPr bwMode="auto">
            <a:xfrm>
              <a:off x="1056" y="2880"/>
              <a:ext cx="336" cy="250"/>
            </a:xfrm>
            <a:prstGeom prst="rect">
              <a:avLst/>
            </a:prstGeom>
            <a:noFill/>
            <a:ln w="9525">
              <a:noFill/>
              <a:miter lim="800000"/>
              <a:headEnd/>
              <a:tailEnd/>
            </a:ln>
            <a:effectLst/>
          </p:spPr>
          <p:txBody>
            <a:bodyPr>
              <a:spAutoFit/>
            </a:bodyPr>
            <a:lstStyle/>
            <a:p>
              <a:pPr algn="ctr">
                <a:defRPr/>
              </a:pPr>
              <a:r>
                <a:rPr lang="zh-CN" altLang="en-US" sz="2000">
                  <a:latin typeface="黑体" pitchFamily="2" charset="-122"/>
                  <a:ea typeface="黑体" pitchFamily="2" charset="-122"/>
                </a:rPr>
                <a:t> </a:t>
              </a:r>
              <a:r>
                <a:rPr lang="en-US" altLang="zh-CN" sz="1800" b="1">
                  <a:effectLst>
                    <a:outerShdw blurRad="38100" dist="38100" dir="2700000" algn="tl">
                      <a:srgbClr val="000000"/>
                    </a:outerShdw>
                  </a:effectLst>
                  <a:latin typeface="Arial" charset="0"/>
                  <a:ea typeface="黑体" pitchFamily="2" charset="-122"/>
                </a:rPr>
                <a:t>p</a:t>
              </a:r>
            </a:p>
          </p:txBody>
        </p:sp>
        <p:sp>
          <p:nvSpPr>
            <p:cNvPr id="396311" name="Line 83">
              <a:extLst>
                <a:ext uri="{FF2B5EF4-FFF2-40B4-BE49-F238E27FC236}">
                  <a16:creationId xmlns:a16="http://schemas.microsoft.com/office/drawing/2014/main" id="{942158D8-02D5-42C2-B142-7D81FD370AC5}"/>
                </a:ext>
              </a:extLst>
            </p:cNvPr>
            <p:cNvSpPr>
              <a:spLocks noChangeShapeType="1"/>
            </p:cNvSpPr>
            <p:nvPr/>
          </p:nvSpPr>
          <p:spPr bwMode="auto">
            <a:xfrm flipH="1">
              <a:off x="1344" y="2832"/>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2" name="Line 84">
              <a:extLst>
                <a:ext uri="{FF2B5EF4-FFF2-40B4-BE49-F238E27FC236}">
                  <a16:creationId xmlns:a16="http://schemas.microsoft.com/office/drawing/2014/main" id="{440C6BE0-BD97-4528-BDC5-10CA5387CCFF}"/>
                </a:ext>
              </a:extLst>
            </p:cNvPr>
            <p:cNvSpPr>
              <a:spLocks noChangeShapeType="1"/>
            </p:cNvSpPr>
            <p:nvPr/>
          </p:nvSpPr>
          <p:spPr bwMode="auto">
            <a:xfrm flipH="1" flipV="1">
              <a:off x="1344" y="3024"/>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3" name="Line 85">
              <a:extLst>
                <a:ext uri="{FF2B5EF4-FFF2-40B4-BE49-F238E27FC236}">
                  <a16:creationId xmlns:a16="http://schemas.microsoft.com/office/drawing/2014/main" id="{F07FED1F-745F-49C5-A6E1-8C8C86746204}"/>
                </a:ext>
              </a:extLst>
            </p:cNvPr>
            <p:cNvSpPr>
              <a:spLocks noChangeShapeType="1"/>
            </p:cNvSpPr>
            <p:nvPr/>
          </p:nvSpPr>
          <p:spPr bwMode="auto">
            <a:xfrm flipH="1">
              <a:off x="1344" y="3216"/>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4" name="Line 86">
              <a:extLst>
                <a:ext uri="{FF2B5EF4-FFF2-40B4-BE49-F238E27FC236}">
                  <a16:creationId xmlns:a16="http://schemas.microsoft.com/office/drawing/2014/main" id="{E7753437-3E91-44A1-B157-37E4517D03D7}"/>
                </a:ext>
              </a:extLst>
            </p:cNvPr>
            <p:cNvSpPr>
              <a:spLocks noChangeShapeType="1"/>
            </p:cNvSpPr>
            <p:nvPr/>
          </p:nvSpPr>
          <p:spPr bwMode="auto">
            <a:xfrm flipH="1" flipV="1">
              <a:off x="1344" y="3408"/>
              <a:ext cx="144" cy="19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5" name="Line 87">
              <a:extLst>
                <a:ext uri="{FF2B5EF4-FFF2-40B4-BE49-F238E27FC236}">
                  <a16:creationId xmlns:a16="http://schemas.microsoft.com/office/drawing/2014/main" id="{34B74AFA-C990-4143-A489-48BAE482A7FD}"/>
                </a:ext>
              </a:extLst>
            </p:cNvPr>
            <p:cNvSpPr>
              <a:spLocks noChangeShapeType="1"/>
            </p:cNvSpPr>
            <p:nvPr/>
          </p:nvSpPr>
          <p:spPr bwMode="auto">
            <a:xfrm flipH="1">
              <a:off x="1488" y="2832"/>
              <a:ext cx="14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6316" name="Rectangle 88">
              <a:extLst>
                <a:ext uri="{FF2B5EF4-FFF2-40B4-BE49-F238E27FC236}">
                  <a16:creationId xmlns:a16="http://schemas.microsoft.com/office/drawing/2014/main" id="{7E03A773-3F05-441F-82F8-E4461A674DD5}"/>
                </a:ext>
              </a:extLst>
            </p:cNvPr>
            <p:cNvSpPr>
              <a:spLocks noChangeArrowheads="1"/>
            </p:cNvSpPr>
            <p:nvPr/>
          </p:nvSpPr>
          <p:spPr bwMode="auto">
            <a:xfrm>
              <a:off x="1632" y="2736"/>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A2</a:t>
              </a:r>
            </a:p>
          </p:txBody>
        </p:sp>
        <p:sp>
          <p:nvSpPr>
            <p:cNvPr id="396317" name="Rectangle 89">
              <a:extLst>
                <a:ext uri="{FF2B5EF4-FFF2-40B4-BE49-F238E27FC236}">
                  <a16:creationId xmlns:a16="http://schemas.microsoft.com/office/drawing/2014/main" id="{0CA26D47-204C-4AC3-B369-BB228136177B}"/>
                </a:ext>
              </a:extLst>
            </p:cNvPr>
            <p:cNvSpPr>
              <a:spLocks noChangeArrowheads="1"/>
            </p:cNvSpPr>
            <p:nvPr/>
          </p:nvSpPr>
          <p:spPr bwMode="auto">
            <a:xfrm>
              <a:off x="1632" y="3504"/>
              <a:ext cx="480" cy="19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b="1">
                  <a:latin typeface="Arial" panose="020B0604020202020204" pitchFamily="34" charset="0"/>
                  <a:ea typeface="文鼎细圆" pitchFamily="49" charset="-122"/>
                </a:rPr>
                <a:t>An</a:t>
              </a:r>
            </a:p>
          </p:txBody>
        </p:sp>
        <p:sp>
          <p:nvSpPr>
            <p:cNvPr id="396318" name="Line 90">
              <a:extLst>
                <a:ext uri="{FF2B5EF4-FFF2-40B4-BE49-F238E27FC236}">
                  <a16:creationId xmlns:a16="http://schemas.microsoft.com/office/drawing/2014/main" id="{4000EDDD-5E11-48CA-B6C0-6822401BD9E9}"/>
                </a:ext>
              </a:extLst>
            </p:cNvPr>
            <p:cNvSpPr>
              <a:spLocks noChangeShapeType="1"/>
            </p:cNvSpPr>
            <p:nvPr/>
          </p:nvSpPr>
          <p:spPr bwMode="auto">
            <a:xfrm flipH="1">
              <a:off x="1488" y="3216"/>
              <a:ext cx="14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69595" name="Text Box 91">
              <a:extLst>
                <a:ext uri="{FF2B5EF4-FFF2-40B4-BE49-F238E27FC236}">
                  <a16:creationId xmlns:a16="http://schemas.microsoft.com/office/drawing/2014/main" id="{535DC4E6-2A35-4AE7-BEDD-2C7966F42C24}"/>
                </a:ext>
              </a:extLst>
            </p:cNvPr>
            <p:cNvSpPr txBox="1">
              <a:spLocks noChangeArrowheads="1"/>
            </p:cNvSpPr>
            <p:nvPr/>
          </p:nvSpPr>
          <p:spPr bwMode="auto">
            <a:xfrm>
              <a:off x="1296" y="2208"/>
              <a:ext cx="384" cy="250"/>
            </a:xfrm>
            <a:prstGeom prst="rect">
              <a:avLst/>
            </a:prstGeom>
            <a:noFill/>
            <a:ln w="9525">
              <a:noFill/>
              <a:miter lim="800000"/>
              <a:headEnd/>
              <a:tailEnd/>
            </a:ln>
            <a:effectLst/>
          </p:spPr>
          <p:txBody>
            <a:bodyPr>
              <a:spAutoFit/>
            </a:bodyPr>
            <a:lstStyle/>
            <a:p>
              <a:pPr>
                <a:defRPr/>
              </a:pPr>
              <a:r>
                <a:rPr lang="zh-CN" altLang="en-US" sz="2000">
                  <a:latin typeface="黑体" pitchFamily="2" charset="-122"/>
                  <a:ea typeface="黑体" pitchFamily="2" charset="-122"/>
                </a:rPr>
                <a:t> </a:t>
              </a:r>
              <a:r>
                <a:rPr lang="en-US" altLang="zh-CN" sz="1800" b="1">
                  <a:effectLst>
                    <a:outerShdw blurRad="38100" dist="38100" dir="2700000" algn="tl">
                      <a:srgbClr val="000000"/>
                    </a:outerShdw>
                  </a:effectLst>
                  <a:latin typeface="Arial" charset="0"/>
                  <a:ea typeface="黑体" pitchFamily="2" charset="-122"/>
                </a:rPr>
                <a:t>=1</a:t>
              </a:r>
            </a:p>
          </p:txBody>
        </p:sp>
        <p:sp>
          <p:nvSpPr>
            <p:cNvPr id="2069596" name="Text Box 92">
              <a:extLst>
                <a:ext uri="{FF2B5EF4-FFF2-40B4-BE49-F238E27FC236}">
                  <a16:creationId xmlns:a16="http://schemas.microsoft.com/office/drawing/2014/main" id="{627E0042-32CA-4FA9-ADA9-44D9DF9D8937}"/>
                </a:ext>
              </a:extLst>
            </p:cNvPr>
            <p:cNvSpPr txBox="1">
              <a:spLocks noChangeArrowheads="1"/>
            </p:cNvSpPr>
            <p:nvPr/>
          </p:nvSpPr>
          <p:spPr bwMode="auto">
            <a:xfrm>
              <a:off x="1296" y="2544"/>
              <a:ext cx="384" cy="250"/>
            </a:xfrm>
            <a:prstGeom prst="rect">
              <a:avLst/>
            </a:prstGeom>
            <a:noFill/>
            <a:ln w="9525">
              <a:noFill/>
              <a:miter lim="800000"/>
              <a:headEnd/>
              <a:tailEnd/>
            </a:ln>
            <a:effectLst/>
          </p:spPr>
          <p:txBody>
            <a:bodyPr>
              <a:spAutoFit/>
            </a:bodyPr>
            <a:lstStyle/>
            <a:p>
              <a:pPr>
                <a:defRPr/>
              </a:pPr>
              <a:r>
                <a:rPr lang="zh-CN" altLang="en-US" sz="2000">
                  <a:latin typeface="黑体" pitchFamily="2" charset="-122"/>
                  <a:ea typeface="黑体" pitchFamily="2" charset="-122"/>
                </a:rPr>
                <a:t> </a:t>
              </a:r>
              <a:r>
                <a:rPr lang="en-US" altLang="zh-CN" sz="1800" b="1">
                  <a:effectLst>
                    <a:outerShdw blurRad="38100" dist="38100" dir="2700000" algn="tl">
                      <a:srgbClr val="000000"/>
                    </a:outerShdw>
                  </a:effectLst>
                  <a:latin typeface="Arial" charset="0"/>
                  <a:ea typeface="黑体" pitchFamily="2" charset="-122"/>
                </a:rPr>
                <a:t>=2</a:t>
              </a:r>
            </a:p>
          </p:txBody>
        </p:sp>
        <p:sp>
          <p:nvSpPr>
            <p:cNvPr id="2069597" name="Text Box 93">
              <a:extLst>
                <a:ext uri="{FF2B5EF4-FFF2-40B4-BE49-F238E27FC236}">
                  <a16:creationId xmlns:a16="http://schemas.microsoft.com/office/drawing/2014/main" id="{6E9C5AE5-704C-4781-9BB0-37AC96BBDF56}"/>
                </a:ext>
              </a:extLst>
            </p:cNvPr>
            <p:cNvSpPr txBox="1">
              <a:spLocks noChangeArrowheads="1"/>
            </p:cNvSpPr>
            <p:nvPr/>
          </p:nvSpPr>
          <p:spPr bwMode="auto">
            <a:xfrm>
              <a:off x="1296" y="3312"/>
              <a:ext cx="384" cy="250"/>
            </a:xfrm>
            <a:prstGeom prst="rect">
              <a:avLst/>
            </a:prstGeom>
            <a:noFill/>
            <a:ln w="9525">
              <a:noFill/>
              <a:miter lim="800000"/>
              <a:headEnd/>
              <a:tailEnd/>
            </a:ln>
            <a:effectLst/>
          </p:spPr>
          <p:txBody>
            <a:bodyPr>
              <a:spAutoFit/>
            </a:bodyPr>
            <a:lstStyle/>
            <a:p>
              <a:pPr>
                <a:defRPr/>
              </a:pPr>
              <a:r>
                <a:rPr lang="zh-CN" altLang="en-US" sz="2000">
                  <a:latin typeface="黑体" pitchFamily="2" charset="-122"/>
                  <a:ea typeface="黑体" pitchFamily="2" charset="-122"/>
                </a:rPr>
                <a:t> </a:t>
              </a:r>
              <a:r>
                <a:rPr lang="en-US" altLang="zh-CN" sz="1800" b="1">
                  <a:effectLst>
                    <a:outerShdw blurRad="38100" dist="38100" dir="2700000" algn="tl">
                      <a:srgbClr val="000000"/>
                    </a:outerShdw>
                  </a:effectLst>
                  <a:latin typeface="Arial" charset="0"/>
                  <a:ea typeface="黑体" pitchFamily="2" charset="-122"/>
                </a:rPr>
                <a:t>=n</a:t>
              </a:r>
            </a:p>
          </p:txBody>
        </p:sp>
      </p:grpSp>
      <p:sp>
        <p:nvSpPr>
          <p:cNvPr id="2069601" name="Text Box 97">
            <a:extLst>
              <a:ext uri="{FF2B5EF4-FFF2-40B4-BE49-F238E27FC236}">
                <a16:creationId xmlns:a16="http://schemas.microsoft.com/office/drawing/2014/main" id="{B0F5203E-7824-4612-8D64-D838D322D73A}"/>
              </a:ext>
            </a:extLst>
          </p:cNvPr>
          <p:cNvSpPr txBox="1">
            <a:spLocks noChangeArrowheads="1"/>
          </p:cNvSpPr>
          <p:nvPr/>
        </p:nvSpPr>
        <p:spPr bwMode="auto">
          <a:xfrm>
            <a:off x="6172200" y="6172200"/>
            <a:ext cx="2419350" cy="3667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latin typeface="黑体" panose="02010609060101010101" pitchFamily="49" charset="-122"/>
                <a:ea typeface="黑体" panose="02010609060101010101" pitchFamily="49" charset="-122"/>
              </a:rPr>
              <a:t> 多分支选择型循环型</a:t>
            </a:r>
          </a:p>
        </p:txBody>
      </p:sp>
      <p:sp>
        <p:nvSpPr>
          <p:cNvPr id="64" name="TextBox 7">
            <a:extLst>
              <a:ext uri="{FF2B5EF4-FFF2-40B4-BE49-F238E27FC236}">
                <a16:creationId xmlns:a16="http://schemas.microsoft.com/office/drawing/2014/main" id="{1A52864D-C9AF-4E5D-9D96-D65028EFB1A7}"/>
              </a:ext>
            </a:extLst>
          </p:cNvPr>
          <p:cNvSpPr>
            <a:spLocks noChangeArrowheads="1"/>
          </p:cNvSpPr>
          <p:nvPr/>
        </p:nvSpPr>
        <p:spPr bwMode="auto">
          <a:xfrm>
            <a:off x="377825" y="1506538"/>
            <a:ext cx="8299450" cy="833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PAD</a:t>
            </a:r>
            <a:r>
              <a:rPr lang="zh-CN" altLang="en-US" sz="2000" b="1" dirty="0"/>
              <a:t>图 </a:t>
            </a:r>
            <a:r>
              <a:rPr lang="en-US" altLang="zh-CN" sz="2000" b="1" dirty="0"/>
              <a:t>——</a:t>
            </a:r>
            <a:r>
              <a:rPr lang="en-US" altLang="zh-CN" sz="2000" dirty="0">
                <a:solidFill>
                  <a:srgbClr val="32B828"/>
                </a:solidFill>
                <a:latin typeface="Arial" panose="020B0604020202020204" pitchFamily="34" charset="0"/>
                <a:ea typeface="黑体" panose="02010609060101010101" pitchFamily="49" charset="-122"/>
              </a:rPr>
              <a:t> </a:t>
            </a:r>
            <a:r>
              <a:rPr lang="en-US" altLang="zh-CN" sz="2000" dirty="0">
                <a:latin typeface="Arial" panose="020B0604020202020204" pitchFamily="34" charset="0"/>
                <a:ea typeface="黑体" panose="02010609060101010101" pitchFamily="49" charset="-122"/>
              </a:rPr>
              <a:t>Problem  Analysis  Diagram</a:t>
            </a:r>
          </a:p>
          <a:p>
            <a:pPr indent="0">
              <a:lnSpc>
                <a:spcPct val="125000"/>
              </a:lnSpc>
              <a:spcBef>
                <a:spcPct val="0"/>
              </a:spcBef>
              <a:buNone/>
            </a:pPr>
            <a:endParaRPr lang="en-US" altLang="zh-CN" sz="2000" b="1" dirty="0"/>
          </a:p>
        </p:txBody>
      </p:sp>
      <p:sp>
        <p:nvSpPr>
          <p:cNvPr id="65" name="Rectangle 2">
            <a:extLst>
              <a:ext uri="{FF2B5EF4-FFF2-40B4-BE49-F238E27FC236}">
                <a16:creationId xmlns:a16="http://schemas.microsoft.com/office/drawing/2014/main" id="{66088D12-35F3-4C2F-AF9A-F1A553613C38}"/>
              </a:ext>
            </a:extLst>
          </p:cNvPr>
          <p:cNvSpPr txBox="1">
            <a:spLocks noChangeArrowheads="1"/>
          </p:cNvSpPr>
          <p:nvPr/>
        </p:nvSpPr>
        <p:spPr>
          <a:xfrm>
            <a:off x="377825" y="805657"/>
            <a:ext cx="7924800" cy="700881"/>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en-US" altLang="zh-CN" sz="3600" kern="0" dirty="0"/>
              <a:t>1. </a:t>
            </a:r>
            <a:r>
              <a:rPr lang="zh-CN" altLang="en-US" sz="3600" kern="0" dirty="0"/>
              <a:t>结构化方法</a:t>
            </a:r>
            <a:endParaRPr lang="en-US" altLang="zh-CN" sz="3600" kern="0" dirty="0">
              <a:ea typeface="宋体" panose="02010600030101010101" pitchFamily="2" charset="-122"/>
            </a:endParaRPr>
          </a:p>
        </p:txBody>
      </p:sp>
    </p:spTree>
    <p:extLst>
      <p:ext uri="{BB962C8B-B14F-4D97-AF65-F5344CB8AC3E}">
        <p14:creationId xmlns:p14="http://schemas.microsoft.com/office/powerpoint/2010/main" val="10832453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69578"/>
                                        </p:tgtEl>
                                        <p:attrNameLst>
                                          <p:attrName>style.visibility</p:attrName>
                                        </p:attrNameLst>
                                      </p:cBhvr>
                                      <p:to>
                                        <p:strVal val="visible"/>
                                      </p:to>
                                    </p:set>
                                    <p:animEffect transition="in" filter="blinds(horizontal)">
                                      <p:cBhvr>
                                        <p:cTn id="12" dur="500"/>
                                        <p:tgtEl>
                                          <p:spTgt spid="20695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69579"/>
                                        </p:tgtEl>
                                        <p:attrNameLst>
                                          <p:attrName>style.visibility</p:attrName>
                                        </p:attrNameLst>
                                      </p:cBhvr>
                                      <p:to>
                                        <p:strVal val="visible"/>
                                      </p:to>
                                    </p:set>
                                    <p:animEffect transition="in" filter="blinds(horizontal)">
                                      <p:cBhvr>
                                        <p:cTn id="22" dur="500"/>
                                        <p:tgtEl>
                                          <p:spTgt spid="206957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69601"/>
                                        </p:tgtEl>
                                        <p:attrNameLst>
                                          <p:attrName>style.visibility</p:attrName>
                                        </p:attrNameLst>
                                      </p:cBhvr>
                                      <p:to>
                                        <p:strVal val="visible"/>
                                      </p:to>
                                    </p:set>
                                    <p:animEffect transition="in" filter="blinds(horizontal)">
                                      <p:cBhvr>
                                        <p:cTn id="37" dur="500"/>
                                        <p:tgtEl>
                                          <p:spTgt spid="206960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69577"/>
                                        </p:tgtEl>
                                        <p:attrNameLst>
                                          <p:attrName>style.visibility</p:attrName>
                                        </p:attrNameLst>
                                      </p:cBhvr>
                                      <p:to>
                                        <p:strVal val="visible"/>
                                      </p:to>
                                    </p:set>
                                    <p:animEffect transition="in" filter="blinds(horizontal)">
                                      <p:cBhvr>
                                        <p:cTn id="47" dur="500"/>
                                        <p:tgtEl>
                                          <p:spTgt spid="206957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linds(horizontal)">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69545"/>
                                        </p:tgtEl>
                                        <p:attrNameLst>
                                          <p:attrName>style.visibility</p:attrName>
                                        </p:attrNameLst>
                                      </p:cBhvr>
                                      <p:to>
                                        <p:strVal val="visible"/>
                                      </p:to>
                                    </p:set>
                                    <p:animEffect transition="in" filter="blinds(horizontal)">
                                      <p:cBhvr>
                                        <p:cTn id="57" dur="500"/>
                                        <p:tgtEl>
                                          <p:spTgt spid="2069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545" grpId="0" autoUpdateAnimBg="0"/>
      <p:bldP spid="2069577" grpId="0" autoUpdateAnimBg="0"/>
      <p:bldP spid="2069578" grpId="0" autoUpdateAnimBg="0"/>
      <p:bldP spid="2069579" grpId="0" autoUpdateAnimBg="0"/>
      <p:bldP spid="2069601"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9" name="Rectangle 88">
            <a:extLst>
              <a:ext uri="{FF2B5EF4-FFF2-40B4-BE49-F238E27FC236}">
                <a16:creationId xmlns:a16="http://schemas.microsoft.com/office/drawing/2014/main" id="{DBEA3D78-AB1E-41C4-9D59-DD33DB3B22EE}"/>
              </a:ext>
            </a:extLst>
          </p:cNvPr>
          <p:cNvSpPr>
            <a:spLocks noChangeArrowheads="1"/>
          </p:cNvSpPr>
          <p:nvPr/>
        </p:nvSpPr>
        <p:spPr bwMode="auto">
          <a:xfrm>
            <a:off x="1447800" y="762000"/>
            <a:ext cx="7239000" cy="1219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endParaRPr lang="zh-CN" altLang="en-US"/>
          </a:p>
        </p:txBody>
      </p:sp>
      <p:grpSp>
        <p:nvGrpSpPr>
          <p:cNvPr id="398340" name="Group 104">
            <a:extLst>
              <a:ext uri="{FF2B5EF4-FFF2-40B4-BE49-F238E27FC236}">
                <a16:creationId xmlns:a16="http://schemas.microsoft.com/office/drawing/2014/main" id="{CB05FE0F-4DE1-49D8-9C42-252F6BCEB685}"/>
              </a:ext>
            </a:extLst>
          </p:cNvPr>
          <p:cNvGrpSpPr>
            <a:grpSpLocks/>
          </p:cNvGrpSpPr>
          <p:nvPr/>
        </p:nvGrpSpPr>
        <p:grpSpPr bwMode="auto">
          <a:xfrm>
            <a:off x="3371850" y="781050"/>
            <a:ext cx="4343400" cy="5562600"/>
            <a:chOff x="1920" y="672"/>
            <a:chExt cx="2736" cy="3504"/>
          </a:xfrm>
        </p:grpSpPr>
        <p:sp>
          <p:nvSpPr>
            <p:cNvPr id="398342" name="Rectangle 5">
              <a:extLst>
                <a:ext uri="{FF2B5EF4-FFF2-40B4-BE49-F238E27FC236}">
                  <a16:creationId xmlns:a16="http://schemas.microsoft.com/office/drawing/2014/main" id="{D812A72B-4241-487F-99CC-999C41A01196}"/>
                </a:ext>
              </a:extLst>
            </p:cNvPr>
            <p:cNvSpPr>
              <a:spLocks noChangeArrowheads="1"/>
            </p:cNvSpPr>
            <p:nvPr/>
          </p:nvSpPr>
          <p:spPr bwMode="auto">
            <a:xfrm>
              <a:off x="1920" y="1152"/>
              <a:ext cx="1152"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2000" b="1">
                  <a:solidFill>
                    <a:srgbClr val="32B828"/>
                  </a:solidFill>
                  <a:ea typeface="文鼎细圆" pitchFamily="49" charset="-122"/>
                </a:rPr>
                <a:t>s[17]~s[22]=0</a:t>
              </a:r>
            </a:p>
          </p:txBody>
        </p:sp>
        <p:sp>
          <p:nvSpPr>
            <p:cNvPr id="398343" name="Line 7">
              <a:extLst>
                <a:ext uri="{FF2B5EF4-FFF2-40B4-BE49-F238E27FC236}">
                  <a16:creationId xmlns:a16="http://schemas.microsoft.com/office/drawing/2014/main" id="{BEC785DB-AB78-461B-B65D-B11ECCBDC9D7}"/>
                </a:ext>
              </a:extLst>
            </p:cNvPr>
            <p:cNvSpPr>
              <a:spLocks noChangeShapeType="1"/>
            </p:cNvSpPr>
            <p:nvPr/>
          </p:nvSpPr>
          <p:spPr bwMode="auto">
            <a:xfrm>
              <a:off x="1920" y="816"/>
              <a:ext cx="0" cy="3216"/>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4" name="Line 26">
              <a:extLst>
                <a:ext uri="{FF2B5EF4-FFF2-40B4-BE49-F238E27FC236}">
                  <a16:creationId xmlns:a16="http://schemas.microsoft.com/office/drawing/2014/main" id="{5613B301-23D5-4468-BAF3-0153B4F03886}"/>
                </a:ext>
              </a:extLst>
            </p:cNvPr>
            <p:cNvSpPr>
              <a:spLocks noChangeShapeType="1"/>
            </p:cNvSpPr>
            <p:nvPr/>
          </p:nvSpPr>
          <p:spPr bwMode="auto">
            <a:xfrm>
              <a:off x="3312" y="1152"/>
              <a:ext cx="0" cy="182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5" name="Rectangle 27">
              <a:extLst>
                <a:ext uri="{FF2B5EF4-FFF2-40B4-BE49-F238E27FC236}">
                  <a16:creationId xmlns:a16="http://schemas.microsoft.com/office/drawing/2014/main" id="{B65D967E-666B-4803-9B7D-EE83790513B3}"/>
                </a:ext>
              </a:extLst>
            </p:cNvPr>
            <p:cNvSpPr>
              <a:spLocks noChangeArrowheads="1"/>
            </p:cNvSpPr>
            <p:nvPr/>
          </p:nvSpPr>
          <p:spPr bwMode="auto">
            <a:xfrm>
              <a:off x="1920" y="1584"/>
              <a:ext cx="1152" cy="43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32B828"/>
                  </a:solidFill>
                  <a:latin typeface="Arial" panose="020B0604020202020204" pitchFamily="34" charset="0"/>
                  <a:ea typeface="文鼎细圆" pitchFamily="49" charset="-122"/>
                </a:rPr>
                <a:t>while </a:t>
              </a:r>
            </a:p>
            <a:p>
              <a:r>
                <a:rPr lang="en-US" altLang="zh-CN" sz="1600" b="1">
                  <a:solidFill>
                    <a:srgbClr val="32B828"/>
                  </a:solidFill>
                  <a:latin typeface="Arial" panose="020B0604020202020204" pitchFamily="34" charset="0"/>
                  <a:ea typeface="文鼎细圆" pitchFamily="49" charset="-122"/>
                </a:rPr>
                <a:t>num(1-1000)</a:t>
              </a:r>
              <a:r>
                <a:rPr lang="en-US" altLang="zh-CN" sz="1600" b="1">
                  <a:solidFill>
                    <a:srgbClr val="F89A60"/>
                  </a:solidFill>
                  <a:latin typeface="Arial" panose="020B0604020202020204" pitchFamily="34" charset="0"/>
                  <a:ea typeface="文鼎细圆" pitchFamily="49" charset="-122"/>
                </a:rPr>
                <a:t> </a:t>
              </a:r>
              <a:r>
                <a:rPr lang="en-US" altLang="zh-CN" sz="1600">
                  <a:solidFill>
                    <a:srgbClr val="32B828"/>
                  </a:solidFill>
                  <a:latin typeface="Arial" panose="020B0604020202020204" pitchFamily="34" charset="0"/>
                  <a:ea typeface="文鼎细圆" pitchFamily="49" charset="-122"/>
                </a:rPr>
                <a:t> </a:t>
              </a:r>
            </a:p>
          </p:txBody>
        </p:sp>
        <p:sp>
          <p:nvSpPr>
            <p:cNvPr id="398346" name="Line 28">
              <a:extLst>
                <a:ext uri="{FF2B5EF4-FFF2-40B4-BE49-F238E27FC236}">
                  <a16:creationId xmlns:a16="http://schemas.microsoft.com/office/drawing/2014/main" id="{4F8BC746-B918-4B53-8354-C73760FF41D8}"/>
                </a:ext>
              </a:extLst>
            </p:cNvPr>
            <p:cNvSpPr>
              <a:spLocks noChangeShapeType="1"/>
            </p:cNvSpPr>
            <p:nvPr/>
          </p:nvSpPr>
          <p:spPr bwMode="auto">
            <a:xfrm>
              <a:off x="2976" y="1584"/>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7" name="Line 29">
              <a:extLst>
                <a:ext uri="{FF2B5EF4-FFF2-40B4-BE49-F238E27FC236}">
                  <a16:creationId xmlns:a16="http://schemas.microsoft.com/office/drawing/2014/main" id="{02F8FD09-D225-4C5B-98E1-E8BD9FFB2502}"/>
                </a:ext>
              </a:extLst>
            </p:cNvPr>
            <p:cNvSpPr>
              <a:spLocks noChangeShapeType="1"/>
            </p:cNvSpPr>
            <p:nvPr/>
          </p:nvSpPr>
          <p:spPr bwMode="auto">
            <a:xfrm flipH="1">
              <a:off x="3072" y="1776"/>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48" name="Rectangle 30">
              <a:extLst>
                <a:ext uri="{FF2B5EF4-FFF2-40B4-BE49-F238E27FC236}">
                  <a16:creationId xmlns:a16="http://schemas.microsoft.com/office/drawing/2014/main" id="{D9B5FA94-245B-4AB3-A2B6-E28776B7BE93}"/>
                </a:ext>
              </a:extLst>
            </p:cNvPr>
            <p:cNvSpPr>
              <a:spLocks noChangeArrowheads="1"/>
            </p:cNvSpPr>
            <p:nvPr/>
          </p:nvSpPr>
          <p:spPr bwMode="auto">
            <a:xfrm>
              <a:off x="3648" y="1008"/>
              <a:ext cx="816"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32B828"/>
                  </a:solidFill>
                  <a:ea typeface="黑体" panose="02010609060101010101" pitchFamily="49" charset="-122"/>
                </a:rPr>
                <a:t>输入</a:t>
              </a:r>
              <a:r>
                <a:rPr lang="zh-CN" altLang="en-US" sz="2000" b="1">
                  <a:solidFill>
                    <a:srgbClr val="32B828"/>
                  </a:solidFill>
                  <a:ea typeface="文鼎细圆" pitchFamily="49" charset="-122"/>
                </a:rPr>
                <a:t> </a:t>
              </a:r>
              <a:r>
                <a:rPr lang="en-US" altLang="zh-CN" sz="2000" b="1">
                  <a:solidFill>
                    <a:srgbClr val="32B828"/>
                  </a:solidFill>
                  <a:ea typeface="文鼎细圆" pitchFamily="49" charset="-122"/>
                </a:rPr>
                <a:t>age</a:t>
              </a:r>
            </a:p>
          </p:txBody>
        </p:sp>
        <p:grpSp>
          <p:nvGrpSpPr>
            <p:cNvPr id="398349" name="Group 63">
              <a:extLst>
                <a:ext uri="{FF2B5EF4-FFF2-40B4-BE49-F238E27FC236}">
                  <a16:creationId xmlns:a16="http://schemas.microsoft.com/office/drawing/2014/main" id="{40FE1CB2-1E22-4F38-9329-E117D2823908}"/>
                </a:ext>
              </a:extLst>
            </p:cNvPr>
            <p:cNvGrpSpPr>
              <a:grpSpLocks/>
            </p:cNvGrpSpPr>
            <p:nvPr/>
          </p:nvGrpSpPr>
          <p:grpSpPr bwMode="auto">
            <a:xfrm>
              <a:off x="3552" y="1536"/>
              <a:ext cx="96" cy="288"/>
              <a:chOff x="2976" y="2160"/>
              <a:chExt cx="96" cy="288"/>
            </a:xfrm>
          </p:grpSpPr>
          <p:sp>
            <p:nvSpPr>
              <p:cNvPr id="398390" name="Line 45">
                <a:extLst>
                  <a:ext uri="{FF2B5EF4-FFF2-40B4-BE49-F238E27FC236}">
                    <a16:creationId xmlns:a16="http://schemas.microsoft.com/office/drawing/2014/main" id="{BDDA01FB-DAE4-4BC0-BC22-9971884C4216}"/>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91" name="Line 46">
                <a:extLst>
                  <a:ext uri="{FF2B5EF4-FFF2-40B4-BE49-F238E27FC236}">
                    <a16:creationId xmlns:a16="http://schemas.microsoft.com/office/drawing/2014/main" id="{7D5761FC-B489-4917-880F-0E15966C6DFA}"/>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151471" name="Text Box 47">
              <a:extLst>
                <a:ext uri="{FF2B5EF4-FFF2-40B4-BE49-F238E27FC236}">
                  <a16:creationId xmlns:a16="http://schemas.microsoft.com/office/drawing/2014/main" id="{8401B953-44A4-4EC3-8114-EF9A2308E018}"/>
                </a:ext>
              </a:extLst>
            </p:cNvPr>
            <p:cNvSpPr txBox="1">
              <a:spLocks noChangeArrowheads="1"/>
            </p:cNvSpPr>
            <p:nvPr/>
          </p:nvSpPr>
          <p:spPr bwMode="auto">
            <a:xfrm>
              <a:off x="3216" y="2016"/>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age</a:t>
              </a:r>
            </a:p>
          </p:txBody>
        </p:sp>
        <p:sp>
          <p:nvSpPr>
            <p:cNvPr id="398351" name="Line 52">
              <a:extLst>
                <a:ext uri="{FF2B5EF4-FFF2-40B4-BE49-F238E27FC236}">
                  <a16:creationId xmlns:a16="http://schemas.microsoft.com/office/drawing/2014/main" id="{4A013ADE-1DAC-4F40-9C1B-C5BE71A1612D}"/>
                </a:ext>
              </a:extLst>
            </p:cNvPr>
            <p:cNvSpPr>
              <a:spLocks noChangeShapeType="1"/>
            </p:cNvSpPr>
            <p:nvPr/>
          </p:nvSpPr>
          <p:spPr bwMode="auto">
            <a:xfrm flipH="1">
              <a:off x="3648" y="1824"/>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52" name="Line 55">
              <a:extLst>
                <a:ext uri="{FF2B5EF4-FFF2-40B4-BE49-F238E27FC236}">
                  <a16:creationId xmlns:a16="http://schemas.microsoft.com/office/drawing/2014/main" id="{4D08CB52-A2C4-4676-8093-CF851CFB9A16}"/>
                </a:ext>
              </a:extLst>
            </p:cNvPr>
            <p:cNvSpPr>
              <a:spLocks noChangeShapeType="1"/>
            </p:cNvSpPr>
            <p:nvPr/>
          </p:nvSpPr>
          <p:spPr bwMode="auto">
            <a:xfrm flipH="1">
              <a:off x="3312" y="1536"/>
              <a:ext cx="72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480" name="Text Box 56">
              <a:extLst>
                <a:ext uri="{FF2B5EF4-FFF2-40B4-BE49-F238E27FC236}">
                  <a16:creationId xmlns:a16="http://schemas.microsoft.com/office/drawing/2014/main" id="{A8577A03-547B-4EE3-A856-700BE2747B3E}"/>
                </a:ext>
              </a:extLst>
            </p:cNvPr>
            <p:cNvSpPr txBox="1">
              <a:spLocks noChangeArrowheads="1"/>
            </p:cNvSpPr>
            <p:nvPr/>
          </p:nvSpPr>
          <p:spPr bwMode="auto">
            <a:xfrm>
              <a:off x="3600" y="1344"/>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=17</a:t>
              </a:r>
            </a:p>
          </p:txBody>
        </p:sp>
        <p:sp>
          <p:nvSpPr>
            <p:cNvPr id="398354" name="Line 61">
              <a:extLst>
                <a:ext uri="{FF2B5EF4-FFF2-40B4-BE49-F238E27FC236}">
                  <a16:creationId xmlns:a16="http://schemas.microsoft.com/office/drawing/2014/main" id="{416CE3CB-A3ED-4F30-BFA9-9E62972DDD47}"/>
                </a:ext>
              </a:extLst>
            </p:cNvPr>
            <p:cNvSpPr>
              <a:spLocks noChangeShapeType="1"/>
            </p:cNvSpPr>
            <p:nvPr/>
          </p:nvSpPr>
          <p:spPr bwMode="auto">
            <a:xfrm flipH="1">
              <a:off x="3312" y="1152"/>
              <a:ext cx="336"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8355" name="Group 64">
              <a:extLst>
                <a:ext uri="{FF2B5EF4-FFF2-40B4-BE49-F238E27FC236}">
                  <a16:creationId xmlns:a16="http://schemas.microsoft.com/office/drawing/2014/main" id="{5A310CFF-87BC-4155-B035-0E9EDEB1DB67}"/>
                </a:ext>
              </a:extLst>
            </p:cNvPr>
            <p:cNvGrpSpPr>
              <a:grpSpLocks/>
            </p:cNvGrpSpPr>
            <p:nvPr/>
          </p:nvGrpSpPr>
          <p:grpSpPr bwMode="auto">
            <a:xfrm>
              <a:off x="3552" y="1824"/>
              <a:ext cx="96" cy="288"/>
              <a:chOff x="2976" y="2160"/>
              <a:chExt cx="96" cy="288"/>
            </a:xfrm>
          </p:grpSpPr>
          <p:sp>
            <p:nvSpPr>
              <p:cNvPr id="398388" name="Line 65">
                <a:extLst>
                  <a:ext uri="{FF2B5EF4-FFF2-40B4-BE49-F238E27FC236}">
                    <a16:creationId xmlns:a16="http://schemas.microsoft.com/office/drawing/2014/main" id="{68EE4E18-6F70-4318-9CDC-4DD7CEAD677A}"/>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9" name="Line 66">
                <a:extLst>
                  <a:ext uri="{FF2B5EF4-FFF2-40B4-BE49-F238E27FC236}">
                    <a16:creationId xmlns:a16="http://schemas.microsoft.com/office/drawing/2014/main" id="{2D1E1B50-506A-4EDA-98E3-C178A60D1AF6}"/>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98356" name="Group 67">
              <a:extLst>
                <a:ext uri="{FF2B5EF4-FFF2-40B4-BE49-F238E27FC236}">
                  <a16:creationId xmlns:a16="http://schemas.microsoft.com/office/drawing/2014/main" id="{A413F1F5-AE17-4D10-9F8B-809243346DCB}"/>
                </a:ext>
              </a:extLst>
            </p:cNvPr>
            <p:cNvGrpSpPr>
              <a:grpSpLocks/>
            </p:cNvGrpSpPr>
            <p:nvPr/>
          </p:nvGrpSpPr>
          <p:grpSpPr bwMode="auto">
            <a:xfrm>
              <a:off x="3552" y="2400"/>
              <a:ext cx="96" cy="288"/>
              <a:chOff x="2976" y="2160"/>
              <a:chExt cx="96" cy="288"/>
            </a:xfrm>
          </p:grpSpPr>
          <p:sp>
            <p:nvSpPr>
              <p:cNvPr id="398386" name="Line 68">
                <a:extLst>
                  <a:ext uri="{FF2B5EF4-FFF2-40B4-BE49-F238E27FC236}">
                    <a16:creationId xmlns:a16="http://schemas.microsoft.com/office/drawing/2014/main" id="{3CC27512-7709-4BB1-8CCE-740C0615F364}"/>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7" name="Line 69">
                <a:extLst>
                  <a:ext uri="{FF2B5EF4-FFF2-40B4-BE49-F238E27FC236}">
                    <a16:creationId xmlns:a16="http://schemas.microsoft.com/office/drawing/2014/main" id="{7EC65BD3-A52D-438D-BD5A-156C37121D72}"/>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8357" name="Rectangle 70">
              <a:extLst>
                <a:ext uri="{FF2B5EF4-FFF2-40B4-BE49-F238E27FC236}">
                  <a16:creationId xmlns:a16="http://schemas.microsoft.com/office/drawing/2014/main" id="{55663CEF-46BF-42FE-94CE-3450FABEE6CF}"/>
                </a:ext>
              </a:extLst>
            </p:cNvPr>
            <p:cNvSpPr>
              <a:spLocks noChangeArrowheads="1"/>
            </p:cNvSpPr>
            <p:nvPr/>
          </p:nvSpPr>
          <p:spPr bwMode="auto">
            <a:xfrm>
              <a:off x="4032" y="1440"/>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s[17]++</a:t>
              </a:r>
            </a:p>
          </p:txBody>
        </p:sp>
        <p:sp>
          <p:nvSpPr>
            <p:cNvPr id="398358" name="Rectangle 71">
              <a:extLst>
                <a:ext uri="{FF2B5EF4-FFF2-40B4-BE49-F238E27FC236}">
                  <a16:creationId xmlns:a16="http://schemas.microsoft.com/office/drawing/2014/main" id="{576B6013-8131-4E42-B7A0-7BD6667DD2EC}"/>
                </a:ext>
              </a:extLst>
            </p:cNvPr>
            <p:cNvSpPr>
              <a:spLocks noChangeArrowheads="1"/>
            </p:cNvSpPr>
            <p:nvPr/>
          </p:nvSpPr>
          <p:spPr bwMode="auto">
            <a:xfrm>
              <a:off x="4032" y="1728"/>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s[18]++</a:t>
              </a:r>
            </a:p>
          </p:txBody>
        </p:sp>
        <p:sp>
          <p:nvSpPr>
            <p:cNvPr id="2151496" name="Text Box 72">
              <a:extLst>
                <a:ext uri="{FF2B5EF4-FFF2-40B4-BE49-F238E27FC236}">
                  <a16:creationId xmlns:a16="http://schemas.microsoft.com/office/drawing/2014/main" id="{9C4F3090-67E5-4FE0-B734-D0C1CC3740ED}"/>
                </a:ext>
              </a:extLst>
            </p:cNvPr>
            <p:cNvSpPr txBox="1">
              <a:spLocks noChangeArrowheads="1"/>
            </p:cNvSpPr>
            <p:nvPr/>
          </p:nvSpPr>
          <p:spPr bwMode="auto">
            <a:xfrm>
              <a:off x="3600" y="1632"/>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=18</a:t>
              </a:r>
            </a:p>
          </p:txBody>
        </p:sp>
        <p:grpSp>
          <p:nvGrpSpPr>
            <p:cNvPr id="398360" name="Group 73">
              <a:extLst>
                <a:ext uri="{FF2B5EF4-FFF2-40B4-BE49-F238E27FC236}">
                  <a16:creationId xmlns:a16="http://schemas.microsoft.com/office/drawing/2014/main" id="{1ECF3A15-172E-4411-8903-3411644AB7AC}"/>
                </a:ext>
              </a:extLst>
            </p:cNvPr>
            <p:cNvGrpSpPr>
              <a:grpSpLocks/>
            </p:cNvGrpSpPr>
            <p:nvPr/>
          </p:nvGrpSpPr>
          <p:grpSpPr bwMode="auto">
            <a:xfrm>
              <a:off x="3552" y="2112"/>
              <a:ext cx="96" cy="288"/>
              <a:chOff x="2976" y="2160"/>
              <a:chExt cx="96" cy="288"/>
            </a:xfrm>
          </p:grpSpPr>
          <p:sp>
            <p:nvSpPr>
              <p:cNvPr id="398384" name="Line 74">
                <a:extLst>
                  <a:ext uri="{FF2B5EF4-FFF2-40B4-BE49-F238E27FC236}">
                    <a16:creationId xmlns:a16="http://schemas.microsoft.com/office/drawing/2014/main" id="{9536CE7E-A75B-4801-A411-A267EE0A6B86}"/>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5" name="Line 75">
                <a:extLst>
                  <a:ext uri="{FF2B5EF4-FFF2-40B4-BE49-F238E27FC236}">
                    <a16:creationId xmlns:a16="http://schemas.microsoft.com/office/drawing/2014/main" id="{E9EA1A73-61BF-4943-B204-7E3B49C2FAA7}"/>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8361" name="Rectangle 76">
              <a:extLst>
                <a:ext uri="{FF2B5EF4-FFF2-40B4-BE49-F238E27FC236}">
                  <a16:creationId xmlns:a16="http://schemas.microsoft.com/office/drawing/2014/main" id="{1DA7B594-9500-4858-8108-3FFF5FEDCBAC}"/>
                </a:ext>
              </a:extLst>
            </p:cNvPr>
            <p:cNvSpPr>
              <a:spLocks noChangeArrowheads="1"/>
            </p:cNvSpPr>
            <p:nvPr/>
          </p:nvSpPr>
          <p:spPr bwMode="auto">
            <a:xfrm>
              <a:off x="4032" y="2016"/>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s[19]++</a:t>
              </a:r>
            </a:p>
          </p:txBody>
        </p:sp>
        <p:sp>
          <p:nvSpPr>
            <p:cNvPr id="2151501" name="Text Box 77">
              <a:extLst>
                <a:ext uri="{FF2B5EF4-FFF2-40B4-BE49-F238E27FC236}">
                  <a16:creationId xmlns:a16="http://schemas.microsoft.com/office/drawing/2014/main" id="{63844A9F-58F3-4807-A372-49C15A08B845}"/>
                </a:ext>
              </a:extLst>
            </p:cNvPr>
            <p:cNvSpPr txBox="1">
              <a:spLocks noChangeArrowheads="1"/>
            </p:cNvSpPr>
            <p:nvPr/>
          </p:nvSpPr>
          <p:spPr bwMode="auto">
            <a:xfrm>
              <a:off x="3600" y="1920"/>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=19</a:t>
              </a:r>
            </a:p>
          </p:txBody>
        </p:sp>
        <p:sp>
          <p:nvSpPr>
            <p:cNvPr id="398363" name="Line 78">
              <a:extLst>
                <a:ext uri="{FF2B5EF4-FFF2-40B4-BE49-F238E27FC236}">
                  <a16:creationId xmlns:a16="http://schemas.microsoft.com/office/drawing/2014/main" id="{6BC89ECE-E100-4833-B671-58426F2F84DA}"/>
                </a:ext>
              </a:extLst>
            </p:cNvPr>
            <p:cNvSpPr>
              <a:spLocks noChangeShapeType="1"/>
            </p:cNvSpPr>
            <p:nvPr/>
          </p:nvSpPr>
          <p:spPr bwMode="auto">
            <a:xfrm flipH="1">
              <a:off x="3648" y="2112"/>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64" name="Rectangle 79">
              <a:extLst>
                <a:ext uri="{FF2B5EF4-FFF2-40B4-BE49-F238E27FC236}">
                  <a16:creationId xmlns:a16="http://schemas.microsoft.com/office/drawing/2014/main" id="{711294C0-C13D-4BB8-80DC-E23717FCDDC8}"/>
                </a:ext>
              </a:extLst>
            </p:cNvPr>
            <p:cNvSpPr>
              <a:spLocks noChangeArrowheads="1"/>
            </p:cNvSpPr>
            <p:nvPr/>
          </p:nvSpPr>
          <p:spPr bwMode="auto">
            <a:xfrm>
              <a:off x="4032" y="2304"/>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s[20]++</a:t>
              </a:r>
            </a:p>
          </p:txBody>
        </p:sp>
        <p:sp>
          <p:nvSpPr>
            <p:cNvPr id="2151504" name="Text Box 80">
              <a:extLst>
                <a:ext uri="{FF2B5EF4-FFF2-40B4-BE49-F238E27FC236}">
                  <a16:creationId xmlns:a16="http://schemas.microsoft.com/office/drawing/2014/main" id="{997C9FAE-1C7E-42F7-9B2A-28BA3F5A5531}"/>
                </a:ext>
              </a:extLst>
            </p:cNvPr>
            <p:cNvSpPr txBox="1">
              <a:spLocks noChangeArrowheads="1"/>
            </p:cNvSpPr>
            <p:nvPr/>
          </p:nvSpPr>
          <p:spPr bwMode="auto">
            <a:xfrm>
              <a:off x="3600" y="2208"/>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=20</a:t>
              </a:r>
            </a:p>
          </p:txBody>
        </p:sp>
        <p:sp>
          <p:nvSpPr>
            <p:cNvPr id="398366" name="Line 81">
              <a:extLst>
                <a:ext uri="{FF2B5EF4-FFF2-40B4-BE49-F238E27FC236}">
                  <a16:creationId xmlns:a16="http://schemas.microsoft.com/office/drawing/2014/main" id="{0460BFAA-435E-46E9-AD36-AD17CA969B30}"/>
                </a:ext>
              </a:extLst>
            </p:cNvPr>
            <p:cNvSpPr>
              <a:spLocks noChangeShapeType="1"/>
            </p:cNvSpPr>
            <p:nvPr/>
          </p:nvSpPr>
          <p:spPr bwMode="auto">
            <a:xfrm flipH="1">
              <a:off x="3648" y="2400"/>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67" name="Rectangle 82">
              <a:extLst>
                <a:ext uri="{FF2B5EF4-FFF2-40B4-BE49-F238E27FC236}">
                  <a16:creationId xmlns:a16="http://schemas.microsoft.com/office/drawing/2014/main" id="{327E7D71-D5DF-4769-9A54-1FD1CC9742FB}"/>
                </a:ext>
              </a:extLst>
            </p:cNvPr>
            <p:cNvSpPr>
              <a:spLocks noChangeArrowheads="1"/>
            </p:cNvSpPr>
            <p:nvPr/>
          </p:nvSpPr>
          <p:spPr bwMode="auto">
            <a:xfrm>
              <a:off x="4032" y="2592"/>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s[21]++</a:t>
              </a:r>
            </a:p>
          </p:txBody>
        </p:sp>
        <p:sp>
          <p:nvSpPr>
            <p:cNvPr id="2151507" name="Text Box 83">
              <a:extLst>
                <a:ext uri="{FF2B5EF4-FFF2-40B4-BE49-F238E27FC236}">
                  <a16:creationId xmlns:a16="http://schemas.microsoft.com/office/drawing/2014/main" id="{CAD6881F-9269-4AB4-B993-89C51BDBBF4A}"/>
                </a:ext>
              </a:extLst>
            </p:cNvPr>
            <p:cNvSpPr txBox="1">
              <a:spLocks noChangeArrowheads="1"/>
            </p:cNvSpPr>
            <p:nvPr/>
          </p:nvSpPr>
          <p:spPr bwMode="auto">
            <a:xfrm>
              <a:off x="3600" y="2496"/>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=21</a:t>
              </a:r>
            </a:p>
          </p:txBody>
        </p:sp>
        <p:sp>
          <p:nvSpPr>
            <p:cNvPr id="398369" name="Line 84">
              <a:extLst>
                <a:ext uri="{FF2B5EF4-FFF2-40B4-BE49-F238E27FC236}">
                  <a16:creationId xmlns:a16="http://schemas.microsoft.com/office/drawing/2014/main" id="{F46C3620-2EFC-4A6E-A54C-B1D1D8CCCC41}"/>
                </a:ext>
              </a:extLst>
            </p:cNvPr>
            <p:cNvSpPr>
              <a:spLocks noChangeShapeType="1"/>
            </p:cNvSpPr>
            <p:nvPr/>
          </p:nvSpPr>
          <p:spPr bwMode="auto">
            <a:xfrm flipH="1">
              <a:off x="3648" y="2688"/>
              <a:ext cx="384"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98370" name="Group 85">
              <a:extLst>
                <a:ext uri="{FF2B5EF4-FFF2-40B4-BE49-F238E27FC236}">
                  <a16:creationId xmlns:a16="http://schemas.microsoft.com/office/drawing/2014/main" id="{268A11AD-952D-418F-89A7-08597A4B5979}"/>
                </a:ext>
              </a:extLst>
            </p:cNvPr>
            <p:cNvGrpSpPr>
              <a:grpSpLocks/>
            </p:cNvGrpSpPr>
            <p:nvPr/>
          </p:nvGrpSpPr>
          <p:grpSpPr bwMode="auto">
            <a:xfrm>
              <a:off x="3552" y="2688"/>
              <a:ext cx="96" cy="288"/>
              <a:chOff x="2976" y="2160"/>
              <a:chExt cx="96" cy="288"/>
            </a:xfrm>
          </p:grpSpPr>
          <p:sp>
            <p:nvSpPr>
              <p:cNvPr id="398382" name="Line 86">
                <a:extLst>
                  <a:ext uri="{FF2B5EF4-FFF2-40B4-BE49-F238E27FC236}">
                    <a16:creationId xmlns:a16="http://schemas.microsoft.com/office/drawing/2014/main" id="{33928084-96C9-4115-8B22-8B697B078B5F}"/>
                  </a:ext>
                </a:extLst>
              </p:cNvPr>
              <p:cNvSpPr>
                <a:spLocks noChangeShapeType="1"/>
              </p:cNvSpPr>
              <p:nvPr/>
            </p:nvSpPr>
            <p:spPr bwMode="auto">
              <a:xfrm flipH="1">
                <a:off x="2976" y="2160"/>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3" name="Line 87">
                <a:extLst>
                  <a:ext uri="{FF2B5EF4-FFF2-40B4-BE49-F238E27FC236}">
                    <a16:creationId xmlns:a16="http://schemas.microsoft.com/office/drawing/2014/main" id="{3ED46A2B-8250-42F3-B46F-4F7C3FC269F0}"/>
                  </a:ext>
                </a:extLst>
              </p:cNvPr>
              <p:cNvSpPr>
                <a:spLocks noChangeShapeType="1"/>
              </p:cNvSpPr>
              <p:nvPr/>
            </p:nvSpPr>
            <p:spPr bwMode="auto">
              <a:xfrm flipH="1" flipV="1">
                <a:off x="2976" y="2304"/>
                <a:ext cx="96" cy="144"/>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8371" name="Rectangle 89">
              <a:extLst>
                <a:ext uri="{FF2B5EF4-FFF2-40B4-BE49-F238E27FC236}">
                  <a16:creationId xmlns:a16="http://schemas.microsoft.com/office/drawing/2014/main" id="{C4A419FA-3B64-453C-90C0-1D0C2961B9AA}"/>
                </a:ext>
              </a:extLst>
            </p:cNvPr>
            <p:cNvSpPr>
              <a:spLocks noChangeArrowheads="1"/>
            </p:cNvSpPr>
            <p:nvPr/>
          </p:nvSpPr>
          <p:spPr bwMode="auto">
            <a:xfrm>
              <a:off x="4032" y="2880"/>
              <a:ext cx="624" cy="240"/>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pPr algn="l"/>
              <a:r>
                <a:rPr lang="zh-CN" altLang="en-US" sz="1800">
                  <a:solidFill>
                    <a:srgbClr val="32B828"/>
                  </a:solidFill>
                  <a:ea typeface="黑体" panose="02010609060101010101" pitchFamily="49" charset="-122"/>
                </a:rPr>
                <a:t> </a:t>
              </a:r>
              <a:r>
                <a:rPr lang="en-US" altLang="zh-CN" sz="1800" b="1">
                  <a:solidFill>
                    <a:srgbClr val="32B828"/>
                  </a:solidFill>
                  <a:ea typeface="文鼎细圆" pitchFamily="49" charset="-122"/>
                </a:rPr>
                <a:t>s[22]++</a:t>
              </a:r>
            </a:p>
          </p:txBody>
        </p:sp>
        <p:sp>
          <p:nvSpPr>
            <p:cNvPr id="2151514" name="Text Box 90">
              <a:extLst>
                <a:ext uri="{FF2B5EF4-FFF2-40B4-BE49-F238E27FC236}">
                  <a16:creationId xmlns:a16="http://schemas.microsoft.com/office/drawing/2014/main" id="{FE31C10A-AE9A-49BC-A9F3-D0035B83316F}"/>
                </a:ext>
              </a:extLst>
            </p:cNvPr>
            <p:cNvSpPr txBox="1">
              <a:spLocks noChangeArrowheads="1"/>
            </p:cNvSpPr>
            <p:nvPr/>
          </p:nvSpPr>
          <p:spPr bwMode="auto">
            <a:xfrm>
              <a:off x="3600" y="2784"/>
              <a:ext cx="480" cy="212"/>
            </a:xfrm>
            <a:prstGeom prst="rect">
              <a:avLst/>
            </a:prstGeom>
            <a:noFill/>
            <a:ln w="9525">
              <a:noFill/>
              <a:miter lim="800000"/>
              <a:headEnd/>
              <a:tailEnd/>
            </a:ln>
            <a:effectLst/>
          </p:spPr>
          <p:txBody>
            <a:bodyPr>
              <a:spAutoFit/>
            </a:bodyPr>
            <a:lstStyle/>
            <a:p>
              <a:pPr>
                <a:defRPr/>
              </a:pPr>
              <a:r>
                <a:rPr lang="zh-CN" altLang="en-US" sz="1600">
                  <a:solidFill>
                    <a:srgbClr val="F89A60"/>
                  </a:solidFill>
                  <a:latin typeface="黑体" pitchFamily="2" charset="-122"/>
                  <a:ea typeface="黑体" pitchFamily="2" charset="-122"/>
                </a:rPr>
                <a:t> </a:t>
              </a:r>
              <a:r>
                <a:rPr lang="en-US" altLang="zh-CN" sz="1600" b="1">
                  <a:solidFill>
                    <a:srgbClr val="F89A60"/>
                  </a:solidFill>
                  <a:effectLst>
                    <a:outerShdw blurRad="38100" dist="38100" dir="2700000" algn="tl">
                      <a:srgbClr val="000000"/>
                    </a:outerShdw>
                  </a:effectLst>
                  <a:latin typeface="Arial" charset="0"/>
                  <a:ea typeface="黑体" pitchFamily="2" charset="-122"/>
                </a:rPr>
                <a:t>=22</a:t>
              </a:r>
            </a:p>
          </p:txBody>
        </p:sp>
        <p:sp>
          <p:nvSpPr>
            <p:cNvPr id="398373" name="Line 91">
              <a:extLst>
                <a:ext uri="{FF2B5EF4-FFF2-40B4-BE49-F238E27FC236}">
                  <a16:creationId xmlns:a16="http://schemas.microsoft.com/office/drawing/2014/main" id="{58FD4BE7-6620-4C14-A8B1-16BD46A7AFD4}"/>
                </a:ext>
              </a:extLst>
            </p:cNvPr>
            <p:cNvSpPr>
              <a:spLocks noChangeShapeType="1"/>
            </p:cNvSpPr>
            <p:nvPr/>
          </p:nvSpPr>
          <p:spPr bwMode="auto">
            <a:xfrm flipH="1">
              <a:off x="3312" y="2976"/>
              <a:ext cx="72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74" name="Rectangle 96">
              <a:extLst>
                <a:ext uri="{FF2B5EF4-FFF2-40B4-BE49-F238E27FC236}">
                  <a16:creationId xmlns:a16="http://schemas.microsoft.com/office/drawing/2014/main" id="{96DE9A33-DB40-434E-9A06-C8DE4EAEEDA9}"/>
                </a:ext>
              </a:extLst>
            </p:cNvPr>
            <p:cNvSpPr>
              <a:spLocks noChangeArrowheads="1"/>
            </p:cNvSpPr>
            <p:nvPr/>
          </p:nvSpPr>
          <p:spPr bwMode="auto">
            <a:xfrm>
              <a:off x="1920" y="3216"/>
              <a:ext cx="1152" cy="432"/>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600" b="1">
                  <a:solidFill>
                    <a:srgbClr val="32B828"/>
                  </a:solidFill>
                  <a:latin typeface="Arial" panose="020B0604020202020204" pitchFamily="34" charset="0"/>
                  <a:ea typeface="文鼎细圆" pitchFamily="49" charset="-122"/>
                </a:rPr>
                <a:t>while </a:t>
              </a:r>
            </a:p>
            <a:p>
              <a:r>
                <a:rPr lang="en-US" altLang="zh-CN" sz="1600" b="1">
                  <a:solidFill>
                    <a:srgbClr val="32B828"/>
                  </a:solidFill>
                  <a:latin typeface="Arial" panose="020B0604020202020204" pitchFamily="34" charset="0"/>
                  <a:ea typeface="文鼎细圆" pitchFamily="49" charset="-122"/>
                </a:rPr>
                <a:t>i(17-22)</a:t>
              </a:r>
              <a:r>
                <a:rPr lang="en-US" altLang="zh-CN" sz="1600" b="1">
                  <a:solidFill>
                    <a:srgbClr val="F89A60"/>
                  </a:solidFill>
                  <a:latin typeface="Arial" panose="020B0604020202020204" pitchFamily="34" charset="0"/>
                  <a:ea typeface="文鼎细圆" pitchFamily="49" charset="-122"/>
                </a:rPr>
                <a:t> </a:t>
              </a:r>
              <a:r>
                <a:rPr lang="en-US" altLang="zh-CN" sz="1600">
                  <a:solidFill>
                    <a:srgbClr val="32B828"/>
                  </a:solidFill>
                  <a:latin typeface="Arial" panose="020B0604020202020204" pitchFamily="34" charset="0"/>
                  <a:ea typeface="文鼎细圆" pitchFamily="49" charset="-122"/>
                </a:rPr>
                <a:t> </a:t>
              </a:r>
            </a:p>
          </p:txBody>
        </p:sp>
        <p:sp>
          <p:nvSpPr>
            <p:cNvPr id="398375" name="Line 97">
              <a:extLst>
                <a:ext uri="{FF2B5EF4-FFF2-40B4-BE49-F238E27FC236}">
                  <a16:creationId xmlns:a16="http://schemas.microsoft.com/office/drawing/2014/main" id="{EE3A030B-C8BE-4DD6-893D-1A6359EF0E42}"/>
                </a:ext>
              </a:extLst>
            </p:cNvPr>
            <p:cNvSpPr>
              <a:spLocks noChangeShapeType="1"/>
            </p:cNvSpPr>
            <p:nvPr/>
          </p:nvSpPr>
          <p:spPr bwMode="auto">
            <a:xfrm>
              <a:off x="2976" y="3216"/>
              <a:ext cx="0" cy="432"/>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76" name="Line 98">
              <a:extLst>
                <a:ext uri="{FF2B5EF4-FFF2-40B4-BE49-F238E27FC236}">
                  <a16:creationId xmlns:a16="http://schemas.microsoft.com/office/drawing/2014/main" id="{37CC9F14-9F5D-4AC9-BAA2-5031E5B6AA72}"/>
                </a:ext>
              </a:extLst>
            </p:cNvPr>
            <p:cNvSpPr>
              <a:spLocks noChangeShapeType="1"/>
            </p:cNvSpPr>
            <p:nvPr/>
          </p:nvSpPr>
          <p:spPr bwMode="auto">
            <a:xfrm flipH="1">
              <a:off x="3072" y="3408"/>
              <a:ext cx="240"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77" name="Rectangle 99">
              <a:extLst>
                <a:ext uri="{FF2B5EF4-FFF2-40B4-BE49-F238E27FC236}">
                  <a16:creationId xmlns:a16="http://schemas.microsoft.com/office/drawing/2014/main" id="{6CED4308-FB11-4F20-983A-985E3C7EC8A5}"/>
                </a:ext>
              </a:extLst>
            </p:cNvPr>
            <p:cNvSpPr>
              <a:spLocks noChangeArrowheads="1"/>
            </p:cNvSpPr>
            <p:nvPr/>
          </p:nvSpPr>
          <p:spPr bwMode="auto">
            <a:xfrm>
              <a:off x="3312" y="3264"/>
              <a:ext cx="720"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zh-CN" altLang="en-US" sz="1800">
                  <a:solidFill>
                    <a:srgbClr val="32B828"/>
                  </a:solidFill>
                  <a:ea typeface="黑体" panose="02010609060101010101" pitchFamily="49" charset="-122"/>
                </a:rPr>
                <a:t>输出</a:t>
              </a:r>
              <a:r>
                <a:rPr lang="zh-CN" altLang="en-US" sz="2000" b="1">
                  <a:solidFill>
                    <a:srgbClr val="32B828"/>
                  </a:solidFill>
                  <a:ea typeface="文鼎细圆" pitchFamily="49" charset="-122"/>
                </a:rPr>
                <a:t> </a:t>
              </a:r>
              <a:r>
                <a:rPr lang="en-US" altLang="zh-CN" sz="2000" b="1">
                  <a:solidFill>
                    <a:srgbClr val="32B828"/>
                  </a:solidFill>
                  <a:ea typeface="文鼎细圆" pitchFamily="49" charset="-122"/>
                </a:rPr>
                <a:t>s[i]</a:t>
              </a:r>
            </a:p>
          </p:txBody>
        </p:sp>
        <p:sp>
          <p:nvSpPr>
            <p:cNvPr id="398378" name="Rectangle 100">
              <a:extLst>
                <a:ext uri="{FF2B5EF4-FFF2-40B4-BE49-F238E27FC236}">
                  <a16:creationId xmlns:a16="http://schemas.microsoft.com/office/drawing/2014/main" id="{C2230C6D-D357-47C1-B066-3ACF09F53D25}"/>
                </a:ext>
              </a:extLst>
            </p:cNvPr>
            <p:cNvSpPr>
              <a:spLocks noChangeArrowheads="1"/>
            </p:cNvSpPr>
            <p:nvPr/>
          </p:nvSpPr>
          <p:spPr bwMode="auto">
            <a:xfrm>
              <a:off x="2256" y="672"/>
              <a:ext cx="528"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32B828"/>
                  </a:solidFill>
                  <a:ea typeface="黑体" panose="02010609060101010101" pitchFamily="49" charset="-122"/>
                </a:rPr>
                <a:t>begin</a:t>
              </a:r>
              <a:endParaRPr lang="en-US" altLang="zh-CN" sz="2000" b="1">
                <a:solidFill>
                  <a:srgbClr val="32B828"/>
                </a:solidFill>
                <a:ea typeface="文鼎细圆" pitchFamily="49" charset="-122"/>
              </a:endParaRPr>
            </a:p>
          </p:txBody>
        </p:sp>
        <p:sp>
          <p:nvSpPr>
            <p:cNvPr id="398379" name="Line 101">
              <a:extLst>
                <a:ext uri="{FF2B5EF4-FFF2-40B4-BE49-F238E27FC236}">
                  <a16:creationId xmlns:a16="http://schemas.microsoft.com/office/drawing/2014/main" id="{8DE3F4F4-D46E-4211-8492-09A03BBB77A0}"/>
                </a:ext>
              </a:extLst>
            </p:cNvPr>
            <p:cNvSpPr>
              <a:spLocks noChangeShapeType="1"/>
            </p:cNvSpPr>
            <p:nvPr/>
          </p:nvSpPr>
          <p:spPr bwMode="auto">
            <a:xfrm flipH="1">
              <a:off x="1920" y="816"/>
              <a:ext cx="336"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8380" name="Rectangle 102">
              <a:extLst>
                <a:ext uri="{FF2B5EF4-FFF2-40B4-BE49-F238E27FC236}">
                  <a16:creationId xmlns:a16="http://schemas.microsoft.com/office/drawing/2014/main" id="{A7F0A664-E10B-4ECE-982B-463895B2E4E1}"/>
                </a:ext>
              </a:extLst>
            </p:cNvPr>
            <p:cNvSpPr>
              <a:spLocks noChangeArrowheads="1"/>
            </p:cNvSpPr>
            <p:nvPr/>
          </p:nvSpPr>
          <p:spPr bwMode="auto">
            <a:xfrm>
              <a:off x="2256" y="3888"/>
              <a:ext cx="528" cy="288"/>
            </a:xfrm>
            <a:prstGeom prst="rect">
              <a:avLst/>
            </a:prstGeom>
            <a:solidFill>
              <a:schemeClr val="bg1"/>
            </a:solidFill>
            <a:ln w="9525">
              <a:solidFill>
                <a:srgbClr val="32B828"/>
              </a:solidFill>
              <a:miter lim="800000"/>
              <a:headEnd/>
              <a:tailEnd/>
            </a:ln>
          </p:spPr>
          <p:txBody>
            <a:bodyPr wrap="none" anchor="ctr"/>
            <a:lstStyle>
              <a:lvl1pPr algn="ctr">
                <a:defRPr sz="2800">
                  <a:solidFill>
                    <a:schemeClr val="tx1"/>
                  </a:solidFill>
                  <a:latin typeface="Times New Roman" panose="02020603050405020304" pitchFamily="18" charset="0"/>
                  <a:ea typeface="楷体_GB2312" pitchFamily="49" charset="-122"/>
                </a:defRPr>
              </a:lvl1pPr>
              <a:lvl2pPr marL="742950" indent="-285750" algn="ctr">
                <a:defRPr sz="2800">
                  <a:solidFill>
                    <a:schemeClr val="tx1"/>
                  </a:solidFill>
                  <a:latin typeface="Times New Roman" panose="02020603050405020304" pitchFamily="18" charset="0"/>
                  <a:ea typeface="楷体_GB2312" pitchFamily="49" charset="-122"/>
                </a:defRPr>
              </a:lvl2pPr>
              <a:lvl3pPr marL="1143000" indent="-228600" algn="ctr">
                <a:defRPr sz="2800">
                  <a:solidFill>
                    <a:schemeClr val="tx1"/>
                  </a:solidFill>
                  <a:latin typeface="Times New Roman" panose="02020603050405020304" pitchFamily="18" charset="0"/>
                  <a:ea typeface="楷体_GB2312" pitchFamily="49" charset="-122"/>
                </a:defRPr>
              </a:lvl3pPr>
              <a:lvl4pPr marL="1600200" indent="-228600" algn="ctr">
                <a:defRPr sz="2800">
                  <a:solidFill>
                    <a:schemeClr val="tx1"/>
                  </a:solidFill>
                  <a:latin typeface="Times New Roman" panose="02020603050405020304" pitchFamily="18" charset="0"/>
                  <a:ea typeface="楷体_GB2312" pitchFamily="49" charset="-122"/>
                </a:defRPr>
              </a:lvl4pPr>
              <a:lvl5pPr marL="2057400" indent="-228600" algn="ctr">
                <a:defRPr sz="28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sz="2800">
                  <a:solidFill>
                    <a:schemeClr val="tx1"/>
                  </a:solidFill>
                  <a:latin typeface="Times New Roman" panose="02020603050405020304" pitchFamily="18" charset="0"/>
                  <a:ea typeface="楷体_GB2312" pitchFamily="49" charset="-122"/>
                </a:defRPr>
              </a:lvl9pPr>
            </a:lstStyle>
            <a:p>
              <a:r>
                <a:rPr lang="en-US" altLang="zh-CN" sz="1800">
                  <a:solidFill>
                    <a:srgbClr val="32B828"/>
                  </a:solidFill>
                  <a:ea typeface="黑体" panose="02010609060101010101" pitchFamily="49" charset="-122"/>
                </a:rPr>
                <a:t>end</a:t>
              </a:r>
              <a:endParaRPr lang="en-US" altLang="zh-CN" sz="2000" b="1">
                <a:solidFill>
                  <a:srgbClr val="32B828"/>
                </a:solidFill>
                <a:ea typeface="文鼎细圆" pitchFamily="49" charset="-122"/>
              </a:endParaRPr>
            </a:p>
          </p:txBody>
        </p:sp>
        <p:sp>
          <p:nvSpPr>
            <p:cNvPr id="398381" name="Line 103">
              <a:extLst>
                <a:ext uri="{FF2B5EF4-FFF2-40B4-BE49-F238E27FC236}">
                  <a16:creationId xmlns:a16="http://schemas.microsoft.com/office/drawing/2014/main" id="{1D6B25AA-AC23-40B7-8185-484B6AAB3D52}"/>
                </a:ext>
              </a:extLst>
            </p:cNvPr>
            <p:cNvSpPr>
              <a:spLocks noChangeShapeType="1"/>
            </p:cNvSpPr>
            <p:nvPr/>
          </p:nvSpPr>
          <p:spPr bwMode="auto">
            <a:xfrm flipH="1">
              <a:off x="1920" y="4032"/>
              <a:ext cx="336" cy="0"/>
            </a:xfrm>
            <a:prstGeom prst="line">
              <a:avLst/>
            </a:prstGeom>
            <a:noFill/>
            <a:ln w="9525">
              <a:solidFill>
                <a:srgbClr val="32B828"/>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 name="TextBox 7">
            <a:extLst>
              <a:ext uri="{FF2B5EF4-FFF2-40B4-BE49-F238E27FC236}">
                <a16:creationId xmlns:a16="http://schemas.microsoft.com/office/drawing/2014/main" id="{38648163-CAC7-41C7-908D-A8E9F6E5887A}"/>
              </a:ext>
            </a:extLst>
          </p:cNvPr>
          <p:cNvSpPr>
            <a:spLocks noChangeArrowheads="1"/>
          </p:cNvSpPr>
          <p:nvPr/>
        </p:nvSpPr>
        <p:spPr bwMode="auto">
          <a:xfrm>
            <a:off x="377825" y="1506538"/>
            <a:ext cx="8299450" cy="833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719138">
              <a:spcBef>
                <a:spcPct val="20000"/>
              </a:spcBef>
              <a:buSzPct val="100000"/>
              <a:buFont typeface="Arial" panose="020B0604020202020204" pitchFamily="34" charset="0"/>
              <a:buChar char="•"/>
              <a:defRPr sz="3200">
                <a:solidFill>
                  <a:schemeClr val="tx1"/>
                </a:solidFill>
                <a:latin typeface="Calibri" panose="020F0502020204030204" pitchFamily="34" charset="0"/>
                <a:cs typeface="Arial" panose="020B0604020202020204" pitchFamily="34" charset="0"/>
              </a:defRPr>
            </a:lvl1pPr>
            <a:lvl2pPr marL="742950" indent="-285750">
              <a:spcBef>
                <a:spcPct val="20000"/>
              </a:spcBef>
              <a:buSzPct val="100000"/>
              <a:buFont typeface="Arial" panose="020B0604020202020204" pitchFamily="34" charset="0"/>
              <a:buChar char="–"/>
              <a:defRPr sz="2800">
                <a:solidFill>
                  <a:schemeClr val="tx1"/>
                </a:solidFill>
                <a:latin typeface="Calibri" panose="020F0502020204030204" pitchFamily="34" charset="0"/>
                <a:cs typeface="Arial" panose="020B0604020202020204" pitchFamily="34" charset="0"/>
              </a:defRPr>
            </a:lvl2pPr>
            <a:lvl3pPr marL="1143000" indent="-228600">
              <a:spcBef>
                <a:spcPct val="20000"/>
              </a:spcBef>
              <a:buSzPct val="100000"/>
              <a:buFont typeface="Arial" panose="020B0604020202020204" pitchFamily="34" charset="0"/>
              <a:buChar char="•"/>
              <a:defRPr sz="2400">
                <a:solidFill>
                  <a:schemeClr val="tx1"/>
                </a:solidFill>
                <a:latin typeface="Calibri" panose="020F0502020204030204" pitchFamily="34" charset="0"/>
                <a:cs typeface="Arial" panose="020B0604020202020204" pitchFamily="34" charset="0"/>
              </a:defRPr>
            </a:lvl3pPr>
            <a:lvl4pPr marL="16002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ct val="20000"/>
              </a:spcBef>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20000"/>
              </a:spcBef>
              <a:spcAft>
                <a:spcPct val="0"/>
              </a:spcAft>
              <a:buSzPct val="10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9pPr>
          </a:lstStyle>
          <a:p>
            <a:pPr indent="0">
              <a:lnSpc>
                <a:spcPct val="125000"/>
              </a:lnSpc>
              <a:spcBef>
                <a:spcPct val="0"/>
              </a:spcBef>
              <a:buNone/>
            </a:pPr>
            <a:r>
              <a:rPr lang="en-US" altLang="zh-CN" sz="2000" b="1" dirty="0"/>
              <a:t>1.3.2 PAD</a:t>
            </a:r>
            <a:r>
              <a:rPr lang="zh-CN" altLang="en-US" sz="2000" b="1" dirty="0"/>
              <a:t>图</a:t>
            </a:r>
            <a:endParaRPr lang="en-US" altLang="zh-CN" sz="2000" dirty="0">
              <a:latin typeface="Arial" panose="020B0604020202020204" pitchFamily="34" charset="0"/>
              <a:ea typeface="黑体" panose="02010609060101010101" pitchFamily="49" charset="-122"/>
            </a:endParaRPr>
          </a:p>
          <a:p>
            <a:pPr indent="0">
              <a:lnSpc>
                <a:spcPct val="125000"/>
              </a:lnSpc>
              <a:spcBef>
                <a:spcPct val="0"/>
              </a:spcBef>
              <a:buNone/>
            </a:pPr>
            <a:endParaRPr lang="en-US" altLang="zh-CN" sz="2000" b="1" dirty="0"/>
          </a:p>
        </p:txBody>
      </p:sp>
      <p:sp>
        <p:nvSpPr>
          <p:cNvPr id="59" name="Rectangle 2">
            <a:extLst>
              <a:ext uri="{FF2B5EF4-FFF2-40B4-BE49-F238E27FC236}">
                <a16:creationId xmlns:a16="http://schemas.microsoft.com/office/drawing/2014/main" id="{CB7325B2-4129-4016-8087-BD3E46E69ECD}"/>
              </a:ext>
            </a:extLst>
          </p:cNvPr>
          <p:cNvSpPr txBox="1">
            <a:spLocks noChangeArrowheads="1"/>
          </p:cNvSpPr>
          <p:nvPr/>
        </p:nvSpPr>
        <p:spPr>
          <a:xfrm>
            <a:off x="377825" y="805657"/>
            <a:ext cx="7924800" cy="700881"/>
          </a:xfrm>
          <a:prstGeom prst="rect">
            <a:avLst/>
          </a:prstGeom>
        </p:spPr>
        <p:txBody>
          <a:bodyPr/>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a:lstStyle>
          <a:p>
            <a:pPr eaLnBrk="1" hangingPunct="1"/>
            <a:r>
              <a:rPr lang="en-US" altLang="zh-CN" sz="3600" kern="0" dirty="0"/>
              <a:t>1. </a:t>
            </a:r>
            <a:r>
              <a:rPr lang="zh-CN" altLang="en-US" sz="3600" kern="0" dirty="0"/>
              <a:t>结构化方法</a:t>
            </a:r>
            <a:endParaRPr lang="en-US" altLang="zh-CN" sz="3600" kern="0" dirty="0">
              <a:ea typeface="宋体" panose="02010600030101010101" pitchFamily="2" charset="-122"/>
            </a:endParaRPr>
          </a:p>
        </p:txBody>
      </p:sp>
    </p:spTree>
    <p:extLst>
      <p:ext uri="{BB962C8B-B14F-4D97-AF65-F5344CB8AC3E}">
        <p14:creationId xmlns:p14="http://schemas.microsoft.com/office/powerpoint/2010/main" val="23644321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C45E7FE0-89B5-4481-9517-148E6C9B66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2A056C78-B044-4385-9CF0-21DFA2C65294}" type="slidenum">
              <a:rPr lang="en-US" altLang="en-US"/>
              <a:pPr eaLnBrk="1" hangingPunct="1"/>
              <a:t>50</a:t>
            </a:fld>
            <a:endParaRPr lang="en-US" altLang="en-US"/>
          </a:p>
        </p:txBody>
      </p:sp>
      <p:sp>
        <p:nvSpPr>
          <p:cNvPr id="26627" name="Rectangle 2">
            <a:extLst>
              <a:ext uri="{FF2B5EF4-FFF2-40B4-BE49-F238E27FC236}">
                <a16:creationId xmlns:a16="http://schemas.microsoft.com/office/drawing/2014/main" id="{00BE0588-ED55-48AD-A528-FB150AAD2655}"/>
              </a:ext>
            </a:extLst>
          </p:cNvPr>
          <p:cNvSpPr>
            <a:spLocks noGrp="1" noChangeArrowheads="1"/>
          </p:cNvSpPr>
          <p:nvPr>
            <p:ph type="title"/>
          </p:nvPr>
        </p:nvSpPr>
        <p:spPr>
          <a:xfrm>
            <a:off x="304800" y="122238"/>
            <a:ext cx="7924800" cy="1173162"/>
          </a:xfrm>
        </p:spPr>
        <p:txBody>
          <a:bodyPr/>
          <a:lstStyle/>
          <a:p>
            <a:pPr eaLnBrk="1" hangingPunct="1"/>
            <a:r>
              <a:rPr lang="en-US" altLang="zh-CN" sz="3200">
                <a:ea typeface="宋体" panose="02010600030101010101" pitchFamily="2" charset="-122"/>
              </a:rPr>
              <a:t>Two Approaches to Software Construction and Modeling</a:t>
            </a:r>
          </a:p>
        </p:txBody>
      </p:sp>
      <p:sp>
        <p:nvSpPr>
          <p:cNvPr id="26628" name="Rectangle 3">
            <a:extLst>
              <a:ext uri="{FF2B5EF4-FFF2-40B4-BE49-F238E27FC236}">
                <a16:creationId xmlns:a16="http://schemas.microsoft.com/office/drawing/2014/main" id="{0B78CDF1-768B-4C32-A743-8E86B4324FCA}"/>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26629" name="Rectangle 4">
            <a:extLst>
              <a:ext uri="{FF2B5EF4-FFF2-40B4-BE49-F238E27FC236}">
                <a16:creationId xmlns:a16="http://schemas.microsoft.com/office/drawing/2014/main" id="{96A7C735-5DC9-42C3-B6A4-B64795CE6127}"/>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26630" name="Rectangle 5">
            <a:extLst>
              <a:ext uri="{FF2B5EF4-FFF2-40B4-BE49-F238E27FC236}">
                <a16:creationId xmlns:a16="http://schemas.microsoft.com/office/drawing/2014/main" id="{152BD54F-6087-4301-9A59-BD06B5636C67}"/>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26631" name="Rectangle 6">
            <a:extLst>
              <a:ext uri="{FF2B5EF4-FFF2-40B4-BE49-F238E27FC236}">
                <a16:creationId xmlns:a16="http://schemas.microsoft.com/office/drawing/2014/main" id="{B356B13D-B7F7-4192-850C-E39BEB922F7D}"/>
              </a:ext>
            </a:extLst>
          </p:cNvPr>
          <p:cNvSpPr>
            <a:spLocks noChangeArrowheads="1"/>
          </p:cNvSpPr>
          <p:nvPr/>
        </p:nvSpPr>
        <p:spPr bwMode="auto">
          <a:xfrm>
            <a:off x="685800" y="1524000"/>
            <a:ext cx="7772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3200" dirty="0"/>
              <a:t>The Structured Approach</a:t>
            </a:r>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Earlier approach. Assumes a system is a collection of processes that interact with data</a:t>
            </a:r>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Structured analysis, structured design, and structured programming</a:t>
            </a:r>
          </a:p>
          <a:p>
            <a:pPr eaLnBrk="1" hangingPunct="1">
              <a:lnSpc>
                <a:spcPct val="90000"/>
              </a:lnSpc>
              <a:spcBef>
                <a:spcPct val="20000"/>
              </a:spcBef>
              <a:buClr>
                <a:schemeClr val="tx2"/>
              </a:buClr>
              <a:buSzPct val="70000"/>
              <a:buFont typeface="Wingdings" panose="05000000000000000000" pitchFamily="2" charset="2"/>
              <a:buChar char="l"/>
            </a:pPr>
            <a:r>
              <a:rPr lang="en-GB" altLang="zh-CN" sz="3200" dirty="0">
                <a:solidFill>
                  <a:srgbClr val="C00000"/>
                </a:solidFill>
              </a:rPr>
              <a:t>The Object-Oriented Approach</a:t>
            </a:r>
            <a:r>
              <a:rPr lang="zh-CN" altLang="en-US" sz="3200" dirty="0">
                <a:solidFill>
                  <a:srgbClr val="C00000"/>
                </a:solidFill>
              </a:rPr>
              <a:t>（面向对象方法）</a:t>
            </a:r>
            <a:endParaRPr lang="en-GB" altLang="zh-CN" sz="3200" dirty="0">
              <a:solidFill>
                <a:srgbClr val="C00000"/>
              </a:solidFill>
            </a:endParaRPr>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More recent approach. Assumes a system is a collection of objects that interact to complete tasks</a:t>
            </a:r>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OO analysis, OO design, and OO programming</a:t>
            </a:r>
          </a:p>
        </p:txBody>
      </p:sp>
      <p:sp>
        <p:nvSpPr>
          <p:cNvPr id="26632" name="Footer Placeholder 4">
            <a:extLst>
              <a:ext uri="{FF2B5EF4-FFF2-40B4-BE49-F238E27FC236}">
                <a16:creationId xmlns:a16="http://schemas.microsoft.com/office/drawing/2014/main" id="{AF4CD72F-2A3B-475F-86F4-A28CCC691D3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26633" name="Rectangle 9">
            <a:extLst>
              <a:ext uri="{FF2B5EF4-FFF2-40B4-BE49-F238E27FC236}">
                <a16:creationId xmlns:a16="http://schemas.microsoft.com/office/drawing/2014/main" id="{EF93560E-BE12-4804-9DFF-E0624331932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11830739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2908D2B2-9641-4C0F-B283-6E07B34596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FEEE967-77D8-40DA-A04F-78F267FB8FB1}" type="slidenum">
              <a:rPr lang="en-US" altLang="en-US"/>
              <a:pPr eaLnBrk="1" hangingPunct="1"/>
              <a:t>51</a:t>
            </a:fld>
            <a:endParaRPr lang="en-US" altLang="en-US"/>
          </a:p>
        </p:txBody>
      </p:sp>
      <p:sp>
        <p:nvSpPr>
          <p:cNvPr id="33795" name="Rectangle 2">
            <a:extLst>
              <a:ext uri="{FF2B5EF4-FFF2-40B4-BE49-F238E27FC236}">
                <a16:creationId xmlns:a16="http://schemas.microsoft.com/office/drawing/2014/main" id="{30E081A8-63C4-4E7C-9116-618A4B41EC2C}"/>
              </a:ext>
            </a:extLst>
          </p:cNvPr>
          <p:cNvSpPr>
            <a:spLocks noGrp="1" noChangeArrowheads="1"/>
          </p:cNvSpPr>
          <p:nvPr>
            <p:ph type="title"/>
          </p:nvPr>
        </p:nvSpPr>
        <p:spPr>
          <a:xfrm>
            <a:off x="304800" y="122238"/>
            <a:ext cx="7924800" cy="944562"/>
          </a:xfrm>
        </p:spPr>
        <p:txBody>
          <a:bodyPr/>
          <a:lstStyle/>
          <a:p>
            <a:pPr eaLnBrk="1" hangingPunct="1"/>
            <a:r>
              <a:rPr lang="en-US" altLang="zh-CN" sz="3600">
                <a:ea typeface="宋体" panose="02010600030101010101" pitchFamily="2" charset="-122"/>
              </a:rPr>
              <a:t>The Object-Oriented Approach</a:t>
            </a:r>
          </a:p>
        </p:txBody>
      </p:sp>
      <p:sp>
        <p:nvSpPr>
          <p:cNvPr id="33796" name="Rectangle 4">
            <a:extLst>
              <a:ext uri="{FF2B5EF4-FFF2-40B4-BE49-F238E27FC236}">
                <a16:creationId xmlns:a16="http://schemas.microsoft.com/office/drawing/2014/main" id="{D7C751F1-DE97-49B4-81A6-7C59EEE6DF46}"/>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33797" name="Rectangle 5">
            <a:extLst>
              <a:ext uri="{FF2B5EF4-FFF2-40B4-BE49-F238E27FC236}">
                <a16:creationId xmlns:a16="http://schemas.microsoft.com/office/drawing/2014/main" id="{12C7E2F8-9091-447A-8B9B-A0869AA7457C}"/>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33798" name="Rectangle 6">
            <a:extLst>
              <a:ext uri="{FF2B5EF4-FFF2-40B4-BE49-F238E27FC236}">
                <a16:creationId xmlns:a16="http://schemas.microsoft.com/office/drawing/2014/main" id="{7F799804-2621-445C-A18A-B4C87F3D014E}"/>
              </a:ext>
            </a:extLst>
          </p:cNvPr>
          <p:cNvSpPr>
            <a:spLocks noChangeArrowheads="1"/>
          </p:cNvSpPr>
          <p:nvPr/>
        </p:nvSpPr>
        <p:spPr bwMode="auto">
          <a:xfrm>
            <a:off x="685800" y="1371600"/>
            <a:ext cx="7772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Object-oriented analysis (OOA)</a:t>
            </a:r>
            <a:r>
              <a:rPr lang="zh-CN" altLang="en-US" sz="2800" dirty="0"/>
              <a:t>分析</a:t>
            </a:r>
            <a:endParaRPr lang="en-GB" altLang="zh-CN" sz="28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The process of </a:t>
            </a:r>
            <a:r>
              <a:rPr lang="en-GB" altLang="zh-CN" sz="2400" u="sng" dirty="0"/>
              <a:t>identifying</a:t>
            </a:r>
            <a:r>
              <a:rPr lang="en-GB" altLang="zh-CN" sz="2400" dirty="0"/>
              <a:t> and defining the </a:t>
            </a:r>
            <a:r>
              <a:rPr lang="en-GB" altLang="zh-CN" sz="2400" u="sng" dirty="0"/>
              <a:t>use cases</a:t>
            </a:r>
            <a:r>
              <a:rPr lang="en-GB" altLang="zh-CN" sz="2400" dirty="0"/>
              <a:t> and sets of </a:t>
            </a:r>
            <a:r>
              <a:rPr lang="en-GB" altLang="zh-CN" sz="2400" u="sng" dirty="0"/>
              <a:t>objects</a:t>
            </a:r>
            <a:r>
              <a:rPr lang="en-GB" altLang="zh-CN" sz="2400" dirty="0"/>
              <a:t> (classes) in the new system</a:t>
            </a:r>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Object-oriented design (OOD)</a:t>
            </a:r>
            <a:r>
              <a:rPr lang="zh-CN" altLang="en-US" sz="2800" dirty="0"/>
              <a:t>设计</a:t>
            </a:r>
            <a:endParaRPr lang="en-GB" altLang="zh-CN" sz="28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u="sng" dirty="0"/>
              <a:t>Defining</a:t>
            </a:r>
            <a:r>
              <a:rPr lang="en-GB" altLang="zh-CN" sz="2400" dirty="0"/>
              <a:t> all of the types of </a:t>
            </a:r>
            <a:r>
              <a:rPr lang="en-GB" altLang="zh-CN" sz="2400" u="sng" dirty="0"/>
              <a:t>objects</a:t>
            </a:r>
            <a:r>
              <a:rPr lang="en-GB" altLang="zh-CN" sz="2400" dirty="0"/>
              <a:t> necessary to communicate with people and devices and showing how they interact to complete tasks </a:t>
            </a:r>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Object-oriented programming (OOP)</a:t>
            </a:r>
            <a:r>
              <a:rPr lang="zh-CN" altLang="en-US" sz="2800" dirty="0"/>
              <a:t>编程</a:t>
            </a:r>
            <a:endParaRPr lang="en-GB" altLang="zh-CN" sz="2800" dirty="0"/>
          </a:p>
          <a:p>
            <a:pPr lvl="1" eaLnBrk="1" hangingPunct="1">
              <a:lnSpc>
                <a:spcPct val="90000"/>
              </a:lnSpc>
              <a:spcBef>
                <a:spcPct val="20000"/>
              </a:spcBef>
              <a:buClr>
                <a:schemeClr val="accent2"/>
              </a:buClr>
              <a:buSzPct val="70000"/>
              <a:buFont typeface="Wingdings" panose="05000000000000000000" pitchFamily="2" charset="2"/>
              <a:buChar char="l"/>
            </a:pPr>
            <a:r>
              <a:rPr lang="en-GB" altLang="zh-CN" sz="2400" dirty="0"/>
              <a:t>Writing statements that define the actual classes and what each object of the class does</a:t>
            </a:r>
          </a:p>
        </p:txBody>
      </p:sp>
      <p:sp>
        <p:nvSpPr>
          <p:cNvPr id="33799" name="Footer Placeholder 4">
            <a:extLst>
              <a:ext uri="{FF2B5EF4-FFF2-40B4-BE49-F238E27FC236}">
                <a16:creationId xmlns:a16="http://schemas.microsoft.com/office/drawing/2014/main" id="{D96AD6ED-CDE6-446A-A365-F71A861766C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3800" name="Rectangle 8">
            <a:extLst>
              <a:ext uri="{FF2B5EF4-FFF2-40B4-BE49-F238E27FC236}">
                <a16:creationId xmlns:a16="http://schemas.microsoft.com/office/drawing/2014/main" id="{6E2E0238-EE1D-4605-8510-337773A151C1}"/>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72428875-7271-48C3-8280-64D60A2C65D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E7A90BE-C31B-4BA1-9C31-1A7A55ACBBC1}" type="slidenum">
              <a:rPr lang="en-US" altLang="en-US"/>
              <a:pPr eaLnBrk="1" hangingPunct="1"/>
              <a:t>52</a:t>
            </a:fld>
            <a:endParaRPr lang="en-US" altLang="en-US"/>
          </a:p>
        </p:txBody>
      </p:sp>
      <p:sp>
        <p:nvSpPr>
          <p:cNvPr id="34819" name="Rectangle 2">
            <a:extLst>
              <a:ext uri="{FF2B5EF4-FFF2-40B4-BE49-F238E27FC236}">
                <a16:creationId xmlns:a16="http://schemas.microsoft.com/office/drawing/2014/main" id="{74D5C432-8B4E-449B-9159-4E418B40DB29}"/>
              </a:ext>
            </a:extLst>
          </p:cNvPr>
          <p:cNvSpPr>
            <a:spLocks noGrp="1" noChangeArrowheads="1"/>
          </p:cNvSpPr>
          <p:nvPr>
            <p:ph type="title"/>
          </p:nvPr>
        </p:nvSpPr>
        <p:spPr>
          <a:xfrm>
            <a:off x="304800" y="122238"/>
            <a:ext cx="7924800" cy="944562"/>
          </a:xfrm>
        </p:spPr>
        <p:txBody>
          <a:bodyPr/>
          <a:lstStyle/>
          <a:p>
            <a:pPr eaLnBrk="1" hangingPunct="1"/>
            <a:r>
              <a:rPr lang="en-US" altLang="zh-CN" sz="3600">
                <a:ea typeface="宋体" panose="02010600030101010101" pitchFamily="2" charset="-122"/>
              </a:rPr>
              <a:t>The Object-Oriented Approach</a:t>
            </a:r>
          </a:p>
        </p:txBody>
      </p:sp>
      <p:sp>
        <p:nvSpPr>
          <p:cNvPr id="34820" name="Rectangle 3">
            <a:extLst>
              <a:ext uri="{FF2B5EF4-FFF2-40B4-BE49-F238E27FC236}">
                <a16:creationId xmlns:a16="http://schemas.microsoft.com/office/drawing/2014/main" id="{0DCA6925-2985-4C7E-A6EC-69056ED0240A}"/>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34821" name="Rectangle 4">
            <a:extLst>
              <a:ext uri="{FF2B5EF4-FFF2-40B4-BE49-F238E27FC236}">
                <a16:creationId xmlns:a16="http://schemas.microsoft.com/office/drawing/2014/main" id="{34C321B2-5045-4EA1-83B4-4307591E8CD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34822" name="Rectangle 5">
            <a:extLst>
              <a:ext uri="{FF2B5EF4-FFF2-40B4-BE49-F238E27FC236}">
                <a16:creationId xmlns:a16="http://schemas.microsoft.com/office/drawing/2014/main" id="{8E68817C-4DF2-4957-B943-6E10512D553F}"/>
              </a:ext>
            </a:extLst>
          </p:cNvPr>
          <p:cNvSpPr>
            <a:spLocks noChangeArrowheads="1"/>
          </p:cNvSpPr>
          <p:nvPr/>
        </p:nvSpPr>
        <p:spPr bwMode="auto">
          <a:xfrm>
            <a:off x="381000" y="1600200"/>
            <a:ext cx="2514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400"/>
              <a:t>Example showing the OO concept</a:t>
            </a:r>
          </a:p>
          <a:p>
            <a:pPr eaLnBrk="1" hangingPunct="1">
              <a:lnSpc>
                <a:spcPct val="90000"/>
              </a:lnSpc>
              <a:spcBef>
                <a:spcPct val="20000"/>
              </a:spcBef>
              <a:buClr>
                <a:schemeClr val="tx2"/>
              </a:buClr>
              <a:buSzPct val="70000"/>
              <a:buFont typeface="Wingdings" panose="05000000000000000000" pitchFamily="2" charset="2"/>
              <a:buChar char="l"/>
            </a:pPr>
            <a:r>
              <a:rPr lang="en-GB" altLang="zh-CN" sz="2400"/>
              <a:t>Objects collaborate to get a task done</a:t>
            </a:r>
          </a:p>
        </p:txBody>
      </p:sp>
      <p:pic>
        <p:nvPicPr>
          <p:cNvPr id="34823" name="Picture 6">
            <a:extLst>
              <a:ext uri="{FF2B5EF4-FFF2-40B4-BE49-F238E27FC236}">
                <a16:creationId xmlns:a16="http://schemas.microsoft.com/office/drawing/2014/main" id="{6AE8BBF2-9E09-4135-8F3F-49268F6E59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066800"/>
            <a:ext cx="5562600" cy="516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4" name="Footer Placeholder 4">
            <a:extLst>
              <a:ext uri="{FF2B5EF4-FFF2-40B4-BE49-F238E27FC236}">
                <a16:creationId xmlns:a16="http://schemas.microsoft.com/office/drawing/2014/main" id="{C573993D-62CD-4B6B-A136-B1FBF8CF5C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4825" name="Rectangle 9">
            <a:extLst>
              <a:ext uri="{FF2B5EF4-FFF2-40B4-BE49-F238E27FC236}">
                <a16:creationId xmlns:a16="http://schemas.microsoft.com/office/drawing/2014/main" id="{AB6AC27D-70E0-4003-AE22-5ACE76EF64A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
        <p:nvSpPr>
          <p:cNvPr id="2" name="矩形 1">
            <a:extLst>
              <a:ext uri="{FF2B5EF4-FFF2-40B4-BE49-F238E27FC236}">
                <a16:creationId xmlns:a16="http://schemas.microsoft.com/office/drawing/2014/main" id="{4456F605-C02D-4DBA-845B-947B91CBCB3A}"/>
              </a:ext>
            </a:extLst>
          </p:cNvPr>
          <p:cNvSpPr/>
          <p:nvPr/>
        </p:nvSpPr>
        <p:spPr>
          <a:xfrm>
            <a:off x="2819400" y="1143000"/>
            <a:ext cx="1752600" cy="1143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BF250A4F-E0C5-464C-B534-E706488195CE}"/>
              </a:ext>
            </a:extLst>
          </p:cNvPr>
          <p:cNvSpPr/>
          <p:nvPr/>
        </p:nvSpPr>
        <p:spPr>
          <a:xfrm>
            <a:off x="4648200" y="3657600"/>
            <a:ext cx="1219200" cy="1524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DFC6A05F-A366-449A-AFC0-85EF0FFDAA8E}"/>
              </a:ext>
            </a:extLst>
          </p:cNvPr>
          <p:cNvSpPr/>
          <p:nvPr/>
        </p:nvSpPr>
        <p:spPr>
          <a:xfrm>
            <a:off x="6725164" y="2667000"/>
            <a:ext cx="1237735"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A6CA3E33-C427-448A-82E2-7A0F1C930F22}"/>
              </a:ext>
            </a:extLst>
          </p:cNvPr>
          <p:cNvSpPr/>
          <p:nvPr/>
        </p:nvSpPr>
        <p:spPr>
          <a:xfrm>
            <a:off x="5890259" y="5257800"/>
            <a:ext cx="1120141" cy="304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7949467F-6CC0-42CD-A7BD-4FF52EA3F859}"/>
              </a:ext>
            </a:extLst>
          </p:cNvPr>
          <p:cNvSpPr/>
          <p:nvPr/>
        </p:nvSpPr>
        <p:spPr>
          <a:xfrm>
            <a:off x="3013708" y="5257800"/>
            <a:ext cx="1177292" cy="228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2" grpId="0" animBg="1"/>
      <p:bldP spid="13" grpId="0" animBg="1"/>
      <p:bldP spid="1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9AAC3B6B-5A35-418E-858C-F251F3BEDA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9CA5005-474E-4637-84C0-A227A126B347}" type="slidenum">
              <a:rPr lang="en-US" altLang="en-US"/>
              <a:pPr eaLnBrk="1" hangingPunct="1"/>
              <a:t>53</a:t>
            </a:fld>
            <a:endParaRPr lang="en-US" altLang="en-US"/>
          </a:p>
        </p:txBody>
      </p:sp>
      <p:sp>
        <p:nvSpPr>
          <p:cNvPr id="35843" name="Rectangle 2">
            <a:extLst>
              <a:ext uri="{FF2B5EF4-FFF2-40B4-BE49-F238E27FC236}">
                <a16:creationId xmlns:a16="http://schemas.microsoft.com/office/drawing/2014/main" id="{4615AD7A-9F93-4D6B-A5B1-7A17DD333AF8}"/>
              </a:ext>
            </a:extLst>
          </p:cNvPr>
          <p:cNvSpPr>
            <a:spLocks noGrp="1" noChangeArrowheads="1"/>
          </p:cNvSpPr>
          <p:nvPr>
            <p:ph type="title"/>
          </p:nvPr>
        </p:nvSpPr>
        <p:spPr>
          <a:xfrm>
            <a:off x="304800" y="122238"/>
            <a:ext cx="7924800" cy="944562"/>
          </a:xfrm>
        </p:spPr>
        <p:txBody>
          <a:bodyPr/>
          <a:lstStyle/>
          <a:p>
            <a:pPr eaLnBrk="1" hangingPunct="1"/>
            <a:r>
              <a:rPr lang="en-US" altLang="zh-CN" sz="3600">
                <a:ea typeface="宋体" panose="02010600030101010101" pitchFamily="2" charset="-122"/>
              </a:rPr>
              <a:t>The Object-Oriented Approach</a:t>
            </a:r>
          </a:p>
        </p:txBody>
      </p:sp>
      <p:sp>
        <p:nvSpPr>
          <p:cNvPr id="35844" name="Rectangle 3">
            <a:extLst>
              <a:ext uri="{FF2B5EF4-FFF2-40B4-BE49-F238E27FC236}">
                <a16:creationId xmlns:a16="http://schemas.microsoft.com/office/drawing/2014/main" id="{9B8A468B-C089-41CA-9DDF-8BFF0FC096C4}"/>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35845" name="Rectangle 4">
            <a:extLst>
              <a:ext uri="{FF2B5EF4-FFF2-40B4-BE49-F238E27FC236}">
                <a16:creationId xmlns:a16="http://schemas.microsoft.com/office/drawing/2014/main" id="{5E460FA2-50E0-4E4C-8837-89B667821C0C}"/>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35846" name="Rectangle 5">
            <a:extLst>
              <a:ext uri="{FF2B5EF4-FFF2-40B4-BE49-F238E27FC236}">
                <a16:creationId xmlns:a16="http://schemas.microsoft.com/office/drawing/2014/main" id="{353F390C-1EEC-4927-80B8-062C9E15BF78}"/>
              </a:ext>
            </a:extLst>
          </p:cNvPr>
          <p:cNvSpPr>
            <a:spLocks noChangeArrowheads="1"/>
          </p:cNvSpPr>
          <p:nvPr/>
        </p:nvSpPr>
        <p:spPr bwMode="auto">
          <a:xfrm>
            <a:off x="457200" y="1219200"/>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400" dirty="0"/>
              <a:t>UML Design Class Diagram</a:t>
            </a:r>
            <a:r>
              <a:rPr lang="zh-CN" altLang="en-US" sz="2400" dirty="0"/>
              <a:t>（类图）</a:t>
            </a:r>
            <a:endParaRPr lang="en-GB" altLang="zh-CN" sz="2400" dirty="0"/>
          </a:p>
        </p:txBody>
      </p:sp>
      <p:pic>
        <p:nvPicPr>
          <p:cNvPr id="35847" name="Picture 7">
            <a:extLst>
              <a:ext uri="{FF2B5EF4-FFF2-40B4-BE49-F238E27FC236}">
                <a16:creationId xmlns:a16="http://schemas.microsoft.com/office/drawing/2014/main" id="{32BD42BB-F71B-4387-B3E4-0AEDD03394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752600"/>
            <a:ext cx="6705600" cy="441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Footer Placeholder 4">
            <a:extLst>
              <a:ext uri="{FF2B5EF4-FFF2-40B4-BE49-F238E27FC236}">
                <a16:creationId xmlns:a16="http://schemas.microsoft.com/office/drawing/2014/main" id="{44E78312-FC1E-4575-A437-F530884D3C8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5849" name="Rectangle 9">
            <a:extLst>
              <a:ext uri="{FF2B5EF4-FFF2-40B4-BE49-F238E27FC236}">
                <a16:creationId xmlns:a16="http://schemas.microsoft.com/office/drawing/2014/main" id="{592FD878-8BB8-478B-B7A1-8A43546255C4}"/>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CB882F0E-BE19-42E9-885D-9D90B88D35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F4AC130-34E7-4B71-90D4-67081F748929}" type="slidenum">
              <a:rPr lang="en-US" altLang="en-US"/>
              <a:pPr eaLnBrk="1" hangingPunct="1"/>
              <a:t>54</a:t>
            </a:fld>
            <a:endParaRPr lang="en-US" altLang="en-US"/>
          </a:p>
        </p:txBody>
      </p:sp>
      <p:sp>
        <p:nvSpPr>
          <p:cNvPr id="36867" name="Rectangle 2">
            <a:extLst>
              <a:ext uri="{FF2B5EF4-FFF2-40B4-BE49-F238E27FC236}">
                <a16:creationId xmlns:a16="http://schemas.microsoft.com/office/drawing/2014/main" id="{59C74883-2D35-4002-B12B-DF9FAC0E5B1C}"/>
              </a:ext>
            </a:extLst>
          </p:cNvPr>
          <p:cNvSpPr>
            <a:spLocks noGrp="1" noChangeArrowheads="1"/>
          </p:cNvSpPr>
          <p:nvPr>
            <p:ph type="title"/>
          </p:nvPr>
        </p:nvSpPr>
        <p:spPr>
          <a:xfrm>
            <a:off x="304800" y="122238"/>
            <a:ext cx="7924800" cy="944562"/>
          </a:xfrm>
        </p:spPr>
        <p:txBody>
          <a:bodyPr/>
          <a:lstStyle/>
          <a:p>
            <a:pPr eaLnBrk="1" hangingPunct="1"/>
            <a:r>
              <a:rPr lang="en-US" altLang="zh-CN" sz="3600">
                <a:ea typeface="宋体" panose="02010600030101010101" pitchFamily="2" charset="-122"/>
              </a:rPr>
              <a:t>The Object-Oriented Approach</a:t>
            </a:r>
          </a:p>
        </p:txBody>
      </p:sp>
      <p:sp>
        <p:nvSpPr>
          <p:cNvPr id="36868" name="Rectangle 3">
            <a:extLst>
              <a:ext uri="{FF2B5EF4-FFF2-40B4-BE49-F238E27FC236}">
                <a16:creationId xmlns:a16="http://schemas.microsoft.com/office/drawing/2014/main" id="{EC590DF6-A0D3-487F-9469-3F86E7904018}"/>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36869" name="Rectangle 4">
            <a:extLst>
              <a:ext uri="{FF2B5EF4-FFF2-40B4-BE49-F238E27FC236}">
                <a16:creationId xmlns:a16="http://schemas.microsoft.com/office/drawing/2014/main" id="{8C4632F3-9885-4431-AFF5-81AEE09F116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36870" name="Rectangle 5">
            <a:extLst>
              <a:ext uri="{FF2B5EF4-FFF2-40B4-BE49-F238E27FC236}">
                <a16:creationId xmlns:a16="http://schemas.microsoft.com/office/drawing/2014/main" id="{828F625D-94DC-41D2-B387-192B592B627A}"/>
              </a:ext>
            </a:extLst>
          </p:cNvPr>
          <p:cNvSpPr>
            <a:spLocks noChangeArrowheads="1"/>
          </p:cNvSpPr>
          <p:nvPr/>
        </p:nvSpPr>
        <p:spPr bwMode="auto">
          <a:xfrm>
            <a:off x="457200" y="1219200"/>
            <a:ext cx="7467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400" dirty="0"/>
              <a:t>UML Sequence Diagram</a:t>
            </a:r>
            <a:r>
              <a:rPr lang="zh-CN" altLang="en-US" sz="2400" dirty="0"/>
              <a:t>（顺序图）</a:t>
            </a:r>
            <a:endParaRPr lang="en-GB" altLang="zh-CN" sz="2400" dirty="0"/>
          </a:p>
        </p:txBody>
      </p:sp>
      <p:pic>
        <p:nvPicPr>
          <p:cNvPr id="36871" name="Picture 7">
            <a:extLst>
              <a:ext uri="{FF2B5EF4-FFF2-40B4-BE49-F238E27FC236}">
                <a16:creationId xmlns:a16="http://schemas.microsoft.com/office/drawing/2014/main" id="{E092A792-B83E-47C8-9705-D616397E0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676400"/>
            <a:ext cx="6781800"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2" name="Footer Placeholder 4">
            <a:extLst>
              <a:ext uri="{FF2B5EF4-FFF2-40B4-BE49-F238E27FC236}">
                <a16:creationId xmlns:a16="http://schemas.microsoft.com/office/drawing/2014/main" id="{F42FBEEC-671A-4FA5-89E9-8EF0634568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36873" name="Rectangle 9">
            <a:extLst>
              <a:ext uri="{FF2B5EF4-FFF2-40B4-BE49-F238E27FC236}">
                <a16:creationId xmlns:a16="http://schemas.microsoft.com/office/drawing/2014/main" id="{AF7F4A6A-2BEC-46B8-BF94-16D974298128}"/>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2322BBE9-EC86-4246-B994-DE70899CA80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FC9127-9EFF-45A8-864B-221F9B431AEA}" type="slidenum">
              <a:rPr lang="en-US" altLang="en-US"/>
              <a:pPr eaLnBrk="1" hangingPunct="1"/>
              <a:t>55</a:t>
            </a:fld>
            <a:endParaRPr lang="en-US" altLang="en-US"/>
          </a:p>
        </p:txBody>
      </p:sp>
      <p:sp>
        <p:nvSpPr>
          <p:cNvPr id="40963" name="Rectangle 2">
            <a:extLst>
              <a:ext uri="{FF2B5EF4-FFF2-40B4-BE49-F238E27FC236}">
                <a16:creationId xmlns:a16="http://schemas.microsoft.com/office/drawing/2014/main" id="{73702D49-E176-437C-90C0-74352180EC49}"/>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a:t>
            </a:r>
            <a:endParaRPr lang="en-US" altLang="zh-CN" sz="2800">
              <a:ea typeface="宋体" panose="02010600030101010101" pitchFamily="2" charset="-122"/>
            </a:endParaRPr>
          </a:p>
        </p:txBody>
      </p:sp>
      <p:sp>
        <p:nvSpPr>
          <p:cNvPr id="40964" name="Rectangle 3">
            <a:extLst>
              <a:ext uri="{FF2B5EF4-FFF2-40B4-BE49-F238E27FC236}">
                <a16:creationId xmlns:a16="http://schemas.microsoft.com/office/drawing/2014/main" id="{09A27A6D-578A-4342-9E55-6CF0415CE212}"/>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0965" name="Rectangle 4">
            <a:extLst>
              <a:ext uri="{FF2B5EF4-FFF2-40B4-BE49-F238E27FC236}">
                <a16:creationId xmlns:a16="http://schemas.microsoft.com/office/drawing/2014/main" id="{1A949F83-730A-4D5E-974C-48130AABAFC1}"/>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0966" name="Rectangle 5">
            <a:extLst>
              <a:ext uri="{FF2B5EF4-FFF2-40B4-BE49-F238E27FC236}">
                <a16:creationId xmlns:a16="http://schemas.microsoft.com/office/drawing/2014/main" id="{E5ADED54-F0CB-427B-B447-2E2A34D4A044}"/>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0967" name="Rectangle 6">
            <a:extLst>
              <a:ext uri="{FF2B5EF4-FFF2-40B4-BE49-F238E27FC236}">
                <a16:creationId xmlns:a16="http://schemas.microsoft.com/office/drawing/2014/main" id="{88395498-24FB-46BD-A8F4-DE383DB2BF78}"/>
              </a:ext>
            </a:extLst>
          </p:cNvPr>
          <p:cNvSpPr>
            <a:spLocks noChangeArrowheads="1"/>
          </p:cNvSpPr>
          <p:nvPr/>
        </p:nvSpPr>
        <p:spPr bwMode="auto">
          <a:xfrm>
            <a:off x="304800" y="1219200"/>
            <a:ext cx="8229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3200"/>
          </a:p>
        </p:txBody>
      </p:sp>
      <p:sp>
        <p:nvSpPr>
          <p:cNvPr id="40968" name="Rectangle 7">
            <a:extLst>
              <a:ext uri="{FF2B5EF4-FFF2-40B4-BE49-F238E27FC236}">
                <a16:creationId xmlns:a16="http://schemas.microsoft.com/office/drawing/2014/main" id="{F3A9978B-CA90-488B-9630-D8B049C5044F}"/>
              </a:ext>
            </a:extLst>
          </p:cNvPr>
          <p:cNvSpPr>
            <a:spLocks noChangeArrowheads="1"/>
          </p:cNvSpPr>
          <p:nvPr/>
        </p:nvSpPr>
        <p:spPr bwMode="auto">
          <a:xfrm>
            <a:off x="457200" y="1066800"/>
            <a:ext cx="7467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692150" indent="-347663"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This chapter covers approaches to system development in more detail</a:t>
            </a:r>
            <a:r>
              <a:rPr lang="zh-CN" altLang="en-US" sz="2800" dirty="0"/>
              <a:t>（更详细地介绍系统开发方法）</a:t>
            </a:r>
            <a:endParaRPr lang="en-GB" altLang="zh-CN" sz="2800"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There are two approaches to the SDLC: </a:t>
            </a:r>
            <a:r>
              <a:rPr lang="en-GB" altLang="zh-CN" sz="2800" u="sng" dirty="0"/>
              <a:t>Predictive</a:t>
            </a:r>
            <a:r>
              <a:rPr lang="zh-CN" altLang="en-US" sz="2800" u="sng" dirty="0"/>
              <a:t>（预测性）</a:t>
            </a:r>
            <a:r>
              <a:rPr lang="en-GB" altLang="zh-CN" sz="2800" dirty="0"/>
              <a:t> and </a:t>
            </a:r>
            <a:r>
              <a:rPr lang="en-GB" altLang="zh-CN" sz="2800" u="sng" dirty="0"/>
              <a:t>Adaptive</a:t>
            </a:r>
            <a:r>
              <a:rPr lang="zh-CN" altLang="en-US" sz="2800" u="sng" dirty="0"/>
              <a:t>（适应性）</a:t>
            </a:r>
            <a:endParaRPr lang="en-GB" altLang="zh-CN" sz="2800" u="sng"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A </a:t>
            </a:r>
            <a:r>
              <a:rPr lang="en-GB" altLang="zh-CN" sz="2800" u="sng" dirty="0"/>
              <a:t>predictive SDLC</a:t>
            </a:r>
            <a:r>
              <a:rPr lang="en-GB" altLang="zh-CN" sz="2800" dirty="0"/>
              <a:t>, also known as the waterfall model, is used when it is possible to plan the project completely in advance</a:t>
            </a:r>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An </a:t>
            </a:r>
            <a:r>
              <a:rPr lang="en-GB" altLang="zh-CN" sz="2800" u="sng" dirty="0"/>
              <a:t>Adaptive SDLC</a:t>
            </a:r>
            <a:r>
              <a:rPr lang="en-GB" altLang="zh-CN" sz="2800" dirty="0"/>
              <a:t>, which uses iteration, is used when the requirements are less certain and the project will need to react to changes</a:t>
            </a:r>
          </a:p>
        </p:txBody>
      </p:sp>
      <p:sp>
        <p:nvSpPr>
          <p:cNvPr id="40969" name="Footer Placeholder 4">
            <a:extLst>
              <a:ext uri="{FF2B5EF4-FFF2-40B4-BE49-F238E27FC236}">
                <a16:creationId xmlns:a16="http://schemas.microsoft.com/office/drawing/2014/main" id="{100C6B97-DBCF-4F6E-ACF9-D39191DA5FF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0970" name="Rectangle 10">
            <a:extLst>
              <a:ext uri="{FF2B5EF4-FFF2-40B4-BE49-F238E27FC236}">
                <a16:creationId xmlns:a16="http://schemas.microsoft.com/office/drawing/2014/main" id="{FA0F8B82-B5EE-479A-9B2D-46162220AB0F}"/>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23F2B1D6-7594-400D-82C4-C064DEA1EA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F05BD1-8219-4F76-ADD0-6FE8432433F4}" type="slidenum">
              <a:rPr lang="en-US" altLang="en-US"/>
              <a:pPr eaLnBrk="1" hangingPunct="1"/>
              <a:t>56</a:t>
            </a:fld>
            <a:endParaRPr lang="en-US" altLang="en-US"/>
          </a:p>
        </p:txBody>
      </p:sp>
      <p:sp>
        <p:nvSpPr>
          <p:cNvPr id="41987" name="Rectangle 2">
            <a:extLst>
              <a:ext uri="{FF2B5EF4-FFF2-40B4-BE49-F238E27FC236}">
                <a16:creationId xmlns:a16="http://schemas.microsoft.com/office/drawing/2014/main" id="{6778F4CF-F96E-46D6-A852-3A1ABFBA5902}"/>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1988" name="Rectangle 3">
            <a:extLst>
              <a:ext uri="{FF2B5EF4-FFF2-40B4-BE49-F238E27FC236}">
                <a16:creationId xmlns:a16="http://schemas.microsoft.com/office/drawing/2014/main" id="{9B9072BE-7B51-4DB2-89F9-2CEB161F9166}"/>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1989" name="Rectangle 4">
            <a:extLst>
              <a:ext uri="{FF2B5EF4-FFF2-40B4-BE49-F238E27FC236}">
                <a16:creationId xmlns:a16="http://schemas.microsoft.com/office/drawing/2014/main" id="{2D2BBDF3-3C1F-4FD3-B2CF-1214B1356AB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1990" name="Rectangle 5">
            <a:extLst>
              <a:ext uri="{FF2B5EF4-FFF2-40B4-BE49-F238E27FC236}">
                <a16:creationId xmlns:a16="http://schemas.microsoft.com/office/drawing/2014/main" id="{4CD561DD-4CDF-4650-9F4D-2C4D75A3CEE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1991" name="Rectangle 7">
            <a:extLst>
              <a:ext uri="{FF2B5EF4-FFF2-40B4-BE49-F238E27FC236}">
                <a16:creationId xmlns:a16="http://schemas.microsoft.com/office/drawing/2014/main" id="{9E78B268-8507-4EB4-8EFB-08F8AE485051}"/>
              </a:ext>
            </a:extLst>
          </p:cNvPr>
          <p:cNvSpPr>
            <a:spLocks noChangeArrowheads="1"/>
          </p:cNvSpPr>
          <p:nvPr/>
        </p:nvSpPr>
        <p:spPr bwMode="auto">
          <a:xfrm>
            <a:off x="457200" y="914400"/>
            <a:ext cx="7467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All new information systems require </a:t>
            </a:r>
            <a:r>
              <a:rPr lang="en-GB" altLang="zh-CN" sz="2800" u="sng" dirty="0"/>
              <a:t>support</a:t>
            </a:r>
            <a:r>
              <a:rPr lang="en-GB" altLang="zh-CN" sz="2800" dirty="0"/>
              <a:t> once completed</a:t>
            </a:r>
            <a:r>
              <a:rPr lang="zh-CN" altLang="en-US" sz="2800" dirty="0"/>
              <a:t>（所有新的信息系统一旦完成都需要支持）</a:t>
            </a:r>
            <a:endParaRPr lang="en-GB" altLang="zh-CN" sz="2800"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System development project use a methodology (or development process) and many are available. A methodology includes an SDLC and </a:t>
            </a:r>
            <a:r>
              <a:rPr lang="en-GB" altLang="zh-CN" sz="2800" u="sng" dirty="0"/>
              <a:t>tools, techniques, and models</a:t>
            </a:r>
            <a:r>
              <a:rPr lang="zh-CN" altLang="en-US" sz="2800" u="sng" dirty="0"/>
              <a:t>（方法论包括工具、技术和模型）</a:t>
            </a:r>
            <a:endParaRPr lang="en-GB" altLang="zh-CN" sz="2800" u="sng" dirty="0"/>
          </a:p>
        </p:txBody>
      </p:sp>
      <p:sp>
        <p:nvSpPr>
          <p:cNvPr id="41992" name="Footer Placeholder 4">
            <a:extLst>
              <a:ext uri="{FF2B5EF4-FFF2-40B4-BE49-F238E27FC236}">
                <a16:creationId xmlns:a16="http://schemas.microsoft.com/office/drawing/2014/main" id="{786FB315-FD8D-4650-9EC5-DEB79B3112B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1993" name="Rectangle 9">
            <a:extLst>
              <a:ext uri="{FF2B5EF4-FFF2-40B4-BE49-F238E27FC236}">
                <a16:creationId xmlns:a16="http://schemas.microsoft.com/office/drawing/2014/main" id="{9E4C6D61-90CC-4346-9134-EFA1006A3ED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23F2B1D6-7594-400D-82C4-C064DEA1EA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7F05BD1-8219-4F76-ADD0-6FE8432433F4}" type="slidenum">
              <a:rPr lang="en-US" altLang="en-US"/>
              <a:pPr eaLnBrk="1" hangingPunct="1"/>
              <a:t>57</a:t>
            </a:fld>
            <a:endParaRPr lang="en-US" altLang="en-US"/>
          </a:p>
        </p:txBody>
      </p:sp>
      <p:sp>
        <p:nvSpPr>
          <p:cNvPr id="41987" name="Rectangle 2">
            <a:extLst>
              <a:ext uri="{FF2B5EF4-FFF2-40B4-BE49-F238E27FC236}">
                <a16:creationId xmlns:a16="http://schemas.microsoft.com/office/drawing/2014/main" id="{6778F4CF-F96E-46D6-A852-3A1ABFBA5902}"/>
              </a:ext>
            </a:extLst>
          </p:cNvPr>
          <p:cNvSpPr>
            <a:spLocks noGrp="1" noChangeArrowheads="1"/>
          </p:cNvSpPr>
          <p:nvPr>
            <p:ph type="title"/>
          </p:nvPr>
        </p:nvSpPr>
        <p:spPr>
          <a:xfrm>
            <a:off x="457200" y="122238"/>
            <a:ext cx="7543800" cy="868362"/>
          </a:xfrm>
        </p:spPr>
        <p:txBody>
          <a:bodyPr/>
          <a:lstStyle/>
          <a:p>
            <a:pPr eaLnBrk="1" hangingPunct="1"/>
            <a:r>
              <a:rPr lang="en-US" altLang="zh-CN">
                <a:ea typeface="宋体" panose="02010600030101010101" pitchFamily="2" charset="-122"/>
              </a:rPr>
              <a:t>Summary </a:t>
            </a:r>
            <a:r>
              <a:rPr lang="en-US" altLang="zh-CN" sz="2800">
                <a:ea typeface="宋体" panose="02010600030101010101" pitchFamily="2" charset="-122"/>
              </a:rPr>
              <a:t>(continued)</a:t>
            </a:r>
          </a:p>
        </p:txBody>
      </p:sp>
      <p:sp>
        <p:nvSpPr>
          <p:cNvPr id="41988" name="Rectangle 3">
            <a:extLst>
              <a:ext uri="{FF2B5EF4-FFF2-40B4-BE49-F238E27FC236}">
                <a16:creationId xmlns:a16="http://schemas.microsoft.com/office/drawing/2014/main" id="{9B9072BE-7B51-4DB2-89F9-2CEB161F9166}"/>
              </a:ext>
            </a:extLst>
          </p:cNvPr>
          <p:cNvSpPr>
            <a:spLocks noGrp="1" noChangeArrowheads="1"/>
          </p:cNvSpPr>
          <p:nvPr>
            <p:ph type="body" idx="1"/>
          </p:nvPr>
        </p:nvSpPr>
        <p:spPr>
          <a:xfrm>
            <a:off x="457200" y="1600200"/>
            <a:ext cx="8229600" cy="4191000"/>
          </a:xfrm>
        </p:spPr>
        <p:txBody>
          <a:bodyPr/>
          <a:lstStyle/>
          <a:p>
            <a:pPr marL="571500" indent="-571500" eaLnBrk="1" hangingPunct="1"/>
            <a:endParaRPr lang="en-GB" altLang="zh-CN" sz="2800"/>
          </a:p>
          <a:p>
            <a:pPr marL="571500" indent="-571500" eaLnBrk="1" hangingPunct="1"/>
            <a:endParaRPr lang="en-GB" altLang="zh-CN" sz="3200"/>
          </a:p>
        </p:txBody>
      </p:sp>
      <p:sp>
        <p:nvSpPr>
          <p:cNvPr id="41989" name="Rectangle 4">
            <a:extLst>
              <a:ext uri="{FF2B5EF4-FFF2-40B4-BE49-F238E27FC236}">
                <a16:creationId xmlns:a16="http://schemas.microsoft.com/office/drawing/2014/main" id="{2D2BBDF3-3C1F-4FD3-B2CF-1214B1356ABB}"/>
              </a:ext>
            </a:extLst>
          </p:cNvPr>
          <p:cNvSpPr>
            <a:spLocks noChangeArrowheads="1"/>
          </p:cNvSpPr>
          <p:nvPr/>
        </p:nvSpPr>
        <p:spPr bwMode="auto">
          <a:xfrm>
            <a:off x="609600" y="1143000"/>
            <a:ext cx="82296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None/>
            </a:pPr>
            <a:endParaRPr lang="en-GB" altLang="zh-CN" sz="2400"/>
          </a:p>
        </p:txBody>
      </p:sp>
      <p:sp>
        <p:nvSpPr>
          <p:cNvPr id="41990" name="Rectangle 5">
            <a:extLst>
              <a:ext uri="{FF2B5EF4-FFF2-40B4-BE49-F238E27FC236}">
                <a16:creationId xmlns:a16="http://schemas.microsoft.com/office/drawing/2014/main" id="{4CD561DD-4CDF-4650-9F4D-2C4D75A3CEE3}"/>
              </a:ext>
            </a:extLst>
          </p:cNvPr>
          <p:cNvSpPr>
            <a:spLocks noChangeArrowheads="1"/>
          </p:cNvSpPr>
          <p:nvPr/>
        </p:nvSpPr>
        <p:spPr bwMode="auto">
          <a:xfrm>
            <a:off x="533400" y="12192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Clr>
                <a:schemeClr val="tx2"/>
              </a:buClr>
              <a:buSzPct val="70000"/>
              <a:buFont typeface="Wingdings" panose="05000000000000000000" pitchFamily="2" charset="2"/>
              <a:buChar char="l"/>
            </a:pPr>
            <a:endParaRPr lang="en-GB" altLang="zh-CN" sz="2600"/>
          </a:p>
        </p:txBody>
      </p:sp>
      <p:sp>
        <p:nvSpPr>
          <p:cNvPr id="41991" name="Rectangle 7">
            <a:extLst>
              <a:ext uri="{FF2B5EF4-FFF2-40B4-BE49-F238E27FC236}">
                <a16:creationId xmlns:a16="http://schemas.microsoft.com/office/drawing/2014/main" id="{9E78B268-8507-4EB4-8EFB-08F8AE485051}"/>
              </a:ext>
            </a:extLst>
          </p:cNvPr>
          <p:cNvSpPr>
            <a:spLocks noChangeArrowheads="1"/>
          </p:cNvSpPr>
          <p:nvPr/>
        </p:nvSpPr>
        <p:spPr bwMode="auto">
          <a:xfrm>
            <a:off x="457200" y="914400"/>
            <a:ext cx="7467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20000"/>
              </a:spcBef>
              <a:buClr>
                <a:schemeClr val="tx2"/>
              </a:buClr>
              <a:buSzPct val="70000"/>
              <a:buFont typeface="Wingdings" panose="05000000000000000000" pitchFamily="2" charset="2"/>
              <a:buChar char="l"/>
            </a:pPr>
            <a:r>
              <a:rPr lang="en-GB" altLang="zh-CN" sz="2800" dirty="0"/>
              <a:t>There are two approaches to construction and </a:t>
            </a:r>
            <a:r>
              <a:rPr lang="en-GB" altLang="zh-CN" sz="2800" dirty="0" err="1"/>
              <a:t>modeling</a:t>
            </a:r>
            <a:r>
              <a:rPr lang="en-GB" altLang="zh-CN" sz="2800" dirty="0"/>
              <a:t> software: the traditional </a:t>
            </a:r>
            <a:r>
              <a:rPr lang="en-GB" altLang="zh-CN" sz="2800" u="sng" dirty="0"/>
              <a:t>structured approach </a:t>
            </a:r>
            <a:r>
              <a:rPr lang="en-GB" altLang="zh-CN" sz="2800" dirty="0"/>
              <a:t>and the newer </a:t>
            </a:r>
            <a:r>
              <a:rPr lang="en-GB" altLang="zh-CN" sz="2800" u="sng" dirty="0"/>
              <a:t>object-oriented approach</a:t>
            </a:r>
            <a:r>
              <a:rPr lang="zh-CN" altLang="en-US" sz="2800" u="sng" dirty="0"/>
              <a:t>（</a:t>
            </a:r>
            <a:r>
              <a:rPr lang="zh-CN" altLang="en-US" sz="2800" dirty="0">
                <a:solidFill>
                  <a:srgbClr val="2A2B2E"/>
                </a:solidFill>
                <a:latin typeface="PingFang SC"/>
              </a:rPr>
              <a:t>结构化方法和面向对象的方法</a:t>
            </a:r>
            <a:r>
              <a:rPr lang="zh-CN" altLang="en-US" sz="2800" u="sng" dirty="0"/>
              <a:t>）</a:t>
            </a:r>
            <a:endParaRPr lang="en-GB" altLang="zh-CN" sz="2800" u="sng" dirty="0"/>
          </a:p>
          <a:p>
            <a:pPr eaLnBrk="1" hangingPunct="1">
              <a:lnSpc>
                <a:spcPct val="90000"/>
              </a:lnSpc>
              <a:spcBef>
                <a:spcPct val="20000"/>
              </a:spcBef>
              <a:buClr>
                <a:schemeClr val="tx2"/>
              </a:buClr>
              <a:buSzPct val="70000"/>
              <a:buFont typeface="Wingdings" panose="05000000000000000000" pitchFamily="2" charset="2"/>
              <a:buChar char="l"/>
            </a:pPr>
            <a:r>
              <a:rPr lang="en-GB" altLang="zh-CN" sz="2800" u="sng" dirty="0"/>
              <a:t>Agile development </a:t>
            </a:r>
            <a:r>
              <a:rPr lang="en-GB" altLang="zh-CN" sz="2800" dirty="0"/>
              <a:t>is the current trend in system development </a:t>
            </a:r>
            <a:r>
              <a:rPr lang="zh-CN" altLang="en-US" sz="2800" dirty="0"/>
              <a:t>（</a:t>
            </a:r>
            <a:r>
              <a:rPr lang="zh-CN" altLang="en-US" sz="2800">
                <a:solidFill>
                  <a:srgbClr val="2A2B2E"/>
                </a:solidFill>
                <a:latin typeface="PingFang SC"/>
              </a:rPr>
              <a:t>敏捷开发是现在</a:t>
            </a:r>
            <a:r>
              <a:rPr lang="zh-CN" altLang="en-US" sz="2800" dirty="0">
                <a:solidFill>
                  <a:srgbClr val="2A2B2E"/>
                </a:solidFill>
                <a:latin typeface="PingFang SC"/>
              </a:rPr>
              <a:t>的趋势</a:t>
            </a:r>
            <a:r>
              <a:rPr lang="zh-CN" altLang="en-US" sz="2800" dirty="0"/>
              <a:t>）</a:t>
            </a:r>
            <a:endParaRPr lang="en-GB" altLang="zh-CN" sz="2800" dirty="0"/>
          </a:p>
        </p:txBody>
      </p:sp>
      <p:sp>
        <p:nvSpPr>
          <p:cNvPr id="41992" name="Footer Placeholder 4">
            <a:extLst>
              <a:ext uri="{FF2B5EF4-FFF2-40B4-BE49-F238E27FC236}">
                <a16:creationId xmlns:a16="http://schemas.microsoft.com/office/drawing/2014/main" id="{786FB315-FD8D-4650-9EC5-DEB79B3112B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Introduction to Systems Analysis and Design, 6th Edition</a:t>
            </a:r>
          </a:p>
        </p:txBody>
      </p:sp>
      <p:sp>
        <p:nvSpPr>
          <p:cNvPr id="41993" name="Rectangle 9">
            <a:extLst>
              <a:ext uri="{FF2B5EF4-FFF2-40B4-BE49-F238E27FC236}">
                <a16:creationId xmlns:a16="http://schemas.microsoft.com/office/drawing/2014/main" id="{9E4C6D61-90CC-4346-9134-EFA1006A3ED5}"/>
              </a:ext>
            </a:extLst>
          </p:cNvPr>
          <p:cNvSpPr>
            <a:spLocks noChangeArrowheads="1"/>
          </p:cNvSpPr>
          <p:nvPr/>
        </p:nvSpPr>
        <p:spPr bwMode="auto">
          <a:xfrm>
            <a:off x="990600" y="6519863"/>
            <a:ext cx="75088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zh-CN" sz="800">
                <a:solidFill>
                  <a:srgbClr val="C0C0C0"/>
                </a:solidFill>
                <a:ea typeface="宋体" panose="02010600030101010101" pitchFamily="2" charset="-122"/>
                <a:cs typeface="Times New Roman" panose="02020603050405020304" pitchFamily="18" charset="0"/>
              </a:rPr>
              <a:t>© 2012 Cengage Learning. All Rights Reserved. This edition is intended for use outside of the U.S. only, with content that may be different from the U.S. Edition.</a:t>
            </a:r>
          </a:p>
          <a:p>
            <a:pPr algn="ctr" eaLnBrk="1" hangingPunct="1"/>
            <a:r>
              <a:rPr lang="en-US" altLang="zh-CN" sz="800">
                <a:solidFill>
                  <a:srgbClr val="C0C0C0"/>
                </a:solidFill>
                <a:ea typeface="宋体" panose="02010600030101010101" pitchFamily="2" charset="-122"/>
                <a:cs typeface="Times New Roman" panose="02020603050405020304" pitchFamily="18" charset="0"/>
              </a:rPr>
              <a:t> May not be scanned, copied, duplicated, or posted to a publicly accessible website, in whole or in part.</a:t>
            </a:r>
            <a:endParaRPr lang="en-US" altLang="zh-CN" sz="2400">
              <a:ea typeface="宋体" panose="02010600030101010101" pitchFamily="2" charset="-122"/>
            </a:endParaRPr>
          </a:p>
        </p:txBody>
      </p:sp>
    </p:spTree>
    <p:extLst>
      <p:ext uri="{BB962C8B-B14F-4D97-AF65-F5344CB8AC3E}">
        <p14:creationId xmlns:p14="http://schemas.microsoft.com/office/powerpoint/2010/main" val="268023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7186</TotalTime>
  <Words>6328</Words>
  <Application>Microsoft Office PowerPoint</Application>
  <PresentationFormat>全屏显示(4:3)</PresentationFormat>
  <Paragraphs>934</Paragraphs>
  <Slides>57</Slides>
  <Notes>51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57</vt:i4>
      </vt:variant>
    </vt:vector>
  </HeadingPairs>
  <TitlesOfParts>
    <vt:vector size="68" baseType="lpstr">
      <vt:lpstr>黑体</vt:lpstr>
      <vt:lpstr>楷体_GB2312</vt:lpstr>
      <vt:lpstr>宋体</vt:lpstr>
      <vt:lpstr>文鼎细圆</vt:lpstr>
      <vt:lpstr>幼圆</vt:lpstr>
      <vt:lpstr>Arial</vt:lpstr>
      <vt:lpstr>Calibri</vt:lpstr>
      <vt:lpstr>PingFang SC</vt:lpstr>
      <vt:lpstr>Times New Roman</vt:lpstr>
      <vt:lpstr>Wingdings</vt:lpstr>
      <vt:lpstr>Network</vt:lpstr>
      <vt:lpstr>PowerPoint 演示文稿</vt:lpstr>
      <vt:lpstr>Approaches to System Development</vt:lpstr>
      <vt:lpstr>Chapter 8 Outline</vt:lpstr>
      <vt:lpstr>Learning Objectives</vt:lpstr>
      <vt:lpstr>Overview</vt:lpstr>
      <vt:lpstr>Chapter 8 Outline</vt:lpstr>
      <vt:lpstr>The System Development Life Cycle (SDLC)</vt:lpstr>
      <vt:lpstr>The System Development Life Cycle (SDLC)</vt:lpstr>
      <vt:lpstr>Traditional Predictive SDLC</vt:lpstr>
      <vt:lpstr>Traditional Predictive SDLC</vt:lpstr>
      <vt:lpstr>Newer Overlapping Phases Predictive SDLC</vt:lpstr>
      <vt:lpstr>Newer Adaptive SDLC</vt:lpstr>
      <vt:lpstr>Spiral Model The First Adaptive SDLC</vt:lpstr>
      <vt:lpstr>Iterative Model Popular Way to Represent Adaptive SDLC</vt:lpstr>
      <vt:lpstr>Chapter 8 Outline</vt:lpstr>
      <vt:lpstr>The SDLC Support Phase</vt:lpstr>
      <vt:lpstr>Support Activities</vt:lpstr>
      <vt:lpstr>Chapter 8 Outline</vt:lpstr>
      <vt:lpstr>详细设计阶段的目的与任务</vt:lpstr>
      <vt:lpstr>PowerPoint 演示文稿</vt:lpstr>
      <vt:lpstr>Chapter 8 Outline</vt:lpstr>
      <vt:lpstr>Two Approaches to Software Construction and Modeling</vt:lpstr>
      <vt:lpstr>Two Approaches to Software Construction and Modeling</vt:lpstr>
      <vt:lpstr>1. 结构化方法</vt:lpstr>
      <vt:lpstr>1. 结构化方法</vt:lpstr>
      <vt:lpstr>1. 结构化方法</vt:lpstr>
      <vt:lpstr>PowerPoint 演示文稿</vt:lpstr>
      <vt:lpstr>PowerPoint 演示文稿</vt:lpstr>
      <vt:lpstr>1. 结构化方法</vt:lpstr>
      <vt:lpstr>1. 结构化方法</vt:lpstr>
      <vt:lpstr>1. 结构化方法</vt:lpstr>
      <vt:lpstr>1. 结构化方法</vt:lpstr>
      <vt:lpstr>1. 结构化方法</vt:lpstr>
      <vt:lpstr>1. 结构化方法</vt:lpstr>
      <vt:lpstr>1. 结构化方法</vt:lpstr>
      <vt:lpstr>1. 结构化方法</vt:lpstr>
      <vt:lpstr>1. 结构化方法</vt:lpstr>
      <vt:lpstr>1. 结构化方法</vt:lpstr>
      <vt:lpstr>1. 结构化方法</vt:lpstr>
      <vt:lpstr>PowerPoint 演示文稿</vt:lpstr>
      <vt:lpstr>PowerPoint 演示文稿</vt:lpstr>
      <vt:lpstr>1. 结构化方法</vt:lpstr>
      <vt:lpstr>1. 结构化方法</vt:lpstr>
      <vt:lpstr>1. 结构化方法</vt:lpstr>
      <vt:lpstr>1. 结构化方法</vt:lpstr>
      <vt:lpstr>PowerPoint 演示文稿</vt:lpstr>
      <vt:lpstr>PowerPoint 演示文稿</vt:lpstr>
      <vt:lpstr>PowerPoint 演示文稿</vt:lpstr>
      <vt:lpstr>PowerPoint 演示文稿</vt:lpstr>
      <vt:lpstr>Two Approaches to Software Construction and Modeling</vt:lpstr>
      <vt:lpstr>The Object-Oriented Approach</vt:lpstr>
      <vt:lpstr>The Object-Oriented Approach</vt:lpstr>
      <vt:lpstr>The Object-Oriented Approach</vt:lpstr>
      <vt:lpstr>The Object-Oriented Approach</vt:lpstr>
      <vt:lpstr>Summary</vt:lpstr>
      <vt:lpstr>Summary (continued)</vt:lpstr>
      <vt:lpstr>Summary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From bla to bla</dc:title>
  <dc:creator>John</dc:creator>
  <cp:lastModifiedBy>鸽 王</cp:lastModifiedBy>
  <cp:revision>182</cp:revision>
  <cp:lastPrinted>1601-01-01T00:00:00Z</cp:lastPrinted>
  <dcterms:created xsi:type="dcterms:W3CDTF">2011-10-31T16:54:53Z</dcterms:created>
  <dcterms:modified xsi:type="dcterms:W3CDTF">2026-03-20T05:14:03Z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ies>
</file>